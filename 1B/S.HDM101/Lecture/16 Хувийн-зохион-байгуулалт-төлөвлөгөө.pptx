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75" r:id="rId4"/>
    <p:sldId id="276" r:id="rId5"/>
    <p:sldId id="280" r:id="rId6"/>
    <p:sldId id="277" r:id="rId7"/>
    <p:sldId id="323" r:id="rId8"/>
    <p:sldId id="317" r:id="rId9"/>
    <p:sldId id="278" r:id="rId10"/>
    <p:sldId id="279" r:id="rId11"/>
    <p:sldId id="289" r:id="rId12"/>
    <p:sldId id="283" r:id="rId13"/>
    <p:sldId id="284" r:id="rId14"/>
    <p:sldId id="286" r:id="rId15"/>
    <p:sldId id="287" r:id="rId16"/>
    <p:sldId id="288" r:id="rId17"/>
    <p:sldId id="290" r:id="rId18"/>
    <p:sldId id="291" r:id="rId19"/>
    <p:sldId id="292" r:id="rId20"/>
    <p:sldId id="328" r:id="rId21"/>
    <p:sldId id="325" r:id="rId22"/>
    <p:sldId id="334" r:id="rId23"/>
    <p:sldId id="337" r:id="rId24"/>
    <p:sldId id="329" r:id="rId25"/>
    <p:sldId id="327" r:id="rId26"/>
    <p:sldId id="330" r:id="rId27"/>
    <p:sldId id="335" r:id="rId28"/>
    <p:sldId id="322" r:id="rId29"/>
    <p:sldId id="333" r:id="rId30"/>
    <p:sldId id="319" r:id="rId31"/>
    <p:sldId id="320" r:id="rId32"/>
    <p:sldId id="338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7404"/>
    <a:srgbClr val="FFCC00"/>
    <a:srgbClr val="6EAA82"/>
    <a:srgbClr val="DA6D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30" autoAdjust="0"/>
    <p:restoredTop sz="94660"/>
  </p:normalViewPr>
  <p:slideViewPr>
    <p:cSldViewPr snapToGrid="0">
      <p:cViewPr varScale="1">
        <p:scale>
          <a:sx n="82" d="100"/>
          <a:sy n="82" d="100"/>
        </p:scale>
        <p:origin x="41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3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Relationship Id="rId4" Type="http://schemas.openxmlformats.org/officeDocument/2006/relationships/image" Target="../media/image35.png"/></Relationships>
</file>

<file path=ppt/diagrams/_rels/data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image" Target="../media/image1.jpe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3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diagrams/_rels/drawing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Relationship Id="rId4" Type="http://schemas.openxmlformats.org/officeDocument/2006/relationships/image" Target="../media/image35.png"/></Relationships>
</file>

<file path=ppt/diagrams/_rels/drawing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BD0969-9E8F-4685-92CC-6715A426154B}" type="doc">
      <dgm:prSet loTypeId="urn:microsoft.com/office/officeart/2005/8/layout/gear1" loCatId="cycle" qsTypeId="urn:microsoft.com/office/officeart/2005/8/quickstyle/simple1" qsCatId="simple" csTypeId="urn:microsoft.com/office/officeart/2005/8/colors/colorful4" csCatId="colorful" phldr="1"/>
      <dgm:spPr/>
    </dgm:pt>
    <dgm:pt modelId="{9794D59B-DC7E-4657-8D38-38ABC4F9F231}">
      <dgm:prSet phldrT="[Text]" custT="1"/>
      <dgm:spPr/>
      <dgm:t>
        <a:bodyPr/>
        <a:lstStyle/>
        <a:p>
          <a:r>
            <a:rPr lang="mn-M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Төлөвлөсөн ажлаа заавал гүйцэтгэх чадвар</a:t>
          </a:r>
          <a:endParaRPr lang="en-US" sz="2400" dirty="0"/>
        </a:p>
      </dgm:t>
    </dgm:pt>
    <dgm:pt modelId="{514ABB6F-87A6-4FD5-BC30-CAB983D3435A}" type="parTrans" cxnId="{844A8E63-1B76-4DA2-B7C9-C4E007FF6EEC}">
      <dgm:prSet/>
      <dgm:spPr/>
      <dgm:t>
        <a:bodyPr/>
        <a:lstStyle/>
        <a:p>
          <a:endParaRPr lang="en-US" sz="2400">
            <a:solidFill>
              <a:schemeClr val="tx1"/>
            </a:solidFill>
          </a:endParaRPr>
        </a:p>
      </dgm:t>
    </dgm:pt>
    <dgm:pt modelId="{3C9E2DDA-A2B2-48F1-916B-032DD5AF036B}" type="sibTrans" cxnId="{844A8E63-1B76-4DA2-B7C9-C4E007FF6EEC}">
      <dgm:prSet/>
      <dgm:spPr/>
      <dgm:t>
        <a:bodyPr/>
        <a:lstStyle/>
        <a:p>
          <a:endParaRPr lang="en-US" sz="2400">
            <a:solidFill>
              <a:schemeClr val="tx1"/>
            </a:solidFill>
          </a:endParaRPr>
        </a:p>
      </dgm:t>
    </dgm:pt>
    <dgm:pt modelId="{30122D0F-EA71-428A-BD11-CC0BA9F15186}">
      <dgm:prSet phldrT="[Text]" custT="1"/>
      <dgm:spPr/>
      <dgm:t>
        <a:bodyPr/>
        <a:lstStyle/>
        <a:p>
          <a:r>
            <a:rPr lang="mn-M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Хувийн асуудлаа шийдэх чадвар</a:t>
          </a:r>
          <a:endParaRPr lang="en-US" sz="2400" dirty="0">
            <a:solidFill>
              <a:schemeClr val="tx1"/>
            </a:solidFill>
          </a:endParaRPr>
        </a:p>
      </dgm:t>
    </dgm:pt>
    <dgm:pt modelId="{74B49978-26EA-49BB-BFC0-95652C64BD64}" type="parTrans" cxnId="{461D4FCE-4B84-46D1-8CB1-6981BF5CE2A6}">
      <dgm:prSet/>
      <dgm:spPr/>
      <dgm:t>
        <a:bodyPr/>
        <a:lstStyle/>
        <a:p>
          <a:endParaRPr lang="en-US" sz="2400">
            <a:solidFill>
              <a:schemeClr val="tx1"/>
            </a:solidFill>
          </a:endParaRPr>
        </a:p>
      </dgm:t>
    </dgm:pt>
    <dgm:pt modelId="{43FC0820-FA98-4F5F-BDEB-578523FF198F}" type="sibTrans" cxnId="{461D4FCE-4B84-46D1-8CB1-6981BF5CE2A6}">
      <dgm:prSet/>
      <dgm:spPr/>
      <dgm:t>
        <a:bodyPr/>
        <a:lstStyle/>
        <a:p>
          <a:endParaRPr lang="en-US" sz="2400">
            <a:solidFill>
              <a:schemeClr val="tx1"/>
            </a:solidFill>
          </a:endParaRPr>
        </a:p>
      </dgm:t>
    </dgm:pt>
    <dgm:pt modelId="{20FD1B48-8AD1-4236-8B3C-825AA7929AEB}">
      <dgm:prSet phldrT="[Text]" custT="1"/>
      <dgm:spPr/>
      <dgm:t>
        <a:bodyPr/>
        <a:lstStyle/>
        <a:p>
          <a:r>
            <a:rPr lang="mn-MN" sz="2400">
              <a:latin typeface="Times New Roman" panose="02020603050405020304" pitchFamily="18" charset="0"/>
              <a:cs typeface="Times New Roman" panose="02020603050405020304" pitchFamily="18" charset="0"/>
            </a:rPr>
            <a:t>Цагийн менеж-мент</a:t>
          </a:r>
          <a:endParaRPr lang="en-US" sz="2400" dirty="0"/>
        </a:p>
      </dgm:t>
    </dgm:pt>
    <dgm:pt modelId="{EBF0BB0E-7580-4F83-BBE0-F361DEE1C273}" type="parTrans" cxnId="{317C88E1-3EA0-4416-894E-7D7E8E7153BE}">
      <dgm:prSet/>
      <dgm:spPr/>
      <dgm:t>
        <a:bodyPr/>
        <a:lstStyle/>
        <a:p>
          <a:endParaRPr lang="en-US" sz="2400">
            <a:solidFill>
              <a:schemeClr val="tx1"/>
            </a:solidFill>
          </a:endParaRPr>
        </a:p>
      </dgm:t>
    </dgm:pt>
    <dgm:pt modelId="{1D6C0530-3A10-445B-8C6E-1C6DD6A4EEAD}" type="sibTrans" cxnId="{317C88E1-3EA0-4416-894E-7D7E8E7153BE}">
      <dgm:prSet/>
      <dgm:spPr/>
      <dgm:t>
        <a:bodyPr/>
        <a:lstStyle/>
        <a:p>
          <a:endParaRPr lang="en-US" sz="2400">
            <a:solidFill>
              <a:schemeClr val="tx1"/>
            </a:solidFill>
          </a:endParaRPr>
        </a:p>
      </dgm:t>
    </dgm:pt>
    <dgm:pt modelId="{502C8295-49C7-49C6-ACA2-617D9FCEC913}" type="pres">
      <dgm:prSet presAssocID="{13BD0969-9E8F-4685-92CC-6715A426154B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ABB945CF-A845-49CF-8681-36CEC90773AC}" type="pres">
      <dgm:prSet presAssocID="{9794D59B-DC7E-4657-8D38-38ABC4F9F231}" presName="gear1" presStyleLbl="node1" presStyleIdx="0" presStyleCnt="3" custLinFactNeighborX="508">
        <dgm:presLayoutVars>
          <dgm:chMax val="1"/>
          <dgm:bulletEnabled val="1"/>
        </dgm:presLayoutVars>
      </dgm:prSet>
      <dgm:spPr/>
    </dgm:pt>
    <dgm:pt modelId="{91F11AB8-7EB5-4C10-BEC8-85558B94CB22}" type="pres">
      <dgm:prSet presAssocID="{9794D59B-DC7E-4657-8D38-38ABC4F9F231}" presName="gear1srcNode" presStyleLbl="node1" presStyleIdx="0" presStyleCnt="3"/>
      <dgm:spPr/>
    </dgm:pt>
    <dgm:pt modelId="{D1D7E9E7-68BA-4576-9919-705075040153}" type="pres">
      <dgm:prSet presAssocID="{9794D59B-DC7E-4657-8D38-38ABC4F9F231}" presName="gear1dstNode" presStyleLbl="node1" presStyleIdx="0" presStyleCnt="3"/>
      <dgm:spPr/>
    </dgm:pt>
    <dgm:pt modelId="{AD7AAC11-5FED-461B-98CF-346AD8119D97}" type="pres">
      <dgm:prSet presAssocID="{30122D0F-EA71-428A-BD11-CC0BA9F15186}" presName="gear2" presStyleLbl="node1" presStyleIdx="1" presStyleCnt="3">
        <dgm:presLayoutVars>
          <dgm:chMax val="1"/>
          <dgm:bulletEnabled val="1"/>
        </dgm:presLayoutVars>
      </dgm:prSet>
      <dgm:spPr/>
    </dgm:pt>
    <dgm:pt modelId="{D5D0BD8F-7990-4B51-9DA5-7CC0980DBF27}" type="pres">
      <dgm:prSet presAssocID="{30122D0F-EA71-428A-BD11-CC0BA9F15186}" presName="gear2srcNode" presStyleLbl="node1" presStyleIdx="1" presStyleCnt="3"/>
      <dgm:spPr/>
    </dgm:pt>
    <dgm:pt modelId="{7D8AED0E-8C57-4DEC-818B-F7A72734900D}" type="pres">
      <dgm:prSet presAssocID="{30122D0F-EA71-428A-BD11-CC0BA9F15186}" presName="gear2dstNode" presStyleLbl="node1" presStyleIdx="1" presStyleCnt="3"/>
      <dgm:spPr/>
    </dgm:pt>
    <dgm:pt modelId="{195BC32A-258C-4B45-BC6D-06E56E686C08}" type="pres">
      <dgm:prSet presAssocID="{20FD1B48-8AD1-4236-8B3C-825AA7929AEB}" presName="gear3" presStyleLbl="node1" presStyleIdx="2" presStyleCnt="3"/>
      <dgm:spPr/>
    </dgm:pt>
    <dgm:pt modelId="{A3243EDE-9531-4B12-BC37-AB7DCF7DF6E8}" type="pres">
      <dgm:prSet presAssocID="{20FD1B48-8AD1-4236-8B3C-825AA7929AEB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B7D5FDA3-B7D3-4DD2-8602-F3011A681103}" type="pres">
      <dgm:prSet presAssocID="{20FD1B48-8AD1-4236-8B3C-825AA7929AEB}" presName="gear3srcNode" presStyleLbl="node1" presStyleIdx="2" presStyleCnt="3"/>
      <dgm:spPr/>
    </dgm:pt>
    <dgm:pt modelId="{2CA9423C-0515-48A2-8F38-803328B1F8E9}" type="pres">
      <dgm:prSet presAssocID="{20FD1B48-8AD1-4236-8B3C-825AA7929AEB}" presName="gear3dstNode" presStyleLbl="node1" presStyleIdx="2" presStyleCnt="3"/>
      <dgm:spPr/>
    </dgm:pt>
    <dgm:pt modelId="{839F7412-1537-4C57-801D-601AD8D0809F}" type="pres">
      <dgm:prSet presAssocID="{3C9E2DDA-A2B2-48F1-916B-032DD5AF036B}" presName="connector1" presStyleLbl="sibTrans2D1" presStyleIdx="0" presStyleCnt="3"/>
      <dgm:spPr/>
    </dgm:pt>
    <dgm:pt modelId="{2E73D4FA-B5AA-4077-BAAB-7DFBCF346837}" type="pres">
      <dgm:prSet presAssocID="{43FC0820-FA98-4F5F-BDEB-578523FF198F}" presName="connector2" presStyleLbl="sibTrans2D1" presStyleIdx="1" presStyleCnt="3"/>
      <dgm:spPr/>
    </dgm:pt>
    <dgm:pt modelId="{900B8E21-42E8-4F1B-AAB8-B18EA6E16713}" type="pres">
      <dgm:prSet presAssocID="{1D6C0530-3A10-445B-8C6E-1C6DD6A4EEAD}" presName="connector3" presStyleLbl="sibTrans2D1" presStyleIdx="2" presStyleCnt="3"/>
      <dgm:spPr/>
    </dgm:pt>
  </dgm:ptLst>
  <dgm:cxnLst>
    <dgm:cxn modelId="{707E7A16-DA31-4482-939D-3270BD99155F}" type="presOf" srcId="{9794D59B-DC7E-4657-8D38-38ABC4F9F231}" destId="{ABB945CF-A845-49CF-8681-36CEC90773AC}" srcOrd="0" destOrd="0" presId="urn:microsoft.com/office/officeart/2005/8/layout/gear1"/>
    <dgm:cxn modelId="{41542C17-08A6-4882-A277-3FDFCD19CF33}" type="presOf" srcId="{20FD1B48-8AD1-4236-8B3C-825AA7929AEB}" destId="{2CA9423C-0515-48A2-8F38-803328B1F8E9}" srcOrd="3" destOrd="0" presId="urn:microsoft.com/office/officeart/2005/8/layout/gear1"/>
    <dgm:cxn modelId="{F7EA051D-1168-4A2B-84A6-5DD23FEEC684}" type="presOf" srcId="{20FD1B48-8AD1-4236-8B3C-825AA7929AEB}" destId="{195BC32A-258C-4B45-BC6D-06E56E686C08}" srcOrd="0" destOrd="0" presId="urn:microsoft.com/office/officeart/2005/8/layout/gear1"/>
    <dgm:cxn modelId="{5F3DBE5E-41B5-43F9-BE0A-FBDE58ED8BB7}" type="presOf" srcId="{13BD0969-9E8F-4685-92CC-6715A426154B}" destId="{502C8295-49C7-49C6-ACA2-617D9FCEC913}" srcOrd="0" destOrd="0" presId="urn:microsoft.com/office/officeart/2005/8/layout/gear1"/>
    <dgm:cxn modelId="{844A8E63-1B76-4DA2-B7C9-C4E007FF6EEC}" srcId="{13BD0969-9E8F-4685-92CC-6715A426154B}" destId="{9794D59B-DC7E-4657-8D38-38ABC4F9F231}" srcOrd="0" destOrd="0" parTransId="{514ABB6F-87A6-4FD5-BC30-CAB983D3435A}" sibTransId="{3C9E2DDA-A2B2-48F1-916B-032DD5AF036B}"/>
    <dgm:cxn modelId="{1E951354-A70B-4400-AACA-2CED781E1A6F}" type="presOf" srcId="{43FC0820-FA98-4F5F-BDEB-578523FF198F}" destId="{2E73D4FA-B5AA-4077-BAAB-7DFBCF346837}" srcOrd="0" destOrd="0" presId="urn:microsoft.com/office/officeart/2005/8/layout/gear1"/>
    <dgm:cxn modelId="{2E74CE87-B16A-4AD5-A7F8-BDCE534970C5}" type="presOf" srcId="{1D6C0530-3A10-445B-8C6E-1C6DD6A4EEAD}" destId="{900B8E21-42E8-4F1B-AAB8-B18EA6E16713}" srcOrd="0" destOrd="0" presId="urn:microsoft.com/office/officeart/2005/8/layout/gear1"/>
    <dgm:cxn modelId="{F1F2D491-E249-4275-8E08-A2C7236B6ABD}" type="presOf" srcId="{30122D0F-EA71-428A-BD11-CC0BA9F15186}" destId="{D5D0BD8F-7990-4B51-9DA5-7CC0980DBF27}" srcOrd="1" destOrd="0" presId="urn:microsoft.com/office/officeart/2005/8/layout/gear1"/>
    <dgm:cxn modelId="{667111A2-BD86-4CF6-833B-371878EABC82}" type="presOf" srcId="{9794D59B-DC7E-4657-8D38-38ABC4F9F231}" destId="{91F11AB8-7EB5-4C10-BEC8-85558B94CB22}" srcOrd="1" destOrd="0" presId="urn:microsoft.com/office/officeart/2005/8/layout/gear1"/>
    <dgm:cxn modelId="{2C42D7AA-9795-4BEF-B9A0-CBE469268361}" type="presOf" srcId="{30122D0F-EA71-428A-BD11-CC0BA9F15186}" destId="{7D8AED0E-8C57-4DEC-818B-F7A72734900D}" srcOrd="2" destOrd="0" presId="urn:microsoft.com/office/officeart/2005/8/layout/gear1"/>
    <dgm:cxn modelId="{A18A54C3-5DC2-4ABA-B21F-DF4D0F4D244F}" type="presOf" srcId="{30122D0F-EA71-428A-BD11-CC0BA9F15186}" destId="{AD7AAC11-5FED-461B-98CF-346AD8119D97}" srcOrd="0" destOrd="0" presId="urn:microsoft.com/office/officeart/2005/8/layout/gear1"/>
    <dgm:cxn modelId="{461D4FCE-4B84-46D1-8CB1-6981BF5CE2A6}" srcId="{13BD0969-9E8F-4685-92CC-6715A426154B}" destId="{30122D0F-EA71-428A-BD11-CC0BA9F15186}" srcOrd="1" destOrd="0" parTransId="{74B49978-26EA-49BB-BFC0-95652C64BD64}" sibTransId="{43FC0820-FA98-4F5F-BDEB-578523FF198F}"/>
    <dgm:cxn modelId="{8AB819D1-ED81-4741-AE78-4CE32A787607}" type="presOf" srcId="{20FD1B48-8AD1-4236-8B3C-825AA7929AEB}" destId="{B7D5FDA3-B7D3-4DD2-8602-F3011A681103}" srcOrd="2" destOrd="0" presId="urn:microsoft.com/office/officeart/2005/8/layout/gear1"/>
    <dgm:cxn modelId="{ED9921DC-D0ED-42B7-BEB7-D31B6F278956}" type="presOf" srcId="{9794D59B-DC7E-4657-8D38-38ABC4F9F231}" destId="{D1D7E9E7-68BA-4576-9919-705075040153}" srcOrd="2" destOrd="0" presId="urn:microsoft.com/office/officeart/2005/8/layout/gear1"/>
    <dgm:cxn modelId="{317C88E1-3EA0-4416-894E-7D7E8E7153BE}" srcId="{13BD0969-9E8F-4685-92CC-6715A426154B}" destId="{20FD1B48-8AD1-4236-8B3C-825AA7929AEB}" srcOrd="2" destOrd="0" parTransId="{EBF0BB0E-7580-4F83-BBE0-F361DEE1C273}" sibTransId="{1D6C0530-3A10-445B-8C6E-1C6DD6A4EEAD}"/>
    <dgm:cxn modelId="{3CCBFDE5-68B6-4974-9DE5-D1CD31B2CD0E}" type="presOf" srcId="{20FD1B48-8AD1-4236-8B3C-825AA7929AEB}" destId="{A3243EDE-9531-4B12-BC37-AB7DCF7DF6E8}" srcOrd="1" destOrd="0" presId="urn:microsoft.com/office/officeart/2005/8/layout/gear1"/>
    <dgm:cxn modelId="{C12578EF-F79C-4061-971C-8EB75469C429}" type="presOf" srcId="{3C9E2DDA-A2B2-48F1-916B-032DD5AF036B}" destId="{839F7412-1537-4C57-801D-601AD8D0809F}" srcOrd="0" destOrd="0" presId="urn:microsoft.com/office/officeart/2005/8/layout/gear1"/>
    <dgm:cxn modelId="{F9C34091-88C3-40EB-AAC4-E635B6B9EFCD}" type="presParOf" srcId="{502C8295-49C7-49C6-ACA2-617D9FCEC913}" destId="{ABB945CF-A845-49CF-8681-36CEC90773AC}" srcOrd="0" destOrd="0" presId="urn:microsoft.com/office/officeart/2005/8/layout/gear1"/>
    <dgm:cxn modelId="{6E022D27-F8A7-471E-A854-B22B3E5D9D5F}" type="presParOf" srcId="{502C8295-49C7-49C6-ACA2-617D9FCEC913}" destId="{91F11AB8-7EB5-4C10-BEC8-85558B94CB22}" srcOrd="1" destOrd="0" presId="urn:microsoft.com/office/officeart/2005/8/layout/gear1"/>
    <dgm:cxn modelId="{5E9756F8-12E8-48AE-AFEE-8F2E3ED850FF}" type="presParOf" srcId="{502C8295-49C7-49C6-ACA2-617D9FCEC913}" destId="{D1D7E9E7-68BA-4576-9919-705075040153}" srcOrd="2" destOrd="0" presId="urn:microsoft.com/office/officeart/2005/8/layout/gear1"/>
    <dgm:cxn modelId="{C8D76A45-38ED-448E-B349-2B4A7F02B60E}" type="presParOf" srcId="{502C8295-49C7-49C6-ACA2-617D9FCEC913}" destId="{AD7AAC11-5FED-461B-98CF-346AD8119D97}" srcOrd="3" destOrd="0" presId="urn:microsoft.com/office/officeart/2005/8/layout/gear1"/>
    <dgm:cxn modelId="{8FA60397-4C3F-4AB0-93AB-F8092A676188}" type="presParOf" srcId="{502C8295-49C7-49C6-ACA2-617D9FCEC913}" destId="{D5D0BD8F-7990-4B51-9DA5-7CC0980DBF27}" srcOrd="4" destOrd="0" presId="urn:microsoft.com/office/officeart/2005/8/layout/gear1"/>
    <dgm:cxn modelId="{7235FD1B-E1D5-4F68-9AA3-E6ED71EC41E1}" type="presParOf" srcId="{502C8295-49C7-49C6-ACA2-617D9FCEC913}" destId="{7D8AED0E-8C57-4DEC-818B-F7A72734900D}" srcOrd="5" destOrd="0" presId="urn:microsoft.com/office/officeart/2005/8/layout/gear1"/>
    <dgm:cxn modelId="{6CF13845-8A8A-4B69-9594-A2D6B369AE84}" type="presParOf" srcId="{502C8295-49C7-49C6-ACA2-617D9FCEC913}" destId="{195BC32A-258C-4B45-BC6D-06E56E686C08}" srcOrd="6" destOrd="0" presId="urn:microsoft.com/office/officeart/2005/8/layout/gear1"/>
    <dgm:cxn modelId="{B46203FD-1F4F-4249-80FA-DBB590AA9555}" type="presParOf" srcId="{502C8295-49C7-49C6-ACA2-617D9FCEC913}" destId="{A3243EDE-9531-4B12-BC37-AB7DCF7DF6E8}" srcOrd="7" destOrd="0" presId="urn:microsoft.com/office/officeart/2005/8/layout/gear1"/>
    <dgm:cxn modelId="{253B9262-87B0-490C-80EB-7AC38E1DDAA2}" type="presParOf" srcId="{502C8295-49C7-49C6-ACA2-617D9FCEC913}" destId="{B7D5FDA3-B7D3-4DD2-8602-F3011A681103}" srcOrd="8" destOrd="0" presId="urn:microsoft.com/office/officeart/2005/8/layout/gear1"/>
    <dgm:cxn modelId="{61DDA4E5-11B1-49D1-BB59-87FD6E6428A1}" type="presParOf" srcId="{502C8295-49C7-49C6-ACA2-617D9FCEC913}" destId="{2CA9423C-0515-48A2-8F38-803328B1F8E9}" srcOrd="9" destOrd="0" presId="urn:microsoft.com/office/officeart/2005/8/layout/gear1"/>
    <dgm:cxn modelId="{45D6930B-FB8E-4D54-9F81-A1AC630CE346}" type="presParOf" srcId="{502C8295-49C7-49C6-ACA2-617D9FCEC913}" destId="{839F7412-1537-4C57-801D-601AD8D0809F}" srcOrd="10" destOrd="0" presId="urn:microsoft.com/office/officeart/2005/8/layout/gear1"/>
    <dgm:cxn modelId="{9C2D8582-6BE6-4153-B856-44F7CE77A095}" type="presParOf" srcId="{502C8295-49C7-49C6-ACA2-617D9FCEC913}" destId="{2E73D4FA-B5AA-4077-BAAB-7DFBCF346837}" srcOrd="11" destOrd="0" presId="urn:microsoft.com/office/officeart/2005/8/layout/gear1"/>
    <dgm:cxn modelId="{8761975B-8900-4F40-B192-D79B356924D6}" type="presParOf" srcId="{502C8295-49C7-49C6-ACA2-617D9FCEC913}" destId="{900B8E21-42E8-4F1B-AAB8-B18EA6E16713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6F9A7D7-9AFE-4596-969D-FC636A11857F}" type="doc">
      <dgm:prSet loTypeId="urn:microsoft.com/office/officeart/2009/layout/CirclePictureHierarchy" loCatId="hierarchy" qsTypeId="urn:microsoft.com/office/officeart/2005/8/quickstyle/3d1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9C3FA62-9AB4-4981-84C2-106A046B3801}">
      <dgm:prSet phldrT="[Text]" custT="1"/>
      <dgm:spPr/>
      <dgm:t>
        <a:bodyPr/>
        <a:lstStyle/>
        <a:p>
          <a:pPr algn="ctr"/>
          <a:r>
            <a:rPr lang="mn-M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ТАНЫ ХҮСЧ БУЙ ТӨВ</a:t>
          </a:r>
          <a:endParaRPr lang="en-US" sz="2400" dirty="0"/>
        </a:p>
      </dgm:t>
    </dgm:pt>
    <dgm:pt modelId="{118763A8-745C-4E8F-833E-A6DF0B234A77}" type="parTrans" cxnId="{8ACA4CEE-B493-4EC5-951C-4A08E6F6CE02}">
      <dgm:prSet/>
      <dgm:spPr/>
      <dgm:t>
        <a:bodyPr/>
        <a:lstStyle/>
        <a:p>
          <a:endParaRPr lang="en-US" sz="2000"/>
        </a:p>
      </dgm:t>
    </dgm:pt>
    <dgm:pt modelId="{3C687DFF-5BFB-444C-8BDA-C46185C6497F}" type="sibTrans" cxnId="{8ACA4CEE-B493-4EC5-951C-4A08E6F6CE02}">
      <dgm:prSet/>
      <dgm:spPr/>
      <dgm:t>
        <a:bodyPr/>
        <a:lstStyle/>
        <a:p>
          <a:endParaRPr lang="en-US" sz="2000"/>
        </a:p>
      </dgm:t>
    </dgm:pt>
    <dgm:pt modelId="{2CE82EC0-ECA6-44E1-9F21-69B6E84B506D}">
      <dgm:prSet phldrT="[Text]" custT="1"/>
      <dgm:spPr/>
      <dgm:t>
        <a:bodyPr/>
        <a:lstStyle/>
        <a:p>
          <a:pPr algn="ctr"/>
          <a:r>
            <a:rPr lang="mn-M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Хувь хүн </a:t>
          </a:r>
          <a:endParaRPr lang="en-US" sz="2000" dirty="0"/>
        </a:p>
      </dgm:t>
    </dgm:pt>
    <dgm:pt modelId="{615062F5-E332-403E-9FB8-AFCFD7E53C90}" type="parTrans" cxnId="{25F71EFF-7D1C-41C3-8B67-0FB6477B9177}">
      <dgm:prSet/>
      <dgm:spPr/>
      <dgm:t>
        <a:bodyPr/>
        <a:lstStyle/>
        <a:p>
          <a:endParaRPr lang="en-US" sz="2000"/>
        </a:p>
      </dgm:t>
    </dgm:pt>
    <dgm:pt modelId="{6E060227-C7B2-4FD0-8C3F-957E4E436AEC}" type="sibTrans" cxnId="{25F71EFF-7D1C-41C3-8B67-0FB6477B9177}">
      <dgm:prSet/>
      <dgm:spPr/>
      <dgm:t>
        <a:bodyPr/>
        <a:lstStyle/>
        <a:p>
          <a:endParaRPr lang="en-US" sz="2000"/>
        </a:p>
      </dgm:t>
    </dgm:pt>
    <dgm:pt modelId="{AD41BEBA-5E54-47F1-9BC7-7BE77266A990}">
      <dgm:prSet phldrT="[Text]" custT="1"/>
      <dgm:spPr/>
      <dgm:t>
        <a:bodyPr/>
        <a:lstStyle/>
        <a:p>
          <a:pPr algn="ctr"/>
          <a:r>
            <a:rPr lang="mn-M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Чөлөөт цаг </a:t>
          </a:r>
          <a:endParaRPr lang="en-US" sz="2000" dirty="0"/>
        </a:p>
      </dgm:t>
    </dgm:pt>
    <dgm:pt modelId="{382C0796-5FE7-41EE-80FF-721A24FC4FC3}" type="parTrans" cxnId="{24E359B1-6246-42C8-B1F9-C62A2D9FEB28}">
      <dgm:prSet/>
      <dgm:spPr/>
      <dgm:t>
        <a:bodyPr/>
        <a:lstStyle/>
        <a:p>
          <a:endParaRPr lang="en-US" sz="2000"/>
        </a:p>
      </dgm:t>
    </dgm:pt>
    <dgm:pt modelId="{C64905C6-F77B-43F3-9B4B-52F1825C9AAB}" type="sibTrans" cxnId="{24E359B1-6246-42C8-B1F9-C62A2D9FEB28}">
      <dgm:prSet/>
      <dgm:spPr/>
      <dgm:t>
        <a:bodyPr/>
        <a:lstStyle/>
        <a:p>
          <a:endParaRPr lang="en-US" sz="2000"/>
        </a:p>
      </dgm:t>
    </dgm:pt>
    <dgm:pt modelId="{C434E40E-6390-46BA-AFFA-10C65063B256}">
      <dgm:prSet phldrT="[Text]" custT="1"/>
      <dgm:spPr/>
      <dgm:t>
        <a:bodyPr/>
        <a:lstStyle/>
        <a:p>
          <a:pPr algn="ctr"/>
          <a:r>
            <a:rPr lang="mn-M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Найз нөхөд </a:t>
          </a:r>
          <a:endParaRPr lang="en-US" sz="2000" dirty="0"/>
        </a:p>
      </dgm:t>
    </dgm:pt>
    <dgm:pt modelId="{877F9F8C-E12D-48D8-A4C6-1EEBF62136D7}" type="parTrans" cxnId="{C57C72B6-39B9-4923-BE8A-AA90034D5FED}">
      <dgm:prSet/>
      <dgm:spPr/>
      <dgm:t>
        <a:bodyPr/>
        <a:lstStyle/>
        <a:p>
          <a:endParaRPr lang="en-US" sz="2000"/>
        </a:p>
      </dgm:t>
    </dgm:pt>
    <dgm:pt modelId="{11F8820F-B98B-4A55-B9FB-17642334E2BF}" type="sibTrans" cxnId="{C57C72B6-39B9-4923-BE8A-AA90034D5FED}">
      <dgm:prSet/>
      <dgm:spPr/>
      <dgm:t>
        <a:bodyPr/>
        <a:lstStyle/>
        <a:p>
          <a:endParaRPr lang="en-US" sz="2000"/>
        </a:p>
      </dgm:t>
    </dgm:pt>
    <dgm:pt modelId="{4D4877B7-F9F5-4078-B47D-B09C103AD304}">
      <dgm:prSet phldrT="[Text]" custT="1"/>
      <dgm:spPr/>
      <dgm:t>
        <a:bodyPr/>
        <a:lstStyle/>
        <a:p>
          <a:pPr algn="ctr"/>
          <a:r>
            <a:rPr lang="mn-M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Гэр бүл </a:t>
          </a:r>
          <a:endParaRPr lang="en-US" sz="2000" dirty="0"/>
        </a:p>
      </dgm:t>
    </dgm:pt>
    <dgm:pt modelId="{997ECDB5-72DB-4AFD-93D1-94CC28631A16}" type="parTrans" cxnId="{899A404C-C938-4FC8-ADB2-4828714E424A}">
      <dgm:prSet/>
      <dgm:spPr/>
      <dgm:t>
        <a:bodyPr/>
        <a:lstStyle/>
        <a:p>
          <a:endParaRPr lang="en-US" sz="2000"/>
        </a:p>
      </dgm:t>
    </dgm:pt>
    <dgm:pt modelId="{FE1D34FB-9446-4EBA-B4C7-88011E6E361A}" type="sibTrans" cxnId="{899A404C-C938-4FC8-ADB2-4828714E424A}">
      <dgm:prSet/>
      <dgm:spPr/>
      <dgm:t>
        <a:bodyPr/>
        <a:lstStyle/>
        <a:p>
          <a:endParaRPr lang="en-US" sz="2000"/>
        </a:p>
      </dgm:t>
    </dgm:pt>
    <dgm:pt modelId="{D359D61D-D2FE-44A9-B195-566456C134E8}">
      <dgm:prSet phldrT="[Text]" custT="1"/>
      <dgm:spPr/>
      <dgm:t>
        <a:bodyPr/>
        <a:lstStyle/>
        <a:p>
          <a:r>
            <a:rPr lang="mn-M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Боловсрол</a:t>
          </a:r>
          <a:endParaRPr lang="en-US" sz="2000" dirty="0"/>
        </a:p>
      </dgm:t>
    </dgm:pt>
    <dgm:pt modelId="{25FEE12D-51E6-473F-BBE1-E4584E126547}" type="parTrans" cxnId="{30EEBF33-732D-47FA-BFE3-0F090AE06A5D}">
      <dgm:prSet/>
      <dgm:spPr/>
      <dgm:t>
        <a:bodyPr/>
        <a:lstStyle/>
        <a:p>
          <a:endParaRPr lang="en-US" sz="2000"/>
        </a:p>
      </dgm:t>
    </dgm:pt>
    <dgm:pt modelId="{01BE98F1-36F7-45A1-B4AE-69D8AB89339A}" type="sibTrans" cxnId="{30EEBF33-732D-47FA-BFE3-0F090AE06A5D}">
      <dgm:prSet/>
      <dgm:spPr/>
      <dgm:t>
        <a:bodyPr/>
        <a:lstStyle/>
        <a:p>
          <a:endParaRPr lang="en-US" sz="2000"/>
        </a:p>
      </dgm:t>
    </dgm:pt>
    <dgm:pt modelId="{8C8379C6-52FF-41F5-A73C-81B97CB38BFD}">
      <dgm:prSet phldrT="[Text]" custT="1"/>
      <dgm:spPr/>
      <dgm:t>
        <a:bodyPr/>
        <a:lstStyle/>
        <a:p>
          <a:pPr algn="ctr"/>
          <a:r>
            <a:rPr lang="mn-M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Мөнгө, санхүү </a:t>
          </a:r>
          <a:endParaRPr lang="en-US" sz="2000" dirty="0"/>
        </a:p>
      </dgm:t>
    </dgm:pt>
    <dgm:pt modelId="{4A9308D0-AB5B-4452-9B15-D77C531D982F}" type="parTrans" cxnId="{5C3E4086-2EE1-403B-ABCF-B9D6E68BFC95}">
      <dgm:prSet/>
      <dgm:spPr/>
      <dgm:t>
        <a:bodyPr/>
        <a:lstStyle/>
        <a:p>
          <a:endParaRPr lang="en-US" sz="2000"/>
        </a:p>
      </dgm:t>
    </dgm:pt>
    <dgm:pt modelId="{C518AC03-CF77-4B6B-B3A9-327E15A1C8EC}" type="sibTrans" cxnId="{5C3E4086-2EE1-403B-ABCF-B9D6E68BFC95}">
      <dgm:prSet/>
      <dgm:spPr/>
      <dgm:t>
        <a:bodyPr/>
        <a:lstStyle/>
        <a:p>
          <a:endParaRPr lang="en-US" sz="2000"/>
        </a:p>
      </dgm:t>
    </dgm:pt>
    <dgm:pt modelId="{82A6181D-60C6-42A9-A070-3664ED9331BA}">
      <dgm:prSet phldrT="[Text]" custT="1"/>
      <dgm:spPr/>
      <dgm:t>
        <a:bodyPr/>
        <a:lstStyle/>
        <a:p>
          <a:r>
            <a:rPr lang="mn-M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Ажил, хөдөлмөр </a:t>
          </a:r>
          <a:endParaRPr lang="en-US" sz="2000" dirty="0"/>
        </a:p>
      </dgm:t>
    </dgm:pt>
    <dgm:pt modelId="{3C837A1D-A608-4B58-82F2-21A4F0D29787}" type="parTrans" cxnId="{8620DAEC-F256-425D-AE27-DEBD927EBB32}">
      <dgm:prSet/>
      <dgm:spPr/>
      <dgm:t>
        <a:bodyPr/>
        <a:lstStyle/>
        <a:p>
          <a:endParaRPr lang="en-US" sz="2000"/>
        </a:p>
      </dgm:t>
    </dgm:pt>
    <dgm:pt modelId="{FED338D6-7BB4-4F37-AD38-A6293463A007}" type="sibTrans" cxnId="{8620DAEC-F256-425D-AE27-DEBD927EBB32}">
      <dgm:prSet/>
      <dgm:spPr/>
      <dgm:t>
        <a:bodyPr/>
        <a:lstStyle/>
        <a:p>
          <a:endParaRPr lang="en-US" sz="2000"/>
        </a:p>
      </dgm:t>
    </dgm:pt>
    <dgm:pt modelId="{6B56989C-9305-43CD-8BB3-6EF8F3C788E1}">
      <dgm:prSet phldrT="[Text]" custT="1"/>
      <dgm:spPr/>
      <dgm:t>
        <a:bodyPr/>
        <a:lstStyle/>
        <a:p>
          <a:pPr algn="ctr"/>
          <a:r>
            <a:rPr lang="mn-M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Дайсан, өрсөлдөгч </a:t>
          </a:r>
          <a:endParaRPr lang="en-US" sz="2000" dirty="0"/>
        </a:p>
      </dgm:t>
    </dgm:pt>
    <dgm:pt modelId="{569C927D-93BC-49D3-900B-115FD289BDC7}" type="parTrans" cxnId="{C507B480-D3B9-4202-BD70-77364ED1C606}">
      <dgm:prSet/>
      <dgm:spPr/>
      <dgm:t>
        <a:bodyPr/>
        <a:lstStyle/>
        <a:p>
          <a:endParaRPr lang="en-US" sz="2000"/>
        </a:p>
      </dgm:t>
    </dgm:pt>
    <dgm:pt modelId="{0B6B8E7C-892D-4D9C-A0E0-B6709BB66B98}" type="sibTrans" cxnId="{C507B480-D3B9-4202-BD70-77364ED1C606}">
      <dgm:prSet/>
      <dgm:spPr/>
      <dgm:t>
        <a:bodyPr/>
        <a:lstStyle/>
        <a:p>
          <a:endParaRPr lang="en-US" sz="2000"/>
        </a:p>
      </dgm:t>
    </dgm:pt>
    <dgm:pt modelId="{E23C9F4D-424C-47BC-A830-37844BDEFC76}">
      <dgm:prSet phldrT="[Text]" custT="1"/>
      <dgm:spPr/>
      <dgm:t>
        <a:bodyPr/>
        <a:lstStyle/>
        <a:p>
          <a:pPr algn="ctr"/>
          <a:r>
            <a:rPr lang="mn-M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Сүсэг бишрэл</a:t>
          </a:r>
          <a:endParaRPr lang="en-US" sz="2000" dirty="0"/>
        </a:p>
      </dgm:t>
    </dgm:pt>
    <dgm:pt modelId="{29447B65-42FA-4C88-933D-259BD7143E3E}" type="parTrans" cxnId="{022B169A-CAC2-4929-9173-8F92BCC6A31B}">
      <dgm:prSet/>
      <dgm:spPr/>
      <dgm:t>
        <a:bodyPr/>
        <a:lstStyle/>
        <a:p>
          <a:endParaRPr lang="en-US" sz="2000"/>
        </a:p>
      </dgm:t>
    </dgm:pt>
    <dgm:pt modelId="{2DC5A0D0-D7C6-465D-B7DB-87ECB10398B7}" type="sibTrans" cxnId="{022B169A-CAC2-4929-9173-8F92BCC6A31B}">
      <dgm:prSet/>
      <dgm:spPr/>
      <dgm:t>
        <a:bodyPr/>
        <a:lstStyle/>
        <a:p>
          <a:endParaRPr lang="en-US" sz="2000"/>
        </a:p>
      </dgm:t>
    </dgm:pt>
    <dgm:pt modelId="{4A9D9134-35B0-4F33-8F36-FAEF35C50BFD}" type="pres">
      <dgm:prSet presAssocID="{A6F9A7D7-9AFE-4596-969D-FC636A11857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7F019E2-39EA-4CBB-9C90-E5F37362E875}" type="pres">
      <dgm:prSet presAssocID="{99C3FA62-9AB4-4981-84C2-106A046B3801}" presName="hierRoot1" presStyleCnt="0"/>
      <dgm:spPr/>
    </dgm:pt>
    <dgm:pt modelId="{31D2854A-0AC0-4C57-AE5F-A2FC06DB6F7C}" type="pres">
      <dgm:prSet presAssocID="{99C3FA62-9AB4-4981-84C2-106A046B3801}" presName="composite" presStyleCnt="0"/>
      <dgm:spPr/>
    </dgm:pt>
    <dgm:pt modelId="{8B527E8D-F86B-4F29-9D34-BE26DCC7F455}" type="pres">
      <dgm:prSet presAssocID="{99C3FA62-9AB4-4981-84C2-106A046B3801}" presName="image" presStyleLbl="node0" presStyleIdx="0" presStyleCnt="1" custLinFactY="-71889" custLinFactNeighborX="16216" custLinFactNeighborY="-100000"/>
      <dgm:spPr/>
    </dgm:pt>
    <dgm:pt modelId="{BC84E576-B75E-4AE9-BF5E-060B8D5B81E5}" type="pres">
      <dgm:prSet presAssocID="{99C3FA62-9AB4-4981-84C2-106A046B3801}" presName="text" presStyleLbl="revTx" presStyleIdx="0" presStyleCnt="10" custAng="20514677" custScaleX="2000000" custScaleY="959114" custLinFactX="818525" custLinFactY="-993573" custLinFactNeighborX="900000" custLinFactNeighborY="-1000000">
        <dgm:presLayoutVars>
          <dgm:chPref val="3"/>
        </dgm:presLayoutVars>
      </dgm:prSet>
      <dgm:spPr/>
    </dgm:pt>
    <dgm:pt modelId="{00CBA48F-F730-4124-9968-E867CE54CBD8}" type="pres">
      <dgm:prSet presAssocID="{99C3FA62-9AB4-4981-84C2-106A046B3801}" presName="hierChild2" presStyleCnt="0"/>
      <dgm:spPr/>
    </dgm:pt>
    <dgm:pt modelId="{5CE332C8-69E3-4F74-AE21-2069AE6C43DD}" type="pres">
      <dgm:prSet presAssocID="{615062F5-E332-403E-9FB8-AFCFD7E53C90}" presName="Name10" presStyleLbl="parChTrans1D2" presStyleIdx="0" presStyleCnt="9"/>
      <dgm:spPr/>
    </dgm:pt>
    <dgm:pt modelId="{61745DC4-F4B2-40D1-BA07-E06AC0DCE327}" type="pres">
      <dgm:prSet presAssocID="{2CE82EC0-ECA6-44E1-9F21-69B6E84B506D}" presName="hierRoot2" presStyleCnt="0"/>
      <dgm:spPr/>
    </dgm:pt>
    <dgm:pt modelId="{D21FCBE8-E2E5-40E4-BE65-5EB4438C8435}" type="pres">
      <dgm:prSet presAssocID="{2CE82EC0-ECA6-44E1-9F21-69B6E84B506D}" presName="composite2" presStyleCnt="0"/>
      <dgm:spPr/>
    </dgm:pt>
    <dgm:pt modelId="{3F85A696-EAF6-424D-A7D5-6D02AE3BC199}" type="pres">
      <dgm:prSet presAssocID="{2CE82EC0-ECA6-44E1-9F21-69B6E84B506D}" presName="image2" presStyleLbl="node2" presStyleIdx="0" presStyleCnt="9" custScaleX="2000000" custScaleY="1749077" custLinFactX="267346" custLinFactY="223610" custLinFactNeighborX="300000" custLinFactNeighborY="300000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</dgm:pt>
    <dgm:pt modelId="{CC432BC3-D6BF-4244-A828-D4CED6429055}" type="pres">
      <dgm:prSet presAssocID="{2CE82EC0-ECA6-44E1-9F21-69B6E84B506D}" presName="text2" presStyleLbl="revTx" presStyleIdx="1" presStyleCnt="10" custScaleX="1045113" custScaleY="836958" custLinFactX="100000" custLinFactY="900000" custLinFactNeighborX="198146" custLinFactNeighborY="931988">
        <dgm:presLayoutVars>
          <dgm:chPref val="3"/>
        </dgm:presLayoutVars>
      </dgm:prSet>
      <dgm:spPr/>
    </dgm:pt>
    <dgm:pt modelId="{9F94CF3A-64BB-4105-B522-795842DB99D2}" type="pres">
      <dgm:prSet presAssocID="{2CE82EC0-ECA6-44E1-9F21-69B6E84B506D}" presName="hierChild3" presStyleCnt="0"/>
      <dgm:spPr/>
    </dgm:pt>
    <dgm:pt modelId="{9D54371B-27CF-469F-9F6E-F01E16E708EA}" type="pres">
      <dgm:prSet presAssocID="{997ECDB5-72DB-4AFD-93D1-94CC28631A16}" presName="Name10" presStyleLbl="parChTrans1D2" presStyleIdx="1" presStyleCnt="9"/>
      <dgm:spPr/>
    </dgm:pt>
    <dgm:pt modelId="{BD1F7C23-6B99-4144-B6FC-E65F845A89F6}" type="pres">
      <dgm:prSet presAssocID="{4D4877B7-F9F5-4078-B47D-B09C103AD304}" presName="hierRoot2" presStyleCnt="0"/>
      <dgm:spPr/>
    </dgm:pt>
    <dgm:pt modelId="{F2858514-3352-4AA1-A670-BD07CE75A838}" type="pres">
      <dgm:prSet presAssocID="{4D4877B7-F9F5-4078-B47D-B09C103AD304}" presName="composite2" presStyleCnt="0"/>
      <dgm:spPr/>
    </dgm:pt>
    <dgm:pt modelId="{A8111B7C-DCA6-48CC-B536-D811684D9656}" type="pres">
      <dgm:prSet presAssocID="{4D4877B7-F9F5-4078-B47D-B09C103AD304}" presName="image2" presStyleLbl="node2" presStyleIdx="1" presStyleCnt="9" custScaleX="1734933" custScaleY="1265379" custLinFactX="-300000" custLinFactY="-1400000" custLinFactNeighborX="-380229" custLinFactNeighborY="-1405622"/>
      <dgm:spPr>
        <a:blipFill rotWithShape="1">
          <a:blip xmlns:r="http://schemas.openxmlformats.org/officeDocument/2006/relationships" r:embed="rId2"/>
          <a:stretch>
            <a:fillRect/>
          </a:stretch>
        </a:blipFill>
      </dgm:spPr>
    </dgm:pt>
    <dgm:pt modelId="{8AB317B6-6D8C-4FE6-8211-B8E8CBB91816}" type="pres">
      <dgm:prSet presAssocID="{4D4877B7-F9F5-4078-B47D-B09C103AD304}" presName="text2" presStyleLbl="revTx" presStyleIdx="2" presStyleCnt="10" custScaleX="989342" custScaleY="562325" custLinFactX="-259492" custLinFactY="-900000" custLinFactNeighborX="-300000" custLinFactNeighborY="-960641">
        <dgm:presLayoutVars>
          <dgm:chPref val="3"/>
        </dgm:presLayoutVars>
      </dgm:prSet>
      <dgm:spPr/>
    </dgm:pt>
    <dgm:pt modelId="{A1375F09-4FC0-4E31-9980-FFE7C462BB9A}" type="pres">
      <dgm:prSet presAssocID="{4D4877B7-F9F5-4078-B47D-B09C103AD304}" presName="hierChild3" presStyleCnt="0"/>
      <dgm:spPr/>
    </dgm:pt>
    <dgm:pt modelId="{B59D7A44-669D-42C4-B2DA-463A26434824}" type="pres">
      <dgm:prSet presAssocID="{25FEE12D-51E6-473F-BBE1-E4584E126547}" presName="Name10" presStyleLbl="parChTrans1D2" presStyleIdx="2" presStyleCnt="9"/>
      <dgm:spPr/>
    </dgm:pt>
    <dgm:pt modelId="{3714989F-0B79-47D5-9367-2DBE8EE38D45}" type="pres">
      <dgm:prSet presAssocID="{D359D61D-D2FE-44A9-B195-566456C134E8}" presName="hierRoot2" presStyleCnt="0"/>
      <dgm:spPr/>
    </dgm:pt>
    <dgm:pt modelId="{84DBEE3B-7BD1-49DA-92D1-30CBEB3AC119}" type="pres">
      <dgm:prSet presAssocID="{D359D61D-D2FE-44A9-B195-566456C134E8}" presName="composite2" presStyleCnt="0"/>
      <dgm:spPr/>
    </dgm:pt>
    <dgm:pt modelId="{145AD3B6-A211-48AD-A651-2F149E9BC9C5}" type="pres">
      <dgm:prSet presAssocID="{D359D61D-D2FE-44A9-B195-566456C134E8}" presName="image2" presStyleLbl="node2" presStyleIdx="2" presStyleCnt="9" custScaleX="1546950" custScaleY="1368047" custLinFactX="-200000" custLinFactY="-448439" custLinFactNeighborX="-247927" custLinFactNeighborY="-500000"/>
      <dgm:spPr>
        <a:blipFill rotWithShape="1">
          <a:blip xmlns:r="http://schemas.openxmlformats.org/officeDocument/2006/relationships" r:embed="rId3"/>
          <a:stretch>
            <a:fillRect/>
          </a:stretch>
        </a:blipFill>
      </dgm:spPr>
    </dgm:pt>
    <dgm:pt modelId="{3A7C6F73-7510-43E1-97DA-D4F7897D2195}" type="pres">
      <dgm:prSet presAssocID="{D359D61D-D2FE-44A9-B195-566456C134E8}" presName="text2" presStyleLbl="revTx" presStyleIdx="3" presStyleCnt="10" custScaleX="1329760" custScaleY="595012" custLinFactX="355849" custLinFactY="-341473" custLinFactNeighborX="400000" custLinFactNeighborY="-400000">
        <dgm:presLayoutVars>
          <dgm:chPref val="3"/>
        </dgm:presLayoutVars>
      </dgm:prSet>
      <dgm:spPr/>
    </dgm:pt>
    <dgm:pt modelId="{5DC3C71D-C740-4833-831E-D976969A83F9}" type="pres">
      <dgm:prSet presAssocID="{D359D61D-D2FE-44A9-B195-566456C134E8}" presName="hierChild3" presStyleCnt="0"/>
      <dgm:spPr/>
    </dgm:pt>
    <dgm:pt modelId="{EA426F06-DFCC-4B81-8FE5-DC3BE8189B30}" type="pres">
      <dgm:prSet presAssocID="{4A9308D0-AB5B-4452-9B15-D77C531D982F}" presName="Name10" presStyleLbl="parChTrans1D2" presStyleIdx="3" presStyleCnt="9"/>
      <dgm:spPr/>
    </dgm:pt>
    <dgm:pt modelId="{B033B96E-5440-4DFE-9B75-2FBF2B11E265}" type="pres">
      <dgm:prSet presAssocID="{8C8379C6-52FF-41F5-A73C-81B97CB38BFD}" presName="hierRoot2" presStyleCnt="0"/>
      <dgm:spPr/>
    </dgm:pt>
    <dgm:pt modelId="{6A06EBD1-E763-4442-AACC-C8FEF51E112A}" type="pres">
      <dgm:prSet presAssocID="{8C8379C6-52FF-41F5-A73C-81B97CB38BFD}" presName="composite2" presStyleCnt="0"/>
      <dgm:spPr/>
    </dgm:pt>
    <dgm:pt modelId="{84B83CDA-63F7-476F-B3D3-5E7758CD52C1}" type="pres">
      <dgm:prSet presAssocID="{8C8379C6-52FF-41F5-A73C-81B97CB38BFD}" presName="image2" presStyleLbl="node2" presStyleIdx="3" presStyleCnt="9" custScaleX="2000000" custScaleY="1849289" custLinFactX="-1100000" custLinFactY="800000" custLinFactNeighborX="-1116139" custLinFactNeighborY="840104"/>
      <dgm:spPr>
        <a:blipFill rotWithShape="1">
          <a:blip xmlns:r="http://schemas.openxmlformats.org/officeDocument/2006/relationships" r:embed="rId4"/>
          <a:stretch>
            <a:fillRect/>
          </a:stretch>
        </a:blipFill>
      </dgm:spPr>
    </dgm:pt>
    <dgm:pt modelId="{4D0F76BC-0142-4E5A-A28D-476CA06CE1E8}" type="pres">
      <dgm:prSet presAssocID="{8C8379C6-52FF-41F5-A73C-81B97CB38BFD}" presName="text2" presStyleLbl="revTx" presStyleIdx="4" presStyleCnt="10" custScaleX="1318208" custScaleY="807038" custLinFactX="-200000" custLinFactY="700000" custLinFactNeighborX="-246105" custLinFactNeighborY="775783">
        <dgm:presLayoutVars>
          <dgm:chPref val="3"/>
        </dgm:presLayoutVars>
      </dgm:prSet>
      <dgm:spPr/>
    </dgm:pt>
    <dgm:pt modelId="{32C7AF81-48F0-43C0-8593-C2D05545FA78}" type="pres">
      <dgm:prSet presAssocID="{8C8379C6-52FF-41F5-A73C-81B97CB38BFD}" presName="hierChild3" presStyleCnt="0"/>
      <dgm:spPr/>
    </dgm:pt>
    <dgm:pt modelId="{487C3C1A-9879-41EE-B4BE-9A1C5FE8F2CF}" type="pres">
      <dgm:prSet presAssocID="{3C837A1D-A608-4B58-82F2-21A4F0D29787}" presName="Name10" presStyleLbl="parChTrans1D2" presStyleIdx="4" presStyleCnt="9"/>
      <dgm:spPr/>
    </dgm:pt>
    <dgm:pt modelId="{C7F6BDD3-C86F-477F-8D81-321015CAA70A}" type="pres">
      <dgm:prSet presAssocID="{82A6181D-60C6-42A9-A070-3664ED9331BA}" presName="hierRoot2" presStyleCnt="0"/>
      <dgm:spPr/>
    </dgm:pt>
    <dgm:pt modelId="{42C9603F-7EA9-4D38-AFED-A1BFE90EB366}" type="pres">
      <dgm:prSet presAssocID="{82A6181D-60C6-42A9-A070-3664ED9331BA}" presName="composite2" presStyleCnt="0"/>
      <dgm:spPr/>
    </dgm:pt>
    <dgm:pt modelId="{B2A34CD3-653B-4D97-8ED0-A54097F14FD0}" type="pres">
      <dgm:prSet presAssocID="{82A6181D-60C6-42A9-A070-3664ED9331BA}" presName="image2" presStyleLbl="node2" presStyleIdx="4" presStyleCnt="9" custScaleX="2000000" custScaleY="1563981" custLinFactY="1255821" custLinFactNeighborX="5297" custLinFactNeighborY="1300000"/>
      <dgm:spPr>
        <a:blipFill rotWithShape="1">
          <a:blip xmlns:r="http://schemas.openxmlformats.org/officeDocument/2006/relationships" r:embed="rId5"/>
          <a:stretch>
            <a:fillRect/>
          </a:stretch>
        </a:blipFill>
      </dgm:spPr>
    </dgm:pt>
    <dgm:pt modelId="{713B420F-64BB-4DDE-8654-8243621B303B}" type="pres">
      <dgm:prSet presAssocID="{82A6181D-60C6-42A9-A070-3664ED9331BA}" presName="text2" presStyleLbl="revTx" presStyleIdx="5" presStyleCnt="10" custScaleX="1629895" custScaleY="1033289" custLinFactX="700000" custLinFactY="1181143" custLinFactNeighborX="728226" custLinFactNeighborY="1200000">
        <dgm:presLayoutVars>
          <dgm:chPref val="3"/>
        </dgm:presLayoutVars>
      </dgm:prSet>
      <dgm:spPr/>
    </dgm:pt>
    <dgm:pt modelId="{DBA7B187-4BC6-4415-BD32-A310F7861CE6}" type="pres">
      <dgm:prSet presAssocID="{82A6181D-60C6-42A9-A070-3664ED9331BA}" presName="hierChild3" presStyleCnt="0"/>
      <dgm:spPr/>
    </dgm:pt>
    <dgm:pt modelId="{63824C8B-C6B2-456B-A3B7-573EE81DE239}" type="pres">
      <dgm:prSet presAssocID="{382C0796-5FE7-41EE-80FF-721A24FC4FC3}" presName="Name10" presStyleLbl="parChTrans1D2" presStyleIdx="5" presStyleCnt="9"/>
      <dgm:spPr/>
    </dgm:pt>
    <dgm:pt modelId="{06EB4307-AC1C-4798-8B41-00EA472C1C83}" type="pres">
      <dgm:prSet presAssocID="{AD41BEBA-5E54-47F1-9BC7-7BE77266A990}" presName="hierRoot2" presStyleCnt="0"/>
      <dgm:spPr/>
    </dgm:pt>
    <dgm:pt modelId="{453EA9DE-9F7F-4151-BF2A-BF7FC513B8CB}" type="pres">
      <dgm:prSet presAssocID="{AD41BEBA-5E54-47F1-9BC7-7BE77266A990}" presName="composite2" presStyleCnt="0"/>
      <dgm:spPr/>
    </dgm:pt>
    <dgm:pt modelId="{6533AD98-63A6-4293-98BB-99319C444806}" type="pres">
      <dgm:prSet presAssocID="{AD41BEBA-5E54-47F1-9BC7-7BE77266A990}" presName="image2" presStyleLbl="node2" presStyleIdx="5" presStyleCnt="9" custScaleX="1697095" custScaleY="1628744" custLinFactX="100000" custLinFactY="100000" custLinFactNeighborX="135996" custLinFactNeighborY="177909"/>
      <dgm:spPr>
        <a:blipFill rotWithShape="1">
          <a:blip xmlns:r="http://schemas.openxmlformats.org/officeDocument/2006/relationships" r:embed="rId6"/>
          <a:stretch>
            <a:fillRect/>
          </a:stretch>
        </a:blipFill>
      </dgm:spPr>
    </dgm:pt>
    <dgm:pt modelId="{C7AF2D8E-C3C8-443C-AD50-2B2CBF14B133}" type="pres">
      <dgm:prSet presAssocID="{AD41BEBA-5E54-47F1-9BC7-7BE77266A990}" presName="text2" presStyleLbl="revTx" presStyleIdx="6" presStyleCnt="10" custScaleX="992519" custScaleY="783681" custLinFactX="-464859" custLinFactNeighborX="-500000" custLinFactNeighborY="-41880">
        <dgm:presLayoutVars>
          <dgm:chPref val="3"/>
        </dgm:presLayoutVars>
      </dgm:prSet>
      <dgm:spPr/>
    </dgm:pt>
    <dgm:pt modelId="{C243000F-759F-4E18-9DB2-A5AF4117131E}" type="pres">
      <dgm:prSet presAssocID="{AD41BEBA-5E54-47F1-9BC7-7BE77266A990}" presName="hierChild3" presStyleCnt="0"/>
      <dgm:spPr/>
    </dgm:pt>
    <dgm:pt modelId="{808F31B3-2241-49D0-AA23-257BC03088CA}" type="pres">
      <dgm:prSet presAssocID="{877F9F8C-E12D-48D8-A4C6-1EEBF62136D7}" presName="Name10" presStyleLbl="parChTrans1D2" presStyleIdx="6" presStyleCnt="9"/>
      <dgm:spPr/>
    </dgm:pt>
    <dgm:pt modelId="{562C4B74-4F6E-41DA-9233-7ACB773C7FF0}" type="pres">
      <dgm:prSet presAssocID="{C434E40E-6390-46BA-AFFA-10C65063B256}" presName="hierRoot2" presStyleCnt="0"/>
      <dgm:spPr/>
    </dgm:pt>
    <dgm:pt modelId="{8233089D-1229-49BA-8FB1-F09BE0C8430C}" type="pres">
      <dgm:prSet presAssocID="{C434E40E-6390-46BA-AFFA-10C65063B256}" presName="composite2" presStyleCnt="0"/>
      <dgm:spPr/>
    </dgm:pt>
    <dgm:pt modelId="{22AB9A74-321A-4853-8698-F604BD283A9B}" type="pres">
      <dgm:prSet presAssocID="{C434E40E-6390-46BA-AFFA-10C65063B256}" presName="image2" presStyleLbl="node2" presStyleIdx="6" presStyleCnt="9" custScaleX="1572994" custScaleY="1533702" custLinFactX="226064" custLinFactY="-600000" custLinFactNeighborX="300000" custLinFactNeighborY="-684546"/>
      <dgm:spPr>
        <a:blipFill rotWithShape="1">
          <a:blip xmlns:r="http://schemas.openxmlformats.org/officeDocument/2006/relationships" r:embed="rId7"/>
          <a:stretch>
            <a:fillRect/>
          </a:stretch>
        </a:blipFill>
      </dgm:spPr>
    </dgm:pt>
    <dgm:pt modelId="{FC0AD011-066A-48F6-B9DE-0AAC9BB535A5}" type="pres">
      <dgm:prSet presAssocID="{C434E40E-6390-46BA-AFFA-10C65063B256}" presName="text2" presStyleLbl="revTx" presStyleIdx="7" presStyleCnt="10" custScaleX="933147" custScaleY="775045" custLinFactX="100000" custLinFactY="-14103" custLinFactNeighborX="177354" custLinFactNeighborY="-100000">
        <dgm:presLayoutVars>
          <dgm:chPref val="3"/>
        </dgm:presLayoutVars>
      </dgm:prSet>
      <dgm:spPr/>
    </dgm:pt>
    <dgm:pt modelId="{44561DA4-3089-44DB-98F6-2B39A978B7B8}" type="pres">
      <dgm:prSet presAssocID="{C434E40E-6390-46BA-AFFA-10C65063B256}" presName="hierChild3" presStyleCnt="0"/>
      <dgm:spPr/>
    </dgm:pt>
    <dgm:pt modelId="{2D66D3ED-5364-4BA2-B984-8506A23670C5}" type="pres">
      <dgm:prSet presAssocID="{569C927D-93BC-49D3-900B-115FD289BDC7}" presName="Name10" presStyleLbl="parChTrans1D2" presStyleIdx="7" presStyleCnt="9"/>
      <dgm:spPr/>
    </dgm:pt>
    <dgm:pt modelId="{DBE9E18A-DDC4-41C0-A670-7451139819CF}" type="pres">
      <dgm:prSet presAssocID="{6B56989C-9305-43CD-8BB3-6EF8F3C788E1}" presName="hierRoot2" presStyleCnt="0"/>
      <dgm:spPr/>
    </dgm:pt>
    <dgm:pt modelId="{CA9E4806-2B1D-4560-8123-32E3861E91E3}" type="pres">
      <dgm:prSet presAssocID="{6B56989C-9305-43CD-8BB3-6EF8F3C788E1}" presName="composite2" presStyleCnt="0"/>
      <dgm:spPr/>
    </dgm:pt>
    <dgm:pt modelId="{D7D49BB2-DB3F-4E40-83FC-285848B89E19}" type="pres">
      <dgm:prSet presAssocID="{6B56989C-9305-43CD-8BB3-6EF8F3C788E1}" presName="image2" presStyleLbl="node2" presStyleIdx="7" presStyleCnt="9" custScaleX="1962139" custScaleY="1685056" custLinFactX="657358" custLinFactY="-1500000" custLinFactNeighborX="700000" custLinFactNeighborY="-1532058"/>
      <dgm:spPr>
        <a:blipFill rotWithShape="1">
          <a:blip xmlns:r="http://schemas.openxmlformats.org/officeDocument/2006/relationships" r:embed="rId8"/>
          <a:stretch>
            <a:fillRect/>
          </a:stretch>
        </a:blipFill>
      </dgm:spPr>
    </dgm:pt>
    <dgm:pt modelId="{69F25743-2853-4646-BDFF-6C4055A0BA00}" type="pres">
      <dgm:prSet presAssocID="{6B56989C-9305-43CD-8BB3-6EF8F3C788E1}" presName="text2" presStyleLbl="revTx" presStyleIdx="8" presStyleCnt="10" custScaleX="1376596" custScaleY="937778" custLinFactX="400000" custLinFactY="-857817" custLinFactNeighborX="479263" custLinFactNeighborY="-900000">
        <dgm:presLayoutVars>
          <dgm:chPref val="3"/>
        </dgm:presLayoutVars>
      </dgm:prSet>
      <dgm:spPr/>
    </dgm:pt>
    <dgm:pt modelId="{FE0B1D9D-B07C-4FAA-A8BD-DAD43E271D12}" type="pres">
      <dgm:prSet presAssocID="{6B56989C-9305-43CD-8BB3-6EF8F3C788E1}" presName="hierChild3" presStyleCnt="0"/>
      <dgm:spPr/>
    </dgm:pt>
    <dgm:pt modelId="{A3DDFD46-2477-4EA7-9756-099723FC1915}" type="pres">
      <dgm:prSet presAssocID="{29447B65-42FA-4C88-933D-259BD7143E3E}" presName="Name10" presStyleLbl="parChTrans1D2" presStyleIdx="8" presStyleCnt="9"/>
      <dgm:spPr/>
    </dgm:pt>
    <dgm:pt modelId="{8AB56B05-4944-4D13-9974-3104BAAA16E6}" type="pres">
      <dgm:prSet presAssocID="{E23C9F4D-424C-47BC-A830-37844BDEFC76}" presName="hierRoot2" presStyleCnt="0"/>
      <dgm:spPr/>
    </dgm:pt>
    <dgm:pt modelId="{499E73A3-6AF3-430F-AD16-8ED4C209FEF3}" type="pres">
      <dgm:prSet presAssocID="{E23C9F4D-424C-47BC-A830-37844BDEFC76}" presName="composite2" presStyleCnt="0"/>
      <dgm:spPr/>
    </dgm:pt>
    <dgm:pt modelId="{6FF83B3C-3D2C-432C-A2D6-7AE98E117619}" type="pres">
      <dgm:prSet presAssocID="{E23C9F4D-424C-47BC-A830-37844BDEFC76}" presName="image2" presStyleLbl="node2" presStyleIdx="8" presStyleCnt="9" custScaleX="1484667" custScaleY="1590515" custLinFactX="-100000" custLinFactY="600000" custLinFactNeighborX="-145758" custLinFactNeighborY="612213"/>
      <dgm:spPr>
        <a:blipFill rotWithShape="1">
          <a:blip xmlns:r="http://schemas.openxmlformats.org/officeDocument/2006/relationships" r:embed="rId9"/>
          <a:stretch>
            <a:fillRect/>
          </a:stretch>
        </a:blipFill>
      </dgm:spPr>
    </dgm:pt>
    <dgm:pt modelId="{B837772F-FA33-45B7-93F9-09463D60DA5A}" type="pres">
      <dgm:prSet presAssocID="{E23C9F4D-424C-47BC-A830-37844BDEFC76}" presName="text2" presStyleLbl="revTx" presStyleIdx="9" presStyleCnt="10" custScaleX="1046428" custScaleY="972872" custLinFactX="-100000" custLinFactY="1166308" custLinFactNeighborX="-123155" custLinFactNeighborY="1200000">
        <dgm:presLayoutVars>
          <dgm:chPref val="3"/>
        </dgm:presLayoutVars>
      </dgm:prSet>
      <dgm:spPr/>
    </dgm:pt>
    <dgm:pt modelId="{83D46744-DB0C-4D8D-A61B-DC106B975965}" type="pres">
      <dgm:prSet presAssocID="{E23C9F4D-424C-47BC-A830-37844BDEFC76}" presName="hierChild3" presStyleCnt="0"/>
      <dgm:spPr/>
    </dgm:pt>
  </dgm:ptLst>
  <dgm:cxnLst>
    <dgm:cxn modelId="{CE23761A-A36A-49CA-AA09-535B854D5B09}" type="presOf" srcId="{E23C9F4D-424C-47BC-A830-37844BDEFC76}" destId="{B837772F-FA33-45B7-93F9-09463D60DA5A}" srcOrd="0" destOrd="0" presId="urn:microsoft.com/office/officeart/2009/layout/CirclePictureHierarchy"/>
    <dgm:cxn modelId="{3901BC2E-54FB-4F48-9773-D5C82C647D37}" type="presOf" srcId="{997ECDB5-72DB-4AFD-93D1-94CC28631A16}" destId="{9D54371B-27CF-469F-9F6E-F01E16E708EA}" srcOrd="0" destOrd="0" presId="urn:microsoft.com/office/officeart/2009/layout/CirclePictureHierarchy"/>
    <dgm:cxn modelId="{5F69542F-41B6-4B46-9B4C-4F6B65ED091D}" type="presOf" srcId="{6B56989C-9305-43CD-8BB3-6EF8F3C788E1}" destId="{69F25743-2853-4646-BDFF-6C4055A0BA00}" srcOrd="0" destOrd="0" presId="urn:microsoft.com/office/officeart/2009/layout/CirclePictureHierarchy"/>
    <dgm:cxn modelId="{16667B32-D009-4BAC-8FC3-E81BEC5FF7B0}" type="presOf" srcId="{2CE82EC0-ECA6-44E1-9F21-69B6E84B506D}" destId="{CC432BC3-D6BF-4244-A828-D4CED6429055}" srcOrd="0" destOrd="0" presId="urn:microsoft.com/office/officeart/2009/layout/CirclePictureHierarchy"/>
    <dgm:cxn modelId="{30EEBF33-732D-47FA-BFE3-0F090AE06A5D}" srcId="{99C3FA62-9AB4-4981-84C2-106A046B3801}" destId="{D359D61D-D2FE-44A9-B195-566456C134E8}" srcOrd="2" destOrd="0" parTransId="{25FEE12D-51E6-473F-BBE1-E4584E126547}" sibTransId="{01BE98F1-36F7-45A1-B4AE-69D8AB89339A}"/>
    <dgm:cxn modelId="{07D4BD37-A27B-4609-8FBD-A77C21232EAF}" type="presOf" srcId="{569C927D-93BC-49D3-900B-115FD289BDC7}" destId="{2D66D3ED-5364-4BA2-B984-8506A23670C5}" srcOrd="0" destOrd="0" presId="urn:microsoft.com/office/officeart/2009/layout/CirclePictureHierarchy"/>
    <dgm:cxn modelId="{1875443B-9E49-485D-B990-77394113A3C1}" type="presOf" srcId="{4A9308D0-AB5B-4452-9B15-D77C531D982F}" destId="{EA426F06-DFCC-4B81-8FE5-DC3BE8189B30}" srcOrd="0" destOrd="0" presId="urn:microsoft.com/office/officeart/2009/layout/CirclePictureHierarchy"/>
    <dgm:cxn modelId="{F25C6861-6E51-493C-A009-F54C6BFD58B8}" type="presOf" srcId="{382C0796-5FE7-41EE-80FF-721A24FC4FC3}" destId="{63824C8B-C6B2-456B-A3B7-573EE81DE239}" srcOrd="0" destOrd="0" presId="urn:microsoft.com/office/officeart/2009/layout/CirclePictureHierarchy"/>
    <dgm:cxn modelId="{0D802543-AEB4-4C4B-BB46-99D84731EA53}" type="presOf" srcId="{D359D61D-D2FE-44A9-B195-566456C134E8}" destId="{3A7C6F73-7510-43E1-97DA-D4F7897D2195}" srcOrd="0" destOrd="0" presId="urn:microsoft.com/office/officeart/2009/layout/CirclePictureHierarchy"/>
    <dgm:cxn modelId="{80A2FB43-EA65-46CE-A9E9-53D70682F83A}" type="presOf" srcId="{C434E40E-6390-46BA-AFFA-10C65063B256}" destId="{FC0AD011-066A-48F6-B9DE-0AAC9BB535A5}" srcOrd="0" destOrd="0" presId="urn:microsoft.com/office/officeart/2009/layout/CirclePictureHierarchy"/>
    <dgm:cxn modelId="{899A404C-C938-4FC8-ADB2-4828714E424A}" srcId="{99C3FA62-9AB4-4981-84C2-106A046B3801}" destId="{4D4877B7-F9F5-4078-B47D-B09C103AD304}" srcOrd="1" destOrd="0" parTransId="{997ECDB5-72DB-4AFD-93D1-94CC28631A16}" sibTransId="{FE1D34FB-9446-4EBA-B4C7-88011E6E361A}"/>
    <dgm:cxn modelId="{CBF3B36F-EFC3-4387-9C79-BC5A9877D119}" type="presOf" srcId="{A6F9A7D7-9AFE-4596-969D-FC636A11857F}" destId="{4A9D9134-35B0-4F33-8F36-FAEF35C50BFD}" srcOrd="0" destOrd="0" presId="urn:microsoft.com/office/officeart/2009/layout/CirclePictureHierarchy"/>
    <dgm:cxn modelId="{4BD8BB4F-2BC5-4B55-B146-9A6C93F17829}" type="presOf" srcId="{29447B65-42FA-4C88-933D-259BD7143E3E}" destId="{A3DDFD46-2477-4EA7-9756-099723FC1915}" srcOrd="0" destOrd="0" presId="urn:microsoft.com/office/officeart/2009/layout/CirclePictureHierarchy"/>
    <dgm:cxn modelId="{6C5DD27B-17DD-4719-9AB0-62287534565E}" type="presOf" srcId="{99C3FA62-9AB4-4981-84C2-106A046B3801}" destId="{BC84E576-B75E-4AE9-BF5E-060B8D5B81E5}" srcOrd="0" destOrd="0" presId="urn:microsoft.com/office/officeart/2009/layout/CirclePictureHierarchy"/>
    <dgm:cxn modelId="{C507B480-D3B9-4202-BD70-77364ED1C606}" srcId="{99C3FA62-9AB4-4981-84C2-106A046B3801}" destId="{6B56989C-9305-43CD-8BB3-6EF8F3C788E1}" srcOrd="7" destOrd="0" parTransId="{569C927D-93BC-49D3-900B-115FD289BDC7}" sibTransId="{0B6B8E7C-892D-4D9C-A0E0-B6709BB66B98}"/>
    <dgm:cxn modelId="{5C3E4086-2EE1-403B-ABCF-B9D6E68BFC95}" srcId="{99C3FA62-9AB4-4981-84C2-106A046B3801}" destId="{8C8379C6-52FF-41F5-A73C-81B97CB38BFD}" srcOrd="3" destOrd="0" parTransId="{4A9308D0-AB5B-4452-9B15-D77C531D982F}" sibTransId="{C518AC03-CF77-4B6B-B3A9-327E15A1C8EC}"/>
    <dgm:cxn modelId="{E0421F95-58C7-4A8A-8C63-881155362D55}" type="presOf" srcId="{8C8379C6-52FF-41F5-A73C-81B97CB38BFD}" destId="{4D0F76BC-0142-4E5A-A28D-476CA06CE1E8}" srcOrd="0" destOrd="0" presId="urn:microsoft.com/office/officeart/2009/layout/CirclePictureHierarchy"/>
    <dgm:cxn modelId="{022B169A-CAC2-4929-9173-8F92BCC6A31B}" srcId="{99C3FA62-9AB4-4981-84C2-106A046B3801}" destId="{E23C9F4D-424C-47BC-A830-37844BDEFC76}" srcOrd="8" destOrd="0" parTransId="{29447B65-42FA-4C88-933D-259BD7143E3E}" sibTransId="{2DC5A0D0-D7C6-465D-B7DB-87ECB10398B7}"/>
    <dgm:cxn modelId="{24E359B1-6246-42C8-B1F9-C62A2D9FEB28}" srcId="{99C3FA62-9AB4-4981-84C2-106A046B3801}" destId="{AD41BEBA-5E54-47F1-9BC7-7BE77266A990}" srcOrd="5" destOrd="0" parTransId="{382C0796-5FE7-41EE-80FF-721A24FC4FC3}" sibTransId="{C64905C6-F77B-43F3-9B4B-52F1825C9AAB}"/>
    <dgm:cxn modelId="{851436B3-C320-4668-92B2-D6E2E1F312CD}" type="presOf" srcId="{AD41BEBA-5E54-47F1-9BC7-7BE77266A990}" destId="{C7AF2D8E-C3C8-443C-AD50-2B2CBF14B133}" srcOrd="0" destOrd="0" presId="urn:microsoft.com/office/officeart/2009/layout/CirclePictureHierarchy"/>
    <dgm:cxn modelId="{C57C72B6-39B9-4923-BE8A-AA90034D5FED}" srcId="{99C3FA62-9AB4-4981-84C2-106A046B3801}" destId="{C434E40E-6390-46BA-AFFA-10C65063B256}" srcOrd="6" destOrd="0" parTransId="{877F9F8C-E12D-48D8-A4C6-1EEBF62136D7}" sibTransId="{11F8820F-B98B-4A55-B9FB-17642334E2BF}"/>
    <dgm:cxn modelId="{FEE1C8B8-77FB-4F10-A6F3-5EF00EDF64D6}" type="presOf" srcId="{3C837A1D-A608-4B58-82F2-21A4F0D29787}" destId="{487C3C1A-9879-41EE-B4BE-9A1C5FE8F2CF}" srcOrd="0" destOrd="0" presId="urn:microsoft.com/office/officeart/2009/layout/CirclePictureHierarchy"/>
    <dgm:cxn modelId="{93ECEEC1-A6E1-4DDF-88FC-871D043742E2}" type="presOf" srcId="{82A6181D-60C6-42A9-A070-3664ED9331BA}" destId="{713B420F-64BB-4DDE-8654-8243621B303B}" srcOrd="0" destOrd="0" presId="urn:microsoft.com/office/officeart/2009/layout/CirclePictureHierarchy"/>
    <dgm:cxn modelId="{21C3E3D5-8616-4EB7-8B83-4F032A6C33CA}" type="presOf" srcId="{25FEE12D-51E6-473F-BBE1-E4584E126547}" destId="{B59D7A44-669D-42C4-B2DA-463A26434824}" srcOrd="0" destOrd="0" presId="urn:microsoft.com/office/officeart/2009/layout/CirclePictureHierarchy"/>
    <dgm:cxn modelId="{B8AC19DE-1187-4E1A-B4E4-C23ADA37D5C9}" type="presOf" srcId="{4D4877B7-F9F5-4078-B47D-B09C103AD304}" destId="{8AB317B6-6D8C-4FE6-8211-B8E8CBB91816}" srcOrd="0" destOrd="0" presId="urn:microsoft.com/office/officeart/2009/layout/CirclePictureHierarchy"/>
    <dgm:cxn modelId="{692548E9-FCF7-4D49-ACBC-408824E6CD8B}" type="presOf" srcId="{877F9F8C-E12D-48D8-A4C6-1EEBF62136D7}" destId="{808F31B3-2241-49D0-AA23-257BC03088CA}" srcOrd="0" destOrd="0" presId="urn:microsoft.com/office/officeart/2009/layout/CirclePictureHierarchy"/>
    <dgm:cxn modelId="{8620DAEC-F256-425D-AE27-DEBD927EBB32}" srcId="{99C3FA62-9AB4-4981-84C2-106A046B3801}" destId="{82A6181D-60C6-42A9-A070-3664ED9331BA}" srcOrd="4" destOrd="0" parTransId="{3C837A1D-A608-4B58-82F2-21A4F0D29787}" sibTransId="{FED338D6-7BB4-4F37-AD38-A6293463A007}"/>
    <dgm:cxn modelId="{8ACA4CEE-B493-4EC5-951C-4A08E6F6CE02}" srcId="{A6F9A7D7-9AFE-4596-969D-FC636A11857F}" destId="{99C3FA62-9AB4-4981-84C2-106A046B3801}" srcOrd="0" destOrd="0" parTransId="{118763A8-745C-4E8F-833E-A6DF0B234A77}" sibTransId="{3C687DFF-5BFB-444C-8BDA-C46185C6497F}"/>
    <dgm:cxn modelId="{2ED565F7-6FAD-4AE9-83FD-788B583CC98F}" type="presOf" srcId="{615062F5-E332-403E-9FB8-AFCFD7E53C90}" destId="{5CE332C8-69E3-4F74-AE21-2069AE6C43DD}" srcOrd="0" destOrd="0" presId="urn:microsoft.com/office/officeart/2009/layout/CirclePictureHierarchy"/>
    <dgm:cxn modelId="{25F71EFF-7D1C-41C3-8B67-0FB6477B9177}" srcId="{99C3FA62-9AB4-4981-84C2-106A046B3801}" destId="{2CE82EC0-ECA6-44E1-9F21-69B6E84B506D}" srcOrd="0" destOrd="0" parTransId="{615062F5-E332-403E-9FB8-AFCFD7E53C90}" sibTransId="{6E060227-C7B2-4FD0-8C3F-957E4E436AEC}"/>
    <dgm:cxn modelId="{5858DACD-C3E2-4A05-A2A2-243A81C1AC81}" type="presParOf" srcId="{4A9D9134-35B0-4F33-8F36-FAEF35C50BFD}" destId="{47F019E2-39EA-4CBB-9C90-E5F37362E875}" srcOrd="0" destOrd="0" presId="urn:microsoft.com/office/officeart/2009/layout/CirclePictureHierarchy"/>
    <dgm:cxn modelId="{A4CDACD8-633B-42CB-960A-F4D233A5F9D6}" type="presParOf" srcId="{47F019E2-39EA-4CBB-9C90-E5F37362E875}" destId="{31D2854A-0AC0-4C57-AE5F-A2FC06DB6F7C}" srcOrd="0" destOrd="0" presId="urn:microsoft.com/office/officeart/2009/layout/CirclePictureHierarchy"/>
    <dgm:cxn modelId="{FDB18979-F991-43D1-9F21-FF1206D92ED8}" type="presParOf" srcId="{31D2854A-0AC0-4C57-AE5F-A2FC06DB6F7C}" destId="{8B527E8D-F86B-4F29-9D34-BE26DCC7F455}" srcOrd="0" destOrd="0" presId="urn:microsoft.com/office/officeart/2009/layout/CirclePictureHierarchy"/>
    <dgm:cxn modelId="{7B3F72BC-F613-4220-B8EB-16500D3DCA4A}" type="presParOf" srcId="{31D2854A-0AC0-4C57-AE5F-A2FC06DB6F7C}" destId="{BC84E576-B75E-4AE9-BF5E-060B8D5B81E5}" srcOrd="1" destOrd="0" presId="urn:microsoft.com/office/officeart/2009/layout/CirclePictureHierarchy"/>
    <dgm:cxn modelId="{0B0B141B-9F53-4996-8489-535C61B3844A}" type="presParOf" srcId="{47F019E2-39EA-4CBB-9C90-E5F37362E875}" destId="{00CBA48F-F730-4124-9968-E867CE54CBD8}" srcOrd="1" destOrd="0" presId="urn:microsoft.com/office/officeart/2009/layout/CirclePictureHierarchy"/>
    <dgm:cxn modelId="{0D719CD1-0B69-4D3C-9A7F-A76E845E6121}" type="presParOf" srcId="{00CBA48F-F730-4124-9968-E867CE54CBD8}" destId="{5CE332C8-69E3-4F74-AE21-2069AE6C43DD}" srcOrd="0" destOrd="0" presId="urn:microsoft.com/office/officeart/2009/layout/CirclePictureHierarchy"/>
    <dgm:cxn modelId="{BD1D7FF4-8459-4E88-924C-B7FF2778CF36}" type="presParOf" srcId="{00CBA48F-F730-4124-9968-E867CE54CBD8}" destId="{61745DC4-F4B2-40D1-BA07-E06AC0DCE327}" srcOrd="1" destOrd="0" presId="urn:microsoft.com/office/officeart/2009/layout/CirclePictureHierarchy"/>
    <dgm:cxn modelId="{90702EDF-B762-499B-ABE9-F3D76DDB8976}" type="presParOf" srcId="{61745DC4-F4B2-40D1-BA07-E06AC0DCE327}" destId="{D21FCBE8-E2E5-40E4-BE65-5EB4438C8435}" srcOrd="0" destOrd="0" presId="urn:microsoft.com/office/officeart/2009/layout/CirclePictureHierarchy"/>
    <dgm:cxn modelId="{C8BD3880-DB0E-4D97-94D8-59AE1E75EAA3}" type="presParOf" srcId="{D21FCBE8-E2E5-40E4-BE65-5EB4438C8435}" destId="{3F85A696-EAF6-424D-A7D5-6D02AE3BC199}" srcOrd="0" destOrd="0" presId="urn:microsoft.com/office/officeart/2009/layout/CirclePictureHierarchy"/>
    <dgm:cxn modelId="{7E2F36F4-8C9C-4C4B-86AC-30D9F3435829}" type="presParOf" srcId="{D21FCBE8-E2E5-40E4-BE65-5EB4438C8435}" destId="{CC432BC3-D6BF-4244-A828-D4CED6429055}" srcOrd="1" destOrd="0" presId="urn:microsoft.com/office/officeart/2009/layout/CirclePictureHierarchy"/>
    <dgm:cxn modelId="{3DCD04E4-CE66-46D9-9320-4B085D4D0C0C}" type="presParOf" srcId="{61745DC4-F4B2-40D1-BA07-E06AC0DCE327}" destId="{9F94CF3A-64BB-4105-B522-795842DB99D2}" srcOrd="1" destOrd="0" presId="urn:microsoft.com/office/officeart/2009/layout/CirclePictureHierarchy"/>
    <dgm:cxn modelId="{A11E1FF5-532D-47B2-9A3D-2B01FFD18463}" type="presParOf" srcId="{00CBA48F-F730-4124-9968-E867CE54CBD8}" destId="{9D54371B-27CF-469F-9F6E-F01E16E708EA}" srcOrd="2" destOrd="0" presId="urn:microsoft.com/office/officeart/2009/layout/CirclePictureHierarchy"/>
    <dgm:cxn modelId="{F2F6467E-2985-44D5-99E0-67C780FE8603}" type="presParOf" srcId="{00CBA48F-F730-4124-9968-E867CE54CBD8}" destId="{BD1F7C23-6B99-4144-B6FC-E65F845A89F6}" srcOrd="3" destOrd="0" presId="urn:microsoft.com/office/officeart/2009/layout/CirclePictureHierarchy"/>
    <dgm:cxn modelId="{4F8322A9-B76C-4A59-BE78-F7E86C40BB6F}" type="presParOf" srcId="{BD1F7C23-6B99-4144-B6FC-E65F845A89F6}" destId="{F2858514-3352-4AA1-A670-BD07CE75A838}" srcOrd="0" destOrd="0" presId="urn:microsoft.com/office/officeart/2009/layout/CirclePictureHierarchy"/>
    <dgm:cxn modelId="{95772FAF-60CC-4ED8-AA4F-0A5D231B31B4}" type="presParOf" srcId="{F2858514-3352-4AA1-A670-BD07CE75A838}" destId="{A8111B7C-DCA6-48CC-B536-D811684D9656}" srcOrd="0" destOrd="0" presId="urn:microsoft.com/office/officeart/2009/layout/CirclePictureHierarchy"/>
    <dgm:cxn modelId="{95B5D570-E806-4364-AAFF-123D5EB20EEF}" type="presParOf" srcId="{F2858514-3352-4AA1-A670-BD07CE75A838}" destId="{8AB317B6-6D8C-4FE6-8211-B8E8CBB91816}" srcOrd="1" destOrd="0" presId="urn:microsoft.com/office/officeart/2009/layout/CirclePictureHierarchy"/>
    <dgm:cxn modelId="{7A6216F6-7FD4-44A3-94FE-BABC6F581BD3}" type="presParOf" srcId="{BD1F7C23-6B99-4144-B6FC-E65F845A89F6}" destId="{A1375F09-4FC0-4E31-9980-FFE7C462BB9A}" srcOrd="1" destOrd="0" presId="urn:microsoft.com/office/officeart/2009/layout/CirclePictureHierarchy"/>
    <dgm:cxn modelId="{115F935A-60A8-4D75-B76E-C16AF418B470}" type="presParOf" srcId="{00CBA48F-F730-4124-9968-E867CE54CBD8}" destId="{B59D7A44-669D-42C4-B2DA-463A26434824}" srcOrd="4" destOrd="0" presId="urn:microsoft.com/office/officeart/2009/layout/CirclePictureHierarchy"/>
    <dgm:cxn modelId="{C9E7D95D-6850-4038-BDA3-969A9737CE11}" type="presParOf" srcId="{00CBA48F-F730-4124-9968-E867CE54CBD8}" destId="{3714989F-0B79-47D5-9367-2DBE8EE38D45}" srcOrd="5" destOrd="0" presId="urn:microsoft.com/office/officeart/2009/layout/CirclePictureHierarchy"/>
    <dgm:cxn modelId="{3F081A80-2EE5-4E4C-BB2A-211F526BC85C}" type="presParOf" srcId="{3714989F-0B79-47D5-9367-2DBE8EE38D45}" destId="{84DBEE3B-7BD1-49DA-92D1-30CBEB3AC119}" srcOrd="0" destOrd="0" presId="urn:microsoft.com/office/officeart/2009/layout/CirclePictureHierarchy"/>
    <dgm:cxn modelId="{8D5F2AB5-5A75-4C28-B356-FF76FCEB56F3}" type="presParOf" srcId="{84DBEE3B-7BD1-49DA-92D1-30CBEB3AC119}" destId="{145AD3B6-A211-48AD-A651-2F149E9BC9C5}" srcOrd="0" destOrd="0" presId="urn:microsoft.com/office/officeart/2009/layout/CirclePictureHierarchy"/>
    <dgm:cxn modelId="{65704792-20B2-4062-99D1-66DF46D2F08B}" type="presParOf" srcId="{84DBEE3B-7BD1-49DA-92D1-30CBEB3AC119}" destId="{3A7C6F73-7510-43E1-97DA-D4F7897D2195}" srcOrd="1" destOrd="0" presId="urn:microsoft.com/office/officeart/2009/layout/CirclePictureHierarchy"/>
    <dgm:cxn modelId="{591BA62D-B4ED-44B4-8F87-1B87EE7C37C3}" type="presParOf" srcId="{3714989F-0B79-47D5-9367-2DBE8EE38D45}" destId="{5DC3C71D-C740-4833-831E-D976969A83F9}" srcOrd="1" destOrd="0" presId="urn:microsoft.com/office/officeart/2009/layout/CirclePictureHierarchy"/>
    <dgm:cxn modelId="{791258D6-36CC-44E6-90EE-DDF41570CBCB}" type="presParOf" srcId="{00CBA48F-F730-4124-9968-E867CE54CBD8}" destId="{EA426F06-DFCC-4B81-8FE5-DC3BE8189B30}" srcOrd="6" destOrd="0" presId="urn:microsoft.com/office/officeart/2009/layout/CirclePictureHierarchy"/>
    <dgm:cxn modelId="{5AB18E43-6BA5-4E3B-8BE6-1D48E81CDCD7}" type="presParOf" srcId="{00CBA48F-F730-4124-9968-E867CE54CBD8}" destId="{B033B96E-5440-4DFE-9B75-2FBF2B11E265}" srcOrd="7" destOrd="0" presId="urn:microsoft.com/office/officeart/2009/layout/CirclePictureHierarchy"/>
    <dgm:cxn modelId="{519126A2-23F4-4432-B2ED-B3BBAAD53029}" type="presParOf" srcId="{B033B96E-5440-4DFE-9B75-2FBF2B11E265}" destId="{6A06EBD1-E763-4442-AACC-C8FEF51E112A}" srcOrd="0" destOrd="0" presId="urn:microsoft.com/office/officeart/2009/layout/CirclePictureHierarchy"/>
    <dgm:cxn modelId="{03B88BDF-8D21-43B4-B974-AE5BC62C4611}" type="presParOf" srcId="{6A06EBD1-E763-4442-AACC-C8FEF51E112A}" destId="{84B83CDA-63F7-476F-B3D3-5E7758CD52C1}" srcOrd="0" destOrd="0" presId="urn:microsoft.com/office/officeart/2009/layout/CirclePictureHierarchy"/>
    <dgm:cxn modelId="{C60D9D36-E608-4EAB-A8BE-9531A0A5EA75}" type="presParOf" srcId="{6A06EBD1-E763-4442-AACC-C8FEF51E112A}" destId="{4D0F76BC-0142-4E5A-A28D-476CA06CE1E8}" srcOrd="1" destOrd="0" presId="urn:microsoft.com/office/officeart/2009/layout/CirclePictureHierarchy"/>
    <dgm:cxn modelId="{59EFA05C-3448-45B0-8E6C-95CDC0782C11}" type="presParOf" srcId="{B033B96E-5440-4DFE-9B75-2FBF2B11E265}" destId="{32C7AF81-48F0-43C0-8593-C2D05545FA78}" srcOrd="1" destOrd="0" presId="urn:microsoft.com/office/officeart/2009/layout/CirclePictureHierarchy"/>
    <dgm:cxn modelId="{2E5A03E0-4931-4CB5-8AA8-C7D7D7CCD21F}" type="presParOf" srcId="{00CBA48F-F730-4124-9968-E867CE54CBD8}" destId="{487C3C1A-9879-41EE-B4BE-9A1C5FE8F2CF}" srcOrd="8" destOrd="0" presId="urn:microsoft.com/office/officeart/2009/layout/CirclePictureHierarchy"/>
    <dgm:cxn modelId="{3EEAE16B-1CCC-4C67-9726-1B0B8C27AA88}" type="presParOf" srcId="{00CBA48F-F730-4124-9968-E867CE54CBD8}" destId="{C7F6BDD3-C86F-477F-8D81-321015CAA70A}" srcOrd="9" destOrd="0" presId="urn:microsoft.com/office/officeart/2009/layout/CirclePictureHierarchy"/>
    <dgm:cxn modelId="{7433F2FA-C4D6-4DDE-8840-9208D3437856}" type="presParOf" srcId="{C7F6BDD3-C86F-477F-8D81-321015CAA70A}" destId="{42C9603F-7EA9-4D38-AFED-A1BFE90EB366}" srcOrd="0" destOrd="0" presId="urn:microsoft.com/office/officeart/2009/layout/CirclePictureHierarchy"/>
    <dgm:cxn modelId="{7433D082-FAFF-4195-9D2A-0662C81980F8}" type="presParOf" srcId="{42C9603F-7EA9-4D38-AFED-A1BFE90EB366}" destId="{B2A34CD3-653B-4D97-8ED0-A54097F14FD0}" srcOrd="0" destOrd="0" presId="urn:microsoft.com/office/officeart/2009/layout/CirclePictureHierarchy"/>
    <dgm:cxn modelId="{66D09B74-C8B6-43F6-8E30-DB6B793BAC73}" type="presParOf" srcId="{42C9603F-7EA9-4D38-AFED-A1BFE90EB366}" destId="{713B420F-64BB-4DDE-8654-8243621B303B}" srcOrd="1" destOrd="0" presId="urn:microsoft.com/office/officeart/2009/layout/CirclePictureHierarchy"/>
    <dgm:cxn modelId="{A9F779DB-F294-49FB-ACFE-389C94821580}" type="presParOf" srcId="{C7F6BDD3-C86F-477F-8D81-321015CAA70A}" destId="{DBA7B187-4BC6-4415-BD32-A310F7861CE6}" srcOrd="1" destOrd="0" presId="urn:microsoft.com/office/officeart/2009/layout/CirclePictureHierarchy"/>
    <dgm:cxn modelId="{3BD137D0-C9CF-4463-8BDF-A5C82B87A9B7}" type="presParOf" srcId="{00CBA48F-F730-4124-9968-E867CE54CBD8}" destId="{63824C8B-C6B2-456B-A3B7-573EE81DE239}" srcOrd="10" destOrd="0" presId="urn:microsoft.com/office/officeart/2009/layout/CirclePictureHierarchy"/>
    <dgm:cxn modelId="{4B87A0A1-9E0E-49A2-AAAD-33A38E5D80DC}" type="presParOf" srcId="{00CBA48F-F730-4124-9968-E867CE54CBD8}" destId="{06EB4307-AC1C-4798-8B41-00EA472C1C83}" srcOrd="11" destOrd="0" presId="urn:microsoft.com/office/officeart/2009/layout/CirclePictureHierarchy"/>
    <dgm:cxn modelId="{870887E9-CC97-416D-9F3C-16782455C1BC}" type="presParOf" srcId="{06EB4307-AC1C-4798-8B41-00EA472C1C83}" destId="{453EA9DE-9F7F-4151-BF2A-BF7FC513B8CB}" srcOrd="0" destOrd="0" presId="urn:microsoft.com/office/officeart/2009/layout/CirclePictureHierarchy"/>
    <dgm:cxn modelId="{B3EB4F3C-76F4-4ACE-A135-E9E80312300E}" type="presParOf" srcId="{453EA9DE-9F7F-4151-BF2A-BF7FC513B8CB}" destId="{6533AD98-63A6-4293-98BB-99319C444806}" srcOrd="0" destOrd="0" presId="urn:microsoft.com/office/officeart/2009/layout/CirclePictureHierarchy"/>
    <dgm:cxn modelId="{ED099ED3-3EEF-40E7-8A4B-21C55ED601F3}" type="presParOf" srcId="{453EA9DE-9F7F-4151-BF2A-BF7FC513B8CB}" destId="{C7AF2D8E-C3C8-443C-AD50-2B2CBF14B133}" srcOrd="1" destOrd="0" presId="urn:microsoft.com/office/officeart/2009/layout/CirclePictureHierarchy"/>
    <dgm:cxn modelId="{E4658BB2-52B3-4D16-8307-E4EFBC94103D}" type="presParOf" srcId="{06EB4307-AC1C-4798-8B41-00EA472C1C83}" destId="{C243000F-759F-4E18-9DB2-A5AF4117131E}" srcOrd="1" destOrd="0" presId="urn:microsoft.com/office/officeart/2009/layout/CirclePictureHierarchy"/>
    <dgm:cxn modelId="{9CBB526D-9648-4DE9-A1CD-D007374DBB97}" type="presParOf" srcId="{00CBA48F-F730-4124-9968-E867CE54CBD8}" destId="{808F31B3-2241-49D0-AA23-257BC03088CA}" srcOrd="12" destOrd="0" presId="urn:microsoft.com/office/officeart/2009/layout/CirclePictureHierarchy"/>
    <dgm:cxn modelId="{4DEBB2EC-D917-4CFD-A9D0-A8A65F9C8C3B}" type="presParOf" srcId="{00CBA48F-F730-4124-9968-E867CE54CBD8}" destId="{562C4B74-4F6E-41DA-9233-7ACB773C7FF0}" srcOrd="13" destOrd="0" presId="urn:microsoft.com/office/officeart/2009/layout/CirclePictureHierarchy"/>
    <dgm:cxn modelId="{6435206F-26EB-4905-8E7C-CAFD202142B7}" type="presParOf" srcId="{562C4B74-4F6E-41DA-9233-7ACB773C7FF0}" destId="{8233089D-1229-49BA-8FB1-F09BE0C8430C}" srcOrd="0" destOrd="0" presId="urn:microsoft.com/office/officeart/2009/layout/CirclePictureHierarchy"/>
    <dgm:cxn modelId="{60840AA6-0F44-4DC4-BF52-BCE3A28853E3}" type="presParOf" srcId="{8233089D-1229-49BA-8FB1-F09BE0C8430C}" destId="{22AB9A74-321A-4853-8698-F604BD283A9B}" srcOrd="0" destOrd="0" presId="urn:microsoft.com/office/officeart/2009/layout/CirclePictureHierarchy"/>
    <dgm:cxn modelId="{35F02BF8-DFC5-48F8-B14F-3D1CEF51C5F0}" type="presParOf" srcId="{8233089D-1229-49BA-8FB1-F09BE0C8430C}" destId="{FC0AD011-066A-48F6-B9DE-0AAC9BB535A5}" srcOrd="1" destOrd="0" presId="urn:microsoft.com/office/officeart/2009/layout/CirclePictureHierarchy"/>
    <dgm:cxn modelId="{E0ED8D1D-8CCA-4DB3-A7C5-826C78D9D21E}" type="presParOf" srcId="{562C4B74-4F6E-41DA-9233-7ACB773C7FF0}" destId="{44561DA4-3089-44DB-98F6-2B39A978B7B8}" srcOrd="1" destOrd="0" presId="urn:microsoft.com/office/officeart/2009/layout/CirclePictureHierarchy"/>
    <dgm:cxn modelId="{6B1148C4-6DFA-4A86-8E36-04D508CB824D}" type="presParOf" srcId="{00CBA48F-F730-4124-9968-E867CE54CBD8}" destId="{2D66D3ED-5364-4BA2-B984-8506A23670C5}" srcOrd="14" destOrd="0" presId="urn:microsoft.com/office/officeart/2009/layout/CirclePictureHierarchy"/>
    <dgm:cxn modelId="{5D90139E-C433-4A79-B5BA-79504E178052}" type="presParOf" srcId="{00CBA48F-F730-4124-9968-E867CE54CBD8}" destId="{DBE9E18A-DDC4-41C0-A670-7451139819CF}" srcOrd="15" destOrd="0" presId="urn:microsoft.com/office/officeart/2009/layout/CirclePictureHierarchy"/>
    <dgm:cxn modelId="{124FBABF-9769-4E31-93A2-6C89B94699ED}" type="presParOf" srcId="{DBE9E18A-DDC4-41C0-A670-7451139819CF}" destId="{CA9E4806-2B1D-4560-8123-32E3861E91E3}" srcOrd="0" destOrd="0" presId="urn:microsoft.com/office/officeart/2009/layout/CirclePictureHierarchy"/>
    <dgm:cxn modelId="{CFF1AA91-54AD-41D6-81B4-8937C933AEAA}" type="presParOf" srcId="{CA9E4806-2B1D-4560-8123-32E3861E91E3}" destId="{D7D49BB2-DB3F-4E40-83FC-285848B89E19}" srcOrd="0" destOrd="0" presId="urn:microsoft.com/office/officeart/2009/layout/CirclePictureHierarchy"/>
    <dgm:cxn modelId="{2B7DB4A6-D68F-4C68-9304-BB355EEFAE0B}" type="presParOf" srcId="{CA9E4806-2B1D-4560-8123-32E3861E91E3}" destId="{69F25743-2853-4646-BDFF-6C4055A0BA00}" srcOrd="1" destOrd="0" presId="urn:microsoft.com/office/officeart/2009/layout/CirclePictureHierarchy"/>
    <dgm:cxn modelId="{2B0018ED-1498-489C-8DEB-6B912EDE2B6F}" type="presParOf" srcId="{DBE9E18A-DDC4-41C0-A670-7451139819CF}" destId="{FE0B1D9D-B07C-4FAA-A8BD-DAD43E271D12}" srcOrd="1" destOrd="0" presId="urn:microsoft.com/office/officeart/2009/layout/CirclePictureHierarchy"/>
    <dgm:cxn modelId="{53D73501-0D82-4156-B088-89D0857272CF}" type="presParOf" srcId="{00CBA48F-F730-4124-9968-E867CE54CBD8}" destId="{A3DDFD46-2477-4EA7-9756-099723FC1915}" srcOrd="16" destOrd="0" presId="urn:microsoft.com/office/officeart/2009/layout/CirclePictureHierarchy"/>
    <dgm:cxn modelId="{96A996CA-C8D5-4B2B-8CBD-4C037ECAABBA}" type="presParOf" srcId="{00CBA48F-F730-4124-9968-E867CE54CBD8}" destId="{8AB56B05-4944-4D13-9974-3104BAAA16E6}" srcOrd="17" destOrd="0" presId="urn:microsoft.com/office/officeart/2009/layout/CirclePictureHierarchy"/>
    <dgm:cxn modelId="{20ADB86D-5329-4624-93E7-86D709797F65}" type="presParOf" srcId="{8AB56B05-4944-4D13-9974-3104BAAA16E6}" destId="{499E73A3-6AF3-430F-AD16-8ED4C209FEF3}" srcOrd="0" destOrd="0" presId="urn:microsoft.com/office/officeart/2009/layout/CirclePictureHierarchy"/>
    <dgm:cxn modelId="{8FD1370A-BA4E-4F0F-9946-DB1DA66DA110}" type="presParOf" srcId="{499E73A3-6AF3-430F-AD16-8ED4C209FEF3}" destId="{6FF83B3C-3D2C-432C-A2D6-7AE98E117619}" srcOrd="0" destOrd="0" presId="urn:microsoft.com/office/officeart/2009/layout/CirclePictureHierarchy"/>
    <dgm:cxn modelId="{66B7F4A2-5309-4EC9-91DF-2983C7E368F5}" type="presParOf" srcId="{499E73A3-6AF3-430F-AD16-8ED4C209FEF3}" destId="{B837772F-FA33-45B7-93F9-09463D60DA5A}" srcOrd="1" destOrd="0" presId="urn:microsoft.com/office/officeart/2009/layout/CirclePictureHierarchy"/>
    <dgm:cxn modelId="{20683512-942D-4739-B772-51849248EF24}" type="presParOf" srcId="{8AB56B05-4944-4D13-9974-3104BAAA16E6}" destId="{83D46744-DB0C-4D8D-A61B-DC106B975965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3E20339-C6BB-4E2C-AC81-6B1F26D8E26A}" type="doc">
      <dgm:prSet loTypeId="urn:microsoft.com/office/officeart/2005/8/layout/radial1" loCatId="cycle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BF7DF3EC-99FD-4694-8911-DA27E0EA2183}">
      <dgm:prSet phldrT="[Text]"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mn-MN" sz="3200" b="1" cap="all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Хувь тавилан</a:t>
          </a:r>
          <a:endParaRPr lang="en-US" sz="3200" b="1" cap="all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EC9780A-44BB-481E-8F12-212A03701D4C}" type="parTrans" cxnId="{B7DCCAA6-F84A-4DDC-822A-B740CA65AC3E}">
      <dgm:prSet/>
      <dgm:spPr/>
      <dgm:t>
        <a:bodyPr/>
        <a:lstStyle/>
        <a:p>
          <a:endParaRPr lang="en-US" sz="32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40F2585-4F2A-4EAB-BE72-985A323923C0}" type="sibTrans" cxnId="{B7DCCAA6-F84A-4DDC-822A-B740CA65AC3E}">
      <dgm:prSet/>
      <dgm:spPr/>
      <dgm:t>
        <a:bodyPr/>
        <a:lstStyle/>
        <a:p>
          <a:endParaRPr lang="en-US" sz="32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C51A3E5-AF0B-4F93-8748-E974063150BA}">
      <dgm:prSet phldrT="[Text]" custT="1"/>
      <dgm:spPr/>
      <dgm:t>
        <a:bodyPr/>
        <a:lstStyle/>
        <a:p>
          <a:r>
            <a:rPr lang="mn-MN" sz="3200" cap="none" dirty="0">
              <a:latin typeface="Times New Roman" panose="02020603050405020304" pitchFamily="18" charset="0"/>
              <a:cs typeface="Times New Roman" panose="02020603050405020304" pitchFamily="18" charset="0"/>
            </a:rPr>
            <a:t>Бодол</a:t>
          </a:r>
          <a:endParaRPr lang="en-US" sz="3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5DDF2B2-18EE-4D97-BC37-2B4D0738ACDC}" type="parTrans" cxnId="{1D09314A-0C32-4BAE-89D2-C4455EDADEDD}">
      <dgm:prSet custT="1"/>
      <dgm:spPr/>
      <dgm:t>
        <a:bodyPr/>
        <a:lstStyle/>
        <a:p>
          <a:endParaRPr lang="en-US" sz="32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D7C30A9-6CE5-41CA-A918-5111F5697863}" type="sibTrans" cxnId="{1D09314A-0C32-4BAE-89D2-C4455EDADEDD}">
      <dgm:prSet/>
      <dgm:spPr/>
      <dgm:t>
        <a:bodyPr/>
        <a:lstStyle/>
        <a:p>
          <a:endParaRPr lang="en-US" sz="32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A1E7807-B206-4E08-981E-45793348209B}">
      <dgm:prSet phldrT="[Text]" custT="1"/>
      <dgm:spPr/>
      <dgm:t>
        <a:bodyPr/>
        <a:lstStyle/>
        <a:p>
          <a:r>
            <a:rPr lang="mn-MN" sz="3200" dirty="0">
              <a:latin typeface="Times New Roman" panose="02020603050405020304" pitchFamily="18" charset="0"/>
              <a:cs typeface="Times New Roman" panose="02020603050405020304" pitchFamily="18" charset="0"/>
            </a:rPr>
            <a:t>Үг</a:t>
          </a:r>
          <a:endParaRPr lang="en-US" sz="3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16DB1EB-3457-46A9-85D4-6C5367659B9D}" type="parTrans" cxnId="{E2D26B83-3B26-41D5-8645-1CE6F05D87B7}">
      <dgm:prSet custT="1"/>
      <dgm:spPr/>
      <dgm:t>
        <a:bodyPr/>
        <a:lstStyle/>
        <a:p>
          <a:endParaRPr lang="en-US" sz="32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454A525-1C80-4A16-AA1B-93F3D8B65F41}" type="sibTrans" cxnId="{E2D26B83-3B26-41D5-8645-1CE6F05D87B7}">
      <dgm:prSet/>
      <dgm:spPr/>
      <dgm:t>
        <a:bodyPr/>
        <a:lstStyle/>
        <a:p>
          <a:endParaRPr lang="en-US" sz="32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062E2C5-F24C-44FE-8C4C-8111BA15710A}">
      <dgm:prSet phldrT="[Text]" custT="1"/>
      <dgm:spPr/>
      <dgm:t>
        <a:bodyPr/>
        <a:lstStyle/>
        <a:p>
          <a:r>
            <a:rPr lang="mn-MN" sz="32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Зуршил</a:t>
          </a:r>
          <a:endParaRPr lang="en-US" sz="3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C55E342-670D-4C2A-9B35-CBE0E298F84C}" type="parTrans" cxnId="{833634CA-2807-4E67-A3DD-F727BD031383}">
      <dgm:prSet custT="1"/>
      <dgm:spPr/>
      <dgm:t>
        <a:bodyPr/>
        <a:lstStyle/>
        <a:p>
          <a:endParaRPr lang="en-US" sz="32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2244E2-3570-429B-B9FE-60C109888050}" type="sibTrans" cxnId="{833634CA-2807-4E67-A3DD-F727BD031383}">
      <dgm:prSet/>
      <dgm:spPr/>
      <dgm:t>
        <a:bodyPr/>
        <a:lstStyle/>
        <a:p>
          <a:endParaRPr lang="en-US" sz="32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AE33907-DD3E-458D-8419-C00128B23D63}">
      <dgm:prSet phldrT="[Text]" custT="1"/>
      <dgm:spPr/>
      <dgm:t>
        <a:bodyPr/>
        <a:lstStyle/>
        <a:p>
          <a:r>
            <a:rPr lang="mn-MN" sz="3200" cap="none" dirty="0">
              <a:latin typeface="Times New Roman" panose="02020603050405020304" pitchFamily="18" charset="0"/>
              <a:cs typeface="Times New Roman" panose="02020603050405020304" pitchFamily="18" charset="0"/>
            </a:rPr>
            <a:t>Зан чанар </a:t>
          </a:r>
          <a:endParaRPr lang="en-US" sz="3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6C149AD-952B-4A7D-918A-8D8FAF523CD8}" type="parTrans" cxnId="{BD948E05-78EB-4E61-8E92-29C25D4E9396}">
      <dgm:prSet custT="1"/>
      <dgm:spPr/>
      <dgm:t>
        <a:bodyPr/>
        <a:lstStyle/>
        <a:p>
          <a:endParaRPr lang="en-US" sz="32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0BE1F7C-7EC4-4903-9A82-EB25F1F3BF0F}" type="sibTrans" cxnId="{BD948E05-78EB-4E61-8E92-29C25D4E9396}">
      <dgm:prSet/>
      <dgm:spPr/>
      <dgm:t>
        <a:bodyPr/>
        <a:lstStyle/>
        <a:p>
          <a:endParaRPr lang="en-US" sz="32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3CB4817-7C0C-42E3-BFF0-C08E60C15C5E}">
      <dgm:prSet phldrT="[Text]" custT="1"/>
      <dgm:spPr/>
      <dgm:t>
        <a:bodyPr/>
        <a:lstStyle/>
        <a:p>
          <a:r>
            <a:rPr lang="mn-MN" sz="32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Үйлдэл</a:t>
          </a:r>
          <a:endParaRPr lang="en-US" sz="3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3211D35-BAE1-41A1-BDF0-6D8F41DA3943}" type="sibTrans" cxnId="{9367F850-4952-4BAF-9C84-B55A76F03F78}">
      <dgm:prSet/>
      <dgm:spPr/>
      <dgm:t>
        <a:bodyPr/>
        <a:lstStyle/>
        <a:p>
          <a:endParaRPr lang="en-US" sz="32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80C709D-D879-4809-9CED-EEFFCB4DCB57}" type="parTrans" cxnId="{9367F850-4952-4BAF-9C84-B55A76F03F78}">
      <dgm:prSet custT="1"/>
      <dgm:spPr/>
      <dgm:t>
        <a:bodyPr/>
        <a:lstStyle/>
        <a:p>
          <a:endParaRPr lang="en-US" sz="32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67C141C-CEEE-4895-9435-7B36DA13F1F5}" type="pres">
      <dgm:prSet presAssocID="{23E20339-C6BB-4E2C-AC81-6B1F26D8E26A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034DC9F-751E-4D7F-B468-E76D5522B498}" type="pres">
      <dgm:prSet presAssocID="{BF7DF3EC-99FD-4694-8911-DA27E0EA2183}" presName="centerShape" presStyleLbl="node0" presStyleIdx="0" presStyleCnt="1" custScaleX="177441" custScaleY="130484"/>
      <dgm:spPr/>
    </dgm:pt>
    <dgm:pt modelId="{CEB24388-AA61-4E3C-B78C-E7042FA183AF}" type="pres">
      <dgm:prSet presAssocID="{C5DDF2B2-18EE-4D97-BC37-2B4D0738ACDC}" presName="Name9" presStyleLbl="parChTrans1D2" presStyleIdx="0" presStyleCnt="5"/>
      <dgm:spPr/>
    </dgm:pt>
    <dgm:pt modelId="{834A43A9-66FB-45EF-B16E-5A061A3EA034}" type="pres">
      <dgm:prSet presAssocID="{C5DDF2B2-18EE-4D97-BC37-2B4D0738ACDC}" presName="connTx" presStyleLbl="parChTrans1D2" presStyleIdx="0" presStyleCnt="5"/>
      <dgm:spPr/>
    </dgm:pt>
    <dgm:pt modelId="{CAAA4CD9-4DC9-4B6B-A27C-51600C87333B}" type="pres">
      <dgm:prSet presAssocID="{CC51A3E5-AF0B-4F93-8748-E974063150BA}" presName="node" presStyleLbl="node1" presStyleIdx="0" presStyleCnt="5" custScaleX="126083" custScaleY="107390">
        <dgm:presLayoutVars>
          <dgm:bulletEnabled val="1"/>
        </dgm:presLayoutVars>
      </dgm:prSet>
      <dgm:spPr/>
    </dgm:pt>
    <dgm:pt modelId="{BFA9356A-CE45-40D7-963D-047FBAC9E619}" type="pres">
      <dgm:prSet presAssocID="{C16DB1EB-3457-46A9-85D4-6C5367659B9D}" presName="Name9" presStyleLbl="parChTrans1D2" presStyleIdx="1" presStyleCnt="5"/>
      <dgm:spPr/>
    </dgm:pt>
    <dgm:pt modelId="{23E60825-91E0-4542-8E49-E33B5FAD5646}" type="pres">
      <dgm:prSet presAssocID="{C16DB1EB-3457-46A9-85D4-6C5367659B9D}" presName="connTx" presStyleLbl="parChTrans1D2" presStyleIdx="1" presStyleCnt="5"/>
      <dgm:spPr/>
    </dgm:pt>
    <dgm:pt modelId="{4AB782BA-21FA-4D5E-851B-5EBC860C2238}" type="pres">
      <dgm:prSet presAssocID="{AA1E7807-B206-4E08-981E-45793348209B}" presName="node" presStyleLbl="node1" presStyleIdx="1" presStyleCnt="5" custScaleX="122227" custScaleY="99841" custRadScaleRad="122946" custRadScaleInc="-7204">
        <dgm:presLayoutVars>
          <dgm:bulletEnabled val="1"/>
        </dgm:presLayoutVars>
      </dgm:prSet>
      <dgm:spPr/>
    </dgm:pt>
    <dgm:pt modelId="{DA65DFD2-3029-4800-B807-4DD9F34FB0EC}" type="pres">
      <dgm:prSet presAssocID="{A80C709D-D879-4809-9CED-EEFFCB4DCB57}" presName="Name9" presStyleLbl="parChTrans1D2" presStyleIdx="2" presStyleCnt="5"/>
      <dgm:spPr/>
    </dgm:pt>
    <dgm:pt modelId="{29758FBA-C254-4CA5-B9C0-3150AA8E4BF4}" type="pres">
      <dgm:prSet presAssocID="{A80C709D-D879-4809-9CED-EEFFCB4DCB57}" presName="connTx" presStyleLbl="parChTrans1D2" presStyleIdx="2" presStyleCnt="5"/>
      <dgm:spPr/>
    </dgm:pt>
    <dgm:pt modelId="{3D9E41B6-6C6B-4422-8891-DE7CBF930D90}" type="pres">
      <dgm:prSet presAssocID="{23CB4817-7C0C-42E3-BFF0-C08E60C15C5E}" presName="node" presStyleLbl="node1" presStyleIdx="2" presStyleCnt="5" custScaleX="124818" custScaleY="104268" custRadScaleRad="117042" custRadScaleInc="-26627">
        <dgm:presLayoutVars>
          <dgm:bulletEnabled val="1"/>
        </dgm:presLayoutVars>
      </dgm:prSet>
      <dgm:spPr/>
    </dgm:pt>
    <dgm:pt modelId="{C86900EF-7AA5-4D59-80B6-1D226ECC6EFC}" type="pres">
      <dgm:prSet presAssocID="{4C55E342-670D-4C2A-9B35-CBE0E298F84C}" presName="Name9" presStyleLbl="parChTrans1D2" presStyleIdx="3" presStyleCnt="5"/>
      <dgm:spPr/>
    </dgm:pt>
    <dgm:pt modelId="{30A4C2CC-C3CF-4E61-972D-5AEBB99D265A}" type="pres">
      <dgm:prSet presAssocID="{4C55E342-670D-4C2A-9B35-CBE0E298F84C}" presName="connTx" presStyleLbl="parChTrans1D2" presStyleIdx="3" presStyleCnt="5"/>
      <dgm:spPr/>
    </dgm:pt>
    <dgm:pt modelId="{862BEEDE-382D-4098-8033-47F9BC2BDD9F}" type="pres">
      <dgm:prSet presAssocID="{A062E2C5-F24C-44FE-8C4C-8111BA15710A}" presName="node" presStyleLbl="node1" presStyleIdx="3" presStyleCnt="5" custScaleX="125201" custScaleY="100079" custRadScaleRad="117217" custRadScaleInc="10752">
        <dgm:presLayoutVars>
          <dgm:bulletEnabled val="1"/>
        </dgm:presLayoutVars>
      </dgm:prSet>
      <dgm:spPr/>
    </dgm:pt>
    <dgm:pt modelId="{B6F3FF8E-91D1-4D01-9B3E-BBA5FF15BD34}" type="pres">
      <dgm:prSet presAssocID="{C6C149AD-952B-4A7D-918A-8D8FAF523CD8}" presName="Name9" presStyleLbl="parChTrans1D2" presStyleIdx="4" presStyleCnt="5"/>
      <dgm:spPr/>
    </dgm:pt>
    <dgm:pt modelId="{E4E46515-0614-4BF8-AB11-22C31E172CF7}" type="pres">
      <dgm:prSet presAssocID="{C6C149AD-952B-4A7D-918A-8D8FAF523CD8}" presName="connTx" presStyleLbl="parChTrans1D2" presStyleIdx="4" presStyleCnt="5"/>
      <dgm:spPr/>
    </dgm:pt>
    <dgm:pt modelId="{B725503D-2D8A-4E2A-A622-BEC0427E97C1}" type="pres">
      <dgm:prSet presAssocID="{8AE33907-DD3E-458D-8419-C00128B23D63}" presName="node" presStyleLbl="node1" presStyleIdx="4" presStyleCnt="5" custScaleX="121860" custScaleY="97899" custRadScaleRad="116116" custRadScaleInc="-8203">
        <dgm:presLayoutVars>
          <dgm:bulletEnabled val="1"/>
        </dgm:presLayoutVars>
      </dgm:prSet>
      <dgm:spPr/>
    </dgm:pt>
  </dgm:ptLst>
  <dgm:cxnLst>
    <dgm:cxn modelId="{BD948E05-78EB-4E61-8E92-29C25D4E9396}" srcId="{BF7DF3EC-99FD-4694-8911-DA27E0EA2183}" destId="{8AE33907-DD3E-458D-8419-C00128B23D63}" srcOrd="4" destOrd="0" parTransId="{C6C149AD-952B-4A7D-918A-8D8FAF523CD8}" sibTransId="{B0BE1F7C-7EC4-4903-9A82-EB25F1F3BF0F}"/>
    <dgm:cxn modelId="{6450180F-8BA0-45FD-9594-AF21BCCE4689}" type="presOf" srcId="{C6C149AD-952B-4A7D-918A-8D8FAF523CD8}" destId="{E4E46515-0614-4BF8-AB11-22C31E172CF7}" srcOrd="1" destOrd="0" presId="urn:microsoft.com/office/officeart/2005/8/layout/radial1"/>
    <dgm:cxn modelId="{35964F17-2A1C-424A-9485-DE183B16032F}" type="presOf" srcId="{AA1E7807-B206-4E08-981E-45793348209B}" destId="{4AB782BA-21FA-4D5E-851B-5EBC860C2238}" srcOrd="0" destOrd="0" presId="urn:microsoft.com/office/officeart/2005/8/layout/radial1"/>
    <dgm:cxn modelId="{4C92B323-6D38-46AC-96C1-6226A9E93ED2}" type="presOf" srcId="{C6C149AD-952B-4A7D-918A-8D8FAF523CD8}" destId="{B6F3FF8E-91D1-4D01-9B3E-BBA5FF15BD34}" srcOrd="0" destOrd="0" presId="urn:microsoft.com/office/officeart/2005/8/layout/radial1"/>
    <dgm:cxn modelId="{2EA0A964-19FE-4A82-91F1-C27554210D37}" type="presOf" srcId="{4C55E342-670D-4C2A-9B35-CBE0E298F84C}" destId="{30A4C2CC-C3CF-4E61-972D-5AEBB99D265A}" srcOrd="1" destOrd="0" presId="urn:microsoft.com/office/officeart/2005/8/layout/radial1"/>
    <dgm:cxn modelId="{1D09314A-0C32-4BAE-89D2-C4455EDADEDD}" srcId="{BF7DF3EC-99FD-4694-8911-DA27E0EA2183}" destId="{CC51A3E5-AF0B-4F93-8748-E974063150BA}" srcOrd="0" destOrd="0" parTransId="{C5DDF2B2-18EE-4D97-BC37-2B4D0738ACDC}" sibTransId="{9D7C30A9-6CE5-41CA-A918-5111F5697863}"/>
    <dgm:cxn modelId="{A115EF6A-7760-4F0B-8B5A-F40457A4E717}" type="presOf" srcId="{CC51A3E5-AF0B-4F93-8748-E974063150BA}" destId="{CAAA4CD9-4DC9-4B6B-A27C-51600C87333B}" srcOrd="0" destOrd="0" presId="urn:microsoft.com/office/officeart/2005/8/layout/radial1"/>
    <dgm:cxn modelId="{7188074C-4C8C-4E24-8668-74A76E3B4D9F}" type="presOf" srcId="{23CB4817-7C0C-42E3-BFF0-C08E60C15C5E}" destId="{3D9E41B6-6C6B-4422-8891-DE7CBF930D90}" srcOrd="0" destOrd="0" presId="urn:microsoft.com/office/officeart/2005/8/layout/radial1"/>
    <dgm:cxn modelId="{9367F850-4952-4BAF-9C84-B55A76F03F78}" srcId="{BF7DF3EC-99FD-4694-8911-DA27E0EA2183}" destId="{23CB4817-7C0C-42E3-BFF0-C08E60C15C5E}" srcOrd="2" destOrd="0" parTransId="{A80C709D-D879-4809-9CED-EEFFCB4DCB57}" sibTransId="{33211D35-BAE1-41A1-BDF0-6D8F41DA3943}"/>
    <dgm:cxn modelId="{25FA2B77-E7F5-4262-92A5-073800355370}" type="presOf" srcId="{C16DB1EB-3457-46A9-85D4-6C5367659B9D}" destId="{BFA9356A-CE45-40D7-963D-047FBAC9E619}" srcOrd="0" destOrd="0" presId="urn:microsoft.com/office/officeart/2005/8/layout/radial1"/>
    <dgm:cxn modelId="{AF59AA80-94C8-4385-AA28-444455A2966D}" type="presOf" srcId="{BF7DF3EC-99FD-4694-8911-DA27E0EA2183}" destId="{2034DC9F-751E-4D7F-B468-E76D5522B498}" srcOrd="0" destOrd="0" presId="urn:microsoft.com/office/officeart/2005/8/layout/radial1"/>
    <dgm:cxn modelId="{E2D26B83-3B26-41D5-8645-1CE6F05D87B7}" srcId="{BF7DF3EC-99FD-4694-8911-DA27E0EA2183}" destId="{AA1E7807-B206-4E08-981E-45793348209B}" srcOrd="1" destOrd="0" parTransId="{C16DB1EB-3457-46A9-85D4-6C5367659B9D}" sibTransId="{9454A525-1C80-4A16-AA1B-93F3D8B65F41}"/>
    <dgm:cxn modelId="{B7DCCAA6-F84A-4DDC-822A-B740CA65AC3E}" srcId="{23E20339-C6BB-4E2C-AC81-6B1F26D8E26A}" destId="{BF7DF3EC-99FD-4694-8911-DA27E0EA2183}" srcOrd="0" destOrd="0" parTransId="{EEC9780A-44BB-481E-8F12-212A03701D4C}" sibTransId="{E40F2585-4F2A-4EAB-BE72-985A323923C0}"/>
    <dgm:cxn modelId="{68E776AC-C6F4-4AD8-A74B-A1DFED03E2FD}" type="presOf" srcId="{C5DDF2B2-18EE-4D97-BC37-2B4D0738ACDC}" destId="{CEB24388-AA61-4E3C-B78C-E7042FA183AF}" srcOrd="0" destOrd="0" presId="urn:microsoft.com/office/officeart/2005/8/layout/radial1"/>
    <dgm:cxn modelId="{E341B1C0-9430-4AFE-B4E4-54043F5982D7}" type="presOf" srcId="{4C55E342-670D-4C2A-9B35-CBE0E298F84C}" destId="{C86900EF-7AA5-4D59-80B6-1D226ECC6EFC}" srcOrd="0" destOrd="0" presId="urn:microsoft.com/office/officeart/2005/8/layout/radial1"/>
    <dgm:cxn modelId="{833634CA-2807-4E67-A3DD-F727BD031383}" srcId="{BF7DF3EC-99FD-4694-8911-DA27E0EA2183}" destId="{A062E2C5-F24C-44FE-8C4C-8111BA15710A}" srcOrd="3" destOrd="0" parTransId="{4C55E342-670D-4C2A-9B35-CBE0E298F84C}" sibTransId="{322244E2-3570-429B-B9FE-60C109888050}"/>
    <dgm:cxn modelId="{3BDB2DD6-FDF7-43D1-B4C2-FFB48F5FB97A}" type="presOf" srcId="{A80C709D-D879-4809-9CED-EEFFCB4DCB57}" destId="{DA65DFD2-3029-4800-B807-4DD9F34FB0EC}" srcOrd="0" destOrd="0" presId="urn:microsoft.com/office/officeart/2005/8/layout/radial1"/>
    <dgm:cxn modelId="{FC3EC6DA-9249-4CF6-BE8D-70FECBCF4999}" type="presOf" srcId="{C5DDF2B2-18EE-4D97-BC37-2B4D0738ACDC}" destId="{834A43A9-66FB-45EF-B16E-5A061A3EA034}" srcOrd="1" destOrd="0" presId="urn:microsoft.com/office/officeart/2005/8/layout/radial1"/>
    <dgm:cxn modelId="{69EE51DC-9BCA-47E1-9B19-DBCEE78089C6}" type="presOf" srcId="{C16DB1EB-3457-46A9-85D4-6C5367659B9D}" destId="{23E60825-91E0-4542-8E49-E33B5FAD5646}" srcOrd="1" destOrd="0" presId="urn:microsoft.com/office/officeart/2005/8/layout/radial1"/>
    <dgm:cxn modelId="{A0AB6EF5-27B1-49D2-9608-784AFC7A4487}" type="presOf" srcId="{A062E2C5-F24C-44FE-8C4C-8111BA15710A}" destId="{862BEEDE-382D-4098-8033-47F9BC2BDD9F}" srcOrd="0" destOrd="0" presId="urn:microsoft.com/office/officeart/2005/8/layout/radial1"/>
    <dgm:cxn modelId="{27A64CF6-9E4C-4897-8A49-E2E51ADF7F24}" type="presOf" srcId="{8AE33907-DD3E-458D-8419-C00128B23D63}" destId="{B725503D-2D8A-4E2A-A622-BEC0427E97C1}" srcOrd="0" destOrd="0" presId="urn:microsoft.com/office/officeart/2005/8/layout/radial1"/>
    <dgm:cxn modelId="{0DE629F7-D68A-43C7-83D4-C6B966BDBDC4}" type="presOf" srcId="{A80C709D-D879-4809-9CED-EEFFCB4DCB57}" destId="{29758FBA-C254-4CA5-B9C0-3150AA8E4BF4}" srcOrd="1" destOrd="0" presId="urn:microsoft.com/office/officeart/2005/8/layout/radial1"/>
    <dgm:cxn modelId="{69BA5EFE-0866-4999-83C6-2CAA9917B2C2}" type="presOf" srcId="{23E20339-C6BB-4E2C-AC81-6B1F26D8E26A}" destId="{F67C141C-CEEE-4895-9435-7B36DA13F1F5}" srcOrd="0" destOrd="0" presId="urn:microsoft.com/office/officeart/2005/8/layout/radial1"/>
    <dgm:cxn modelId="{C08F10A8-4FFC-43F6-9089-BEEED5594BCD}" type="presParOf" srcId="{F67C141C-CEEE-4895-9435-7B36DA13F1F5}" destId="{2034DC9F-751E-4D7F-B468-E76D5522B498}" srcOrd="0" destOrd="0" presId="urn:microsoft.com/office/officeart/2005/8/layout/radial1"/>
    <dgm:cxn modelId="{7B01C318-168B-447C-A064-3BF639C27B6E}" type="presParOf" srcId="{F67C141C-CEEE-4895-9435-7B36DA13F1F5}" destId="{CEB24388-AA61-4E3C-B78C-E7042FA183AF}" srcOrd="1" destOrd="0" presId="urn:microsoft.com/office/officeart/2005/8/layout/radial1"/>
    <dgm:cxn modelId="{0449DCF4-C263-4465-8057-EA026D286A17}" type="presParOf" srcId="{CEB24388-AA61-4E3C-B78C-E7042FA183AF}" destId="{834A43A9-66FB-45EF-B16E-5A061A3EA034}" srcOrd="0" destOrd="0" presId="urn:microsoft.com/office/officeart/2005/8/layout/radial1"/>
    <dgm:cxn modelId="{43A4AB5D-61B7-4238-86C9-9D7C9FA97E19}" type="presParOf" srcId="{F67C141C-CEEE-4895-9435-7B36DA13F1F5}" destId="{CAAA4CD9-4DC9-4B6B-A27C-51600C87333B}" srcOrd="2" destOrd="0" presId="urn:microsoft.com/office/officeart/2005/8/layout/radial1"/>
    <dgm:cxn modelId="{BC35378E-F6E2-48E1-98D9-7F24E979D3EB}" type="presParOf" srcId="{F67C141C-CEEE-4895-9435-7B36DA13F1F5}" destId="{BFA9356A-CE45-40D7-963D-047FBAC9E619}" srcOrd="3" destOrd="0" presId="urn:microsoft.com/office/officeart/2005/8/layout/radial1"/>
    <dgm:cxn modelId="{F3DADC75-BAD4-480E-8693-08FAF21B9F6F}" type="presParOf" srcId="{BFA9356A-CE45-40D7-963D-047FBAC9E619}" destId="{23E60825-91E0-4542-8E49-E33B5FAD5646}" srcOrd="0" destOrd="0" presId="urn:microsoft.com/office/officeart/2005/8/layout/radial1"/>
    <dgm:cxn modelId="{2B825BB2-CF6B-4B1D-A867-03DF4E88C0DB}" type="presParOf" srcId="{F67C141C-CEEE-4895-9435-7B36DA13F1F5}" destId="{4AB782BA-21FA-4D5E-851B-5EBC860C2238}" srcOrd="4" destOrd="0" presId="urn:microsoft.com/office/officeart/2005/8/layout/radial1"/>
    <dgm:cxn modelId="{20AC11E3-2D09-458B-ABC1-D47530BA04CD}" type="presParOf" srcId="{F67C141C-CEEE-4895-9435-7B36DA13F1F5}" destId="{DA65DFD2-3029-4800-B807-4DD9F34FB0EC}" srcOrd="5" destOrd="0" presId="urn:microsoft.com/office/officeart/2005/8/layout/radial1"/>
    <dgm:cxn modelId="{74CD3001-EA89-4911-82C0-22DAEFD0826F}" type="presParOf" srcId="{DA65DFD2-3029-4800-B807-4DD9F34FB0EC}" destId="{29758FBA-C254-4CA5-B9C0-3150AA8E4BF4}" srcOrd="0" destOrd="0" presId="urn:microsoft.com/office/officeart/2005/8/layout/radial1"/>
    <dgm:cxn modelId="{D71552D4-1647-4C3B-8D67-25C1AD8FF1CE}" type="presParOf" srcId="{F67C141C-CEEE-4895-9435-7B36DA13F1F5}" destId="{3D9E41B6-6C6B-4422-8891-DE7CBF930D90}" srcOrd="6" destOrd="0" presId="urn:microsoft.com/office/officeart/2005/8/layout/radial1"/>
    <dgm:cxn modelId="{FE1BCFB8-4BF4-4E62-9C3E-F94115E8AFCD}" type="presParOf" srcId="{F67C141C-CEEE-4895-9435-7B36DA13F1F5}" destId="{C86900EF-7AA5-4D59-80B6-1D226ECC6EFC}" srcOrd="7" destOrd="0" presId="urn:microsoft.com/office/officeart/2005/8/layout/radial1"/>
    <dgm:cxn modelId="{DAACC46F-7B04-4767-B092-A428DE12ED5A}" type="presParOf" srcId="{C86900EF-7AA5-4D59-80B6-1D226ECC6EFC}" destId="{30A4C2CC-C3CF-4E61-972D-5AEBB99D265A}" srcOrd="0" destOrd="0" presId="urn:microsoft.com/office/officeart/2005/8/layout/radial1"/>
    <dgm:cxn modelId="{2184C0D9-EE13-43E8-ACC7-B25E5CE2D685}" type="presParOf" srcId="{F67C141C-CEEE-4895-9435-7B36DA13F1F5}" destId="{862BEEDE-382D-4098-8033-47F9BC2BDD9F}" srcOrd="8" destOrd="0" presId="urn:microsoft.com/office/officeart/2005/8/layout/radial1"/>
    <dgm:cxn modelId="{3078C197-029A-4A12-A5BC-AFA78399FAFA}" type="presParOf" srcId="{F67C141C-CEEE-4895-9435-7B36DA13F1F5}" destId="{B6F3FF8E-91D1-4D01-9B3E-BBA5FF15BD34}" srcOrd="9" destOrd="0" presId="urn:microsoft.com/office/officeart/2005/8/layout/radial1"/>
    <dgm:cxn modelId="{8E2337C0-DDDD-4BD9-86A5-B30A926D1A4A}" type="presParOf" srcId="{B6F3FF8E-91D1-4D01-9B3E-BBA5FF15BD34}" destId="{E4E46515-0614-4BF8-AB11-22C31E172CF7}" srcOrd="0" destOrd="0" presId="urn:microsoft.com/office/officeart/2005/8/layout/radial1"/>
    <dgm:cxn modelId="{ABC2A568-65AA-48A5-99CE-A79E3D0F1F62}" type="presParOf" srcId="{F67C141C-CEEE-4895-9435-7B36DA13F1F5}" destId="{B725503D-2D8A-4E2A-A622-BEC0427E97C1}" srcOrd="10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F3571CF-BFDE-4D86-A32F-021342A28C5F}" type="doc">
      <dgm:prSet loTypeId="urn:microsoft.com/office/officeart/2009/3/layout/StepUp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113F30D-23C2-4319-89FA-507F538685CF}">
      <dgm:prSet phldrT="[Text]" custT="1"/>
      <dgm:spPr/>
      <dgm:t>
        <a:bodyPr/>
        <a:lstStyle/>
        <a:p>
          <a:r>
            <a:rPr lang="mn-M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Учир нь </a:t>
          </a:r>
          <a:r>
            <a:rPr lang="mn-MN" sz="2400" b="1" cap="all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бодол</a:t>
          </a:r>
          <a:r>
            <a:rPr lang="mn-M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үг болдог.</a:t>
          </a:r>
          <a:endParaRPr lang="en-US" sz="2400" dirty="0"/>
        </a:p>
      </dgm:t>
    </dgm:pt>
    <dgm:pt modelId="{4942BCD7-F967-4414-8C38-DEF8164CE1D8}" type="parTrans" cxnId="{7313BA44-5AB3-4966-B43D-3837ACF7B09B}">
      <dgm:prSet/>
      <dgm:spPr/>
      <dgm:t>
        <a:bodyPr/>
        <a:lstStyle/>
        <a:p>
          <a:endParaRPr lang="en-US" sz="2400"/>
        </a:p>
      </dgm:t>
    </dgm:pt>
    <dgm:pt modelId="{2A8C22BB-8237-48B6-A15A-6FA064762FEE}" type="sibTrans" cxnId="{7313BA44-5AB3-4966-B43D-3837ACF7B09B}">
      <dgm:prSet/>
      <dgm:spPr/>
      <dgm:t>
        <a:bodyPr/>
        <a:lstStyle/>
        <a:p>
          <a:endParaRPr lang="en-US" sz="2400"/>
        </a:p>
      </dgm:t>
    </dgm:pt>
    <dgm:pt modelId="{A34B0F0C-6116-4C3A-9A56-7EB5C40FDA8C}">
      <dgm:prSet phldrT="[Text]" custT="1"/>
      <dgm:spPr/>
      <dgm:t>
        <a:bodyPr/>
        <a:lstStyle/>
        <a:p>
          <a:r>
            <a:rPr lang="mn-M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Учир нь </a:t>
          </a:r>
          <a:r>
            <a:rPr lang="mn-MN" sz="2400" b="1" cap="all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зан чанар </a:t>
          </a:r>
          <a:r>
            <a:rPr lang="mn-M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хувь тавилан болдог.</a:t>
          </a:r>
          <a:endParaRPr lang="en-US" sz="2400" dirty="0"/>
        </a:p>
      </dgm:t>
    </dgm:pt>
    <dgm:pt modelId="{205E3374-2A2A-4E81-A152-D44F2D6BD533}" type="parTrans" cxnId="{313EAD27-EC6A-4867-96DC-6FA0801FC340}">
      <dgm:prSet/>
      <dgm:spPr/>
      <dgm:t>
        <a:bodyPr/>
        <a:lstStyle/>
        <a:p>
          <a:endParaRPr lang="en-US" sz="2400"/>
        </a:p>
      </dgm:t>
    </dgm:pt>
    <dgm:pt modelId="{B13DD219-71F8-4014-BEAD-43F8A38BF3E3}" type="sibTrans" cxnId="{313EAD27-EC6A-4867-96DC-6FA0801FC340}">
      <dgm:prSet/>
      <dgm:spPr/>
      <dgm:t>
        <a:bodyPr/>
        <a:lstStyle/>
        <a:p>
          <a:endParaRPr lang="en-US" sz="2400"/>
        </a:p>
      </dgm:t>
    </dgm:pt>
    <dgm:pt modelId="{C136C9D2-1E54-4A11-BE1E-E1EAF12C7D8B}">
      <dgm:prSet phldrT="[Text]" phldr="1" custT="1"/>
      <dgm:spPr/>
      <dgm:t>
        <a:bodyPr/>
        <a:lstStyle/>
        <a:p>
          <a:endParaRPr lang="en-US" sz="2400" dirty="0"/>
        </a:p>
      </dgm:t>
    </dgm:pt>
    <dgm:pt modelId="{254F44C3-0450-4A39-B0CD-1386A02F8A2C}" type="parTrans" cxnId="{63F22970-00C4-4A4C-9278-33B0954209B7}">
      <dgm:prSet/>
      <dgm:spPr/>
      <dgm:t>
        <a:bodyPr/>
        <a:lstStyle/>
        <a:p>
          <a:endParaRPr lang="en-US" sz="2400"/>
        </a:p>
      </dgm:t>
    </dgm:pt>
    <dgm:pt modelId="{6B317A80-0E5B-4F6E-80F7-0C240A2E1F3F}" type="sibTrans" cxnId="{63F22970-00C4-4A4C-9278-33B0954209B7}">
      <dgm:prSet/>
      <dgm:spPr/>
      <dgm:t>
        <a:bodyPr/>
        <a:lstStyle/>
        <a:p>
          <a:endParaRPr lang="en-US" sz="2400"/>
        </a:p>
      </dgm:t>
    </dgm:pt>
    <dgm:pt modelId="{058114BE-499F-4900-87D3-783795A80AED}">
      <dgm:prSet phldrT="[Text]" custT="1"/>
      <dgm:spPr/>
      <dgm:t>
        <a:bodyPr/>
        <a:lstStyle/>
        <a:p>
          <a:r>
            <a:rPr lang="mn-M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Учир нь </a:t>
          </a:r>
          <a:r>
            <a:rPr lang="mn-MN" sz="2400" b="1" cap="all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үг</a:t>
          </a:r>
          <a:r>
            <a:rPr lang="mn-M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үйлдэл болдог. </a:t>
          </a:r>
          <a:endParaRPr lang="en-US" sz="2400" dirty="0"/>
        </a:p>
      </dgm:t>
    </dgm:pt>
    <dgm:pt modelId="{DE191829-B724-49CB-8C90-0030874BA9D5}" type="parTrans" cxnId="{8FB93D6D-6CFC-4347-99DA-B01903FFDD71}">
      <dgm:prSet/>
      <dgm:spPr/>
      <dgm:t>
        <a:bodyPr/>
        <a:lstStyle/>
        <a:p>
          <a:endParaRPr lang="en-US" sz="2400"/>
        </a:p>
      </dgm:t>
    </dgm:pt>
    <dgm:pt modelId="{D2A0E7F4-2F5B-4D71-9977-EDC081EBF3CE}" type="sibTrans" cxnId="{8FB93D6D-6CFC-4347-99DA-B01903FFDD71}">
      <dgm:prSet/>
      <dgm:spPr/>
      <dgm:t>
        <a:bodyPr/>
        <a:lstStyle/>
        <a:p>
          <a:endParaRPr lang="en-US" sz="2400"/>
        </a:p>
      </dgm:t>
    </dgm:pt>
    <dgm:pt modelId="{A8BB7EB6-4692-4398-8506-DBCACBD92592}">
      <dgm:prSet phldrT="[Text]" custT="1"/>
      <dgm:spPr/>
      <dgm:t>
        <a:bodyPr/>
        <a:lstStyle/>
        <a:p>
          <a:r>
            <a:rPr lang="mn-M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Учир нь </a:t>
          </a:r>
          <a:r>
            <a:rPr lang="mn-MN" sz="2400" b="1" cap="all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үйлдэл </a:t>
          </a:r>
          <a:r>
            <a:rPr lang="mn-M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зуршил болдог.</a:t>
          </a:r>
          <a:endParaRPr lang="en-US" sz="2400" dirty="0"/>
        </a:p>
      </dgm:t>
    </dgm:pt>
    <dgm:pt modelId="{E2C36208-3578-4DD7-B42D-48BBCE0A34B1}" type="parTrans" cxnId="{EE6E80AA-5657-4F27-A416-CE96CAFF303B}">
      <dgm:prSet/>
      <dgm:spPr/>
      <dgm:t>
        <a:bodyPr/>
        <a:lstStyle/>
        <a:p>
          <a:endParaRPr lang="en-US" sz="2400"/>
        </a:p>
      </dgm:t>
    </dgm:pt>
    <dgm:pt modelId="{BC53EB11-E964-42AB-B2F7-EFB1EBE1C1E5}" type="sibTrans" cxnId="{EE6E80AA-5657-4F27-A416-CE96CAFF303B}">
      <dgm:prSet/>
      <dgm:spPr/>
      <dgm:t>
        <a:bodyPr/>
        <a:lstStyle/>
        <a:p>
          <a:endParaRPr lang="en-US" sz="2400"/>
        </a:p>
      </dgm:t>
    </dgm:pt>
    <dgm:pt modelId="{9484BA8B-F378-49E8-BA1E-14752BD72AD2}">
      <dgm:prSet phldrT="[Text]" custT="1"/>
      <dgm:spPr/>
      <dgm:t>
        <a:bodyPr/>
        <a:lstStyle/>
        <a:p>
          <a:r>
            <a:rPr lang="mn-M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Учир нь </a:t>
          </a:r>
          <a:r>
            <a:rPr lang="mn-MN" sz="2400" b="1" cap="all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зуршил</a:t>
          </a:r>
          <a:r>
            <a:rPr lang="mn-M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зан чанар болдог. </a:t>
          </a:r>
          <a:endParaRPr lang="en-US" sz="2400" dirty="0"/>
        </a:p>
      </dgm:t>
    </dgm:pt>
    <dgm:pt modelId="{8077F5ED-72F6-4141-B77D-7D39CB6CFA78}" type="parTrans" cxnId="{45D282EF-D34E-4AA3-92BA-BC0BAA8E57C4}">
      <dgm:prSet/>
      <dgm:spPr/>
      <dgm:t>
        <a:bodyPr/>
        <a:lstStyle/>
        <a:p>
          <a:endParaRPr lang="en-US" sz="2400"/>
        </a:p>
      </dgm:t>
    </dgm:pt>
    <dgm:pt modelId="{CC35A4FC-5A0A-48CA-AAF6-CD1EEBC8E7EA}" type="sibTrans" cxnId="{45D282EF-D34E-4AA3-92BA-BC0BAA8E57C4}">
      <dgm:prSet/>
      <dgm:spPr/>
      <dgm:t>
        <a:bodyPr/>
        <a:lstStyle/>
        <a:p>
          <a:endParaRPr lang="en-US" sz="2400"/>
        </a:p>
      </dgm:t>
    </dgm:pt>
    <dgm:pt modelId="{FE817C8E-5120-4B34-AC6E-DCE0C6F603AE}" type="pres">
      <dgm:prSet presAssocID="{2F3571CF-BFDE-4D86-A32F-021342A28C5F}" presName="rootnode" presStyleCnt="0">
        <dgm:presLayoutVars>
          <dgm:chMax/>
          <dgm:chPref/>
          <dgm:dir/>
          <dgm:animLvl val="lvl"/>
        </dgm:presLayoutVars>
      </dgm:prSet>
      <dgm:spPr/>
    </dgm:pt>
    <dgm:pt modelId="{9F4B8BBD-E0BF-4739-AD47-6B0D55D979B0}" type="pres">
      <dgm:prSet presAssocID="{C113F30D-23C2-4319-89FA-507F538685CF}" presName="composite" presStyleCnt="0"/>
      <dgm:spPr/>
    </dgm:pt>
    <dgm:pt modelId="{0D149887-A057-4F03-AB88-F95FEBF0CB01}" type="pres">
      <dgm:prSet presAssocID="{C113F30D-23C2-4319-89FA-507F538685CF}" presName="LShape" presStyleLbl="alignNode1" presStyleIdx="0" presStyleCnt="11"/>
      <dgm:spPr/>
    </dgm:pt>
    <dgm:pt modelId="{BFBA0DF0-4DAA-4D4E-8702-A7C96260D902}" type="pres">
      <dgm:prSet presAssocID="{C113F30D-23C2-4319-89FA-507F538685CF}" presName="ParentText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AC70FD7F-9EE6-47EC-960D-EA6D07413A19}" type="pres">
      <dgm:prSet presAssocID="{C113F30D-23C2-4319-89FA-507F538685CF}" presName="Triangle" presStyleLbl="alignNode1" presStyleIdx="1" presStyleCnt="11"/>
      <dgm:spPr/>
    </dgm:pt>
    <dgm:pt modelId="{A03A9D4C-1445-4181-BA95-77568A2F9F77}" type="pres">
      <dgm:prSet presAssocID="{2A8C22BB-8237-48B6-A15A-6FA064762FEE}" presName="sibTrans" presStyleCnt="0"/>
      <dgm:spPr/>
    </dgm:pt>
    <dgm:pt modelId="{AB8B0B7A-6597-43CC-8410-D7853455858D}" type="pres">
      <dgm:prSet presAssocID="{2A8C22BB-8237-48B6-A15A-6FA064762FEE}" presName="space" presStyleCnt="0"/>
      <dgm:spPr/>
    </dgm:pt>
    <dgm:pt modelId="{1F44309F-B10E-4953-94D9-9233B6259CFD}" type="pres">
      <dgm:prSet presAssocID="{058114BE-499F-4900-87D3-783795A80AED}" presName="composite" presStyleCnt="0"/>
      <dgm:spPr/>
    </dgm:pt>
    <dgm:pt modelId="{423F4C15-82B3-4263-B3BE-2759367FE7AF}" type="pres">
      <dgm:prSet presAssocID="{058114BE-499F-4900-87D3-783795A80AED}" presName="LShape" presStyleLbl="alignNode1" presStyleIdx="2" presStyleCnt="11"/>
      <dgm:spPr/>
    </dgm:pt>
    <dgm:pt modelId="{A038D996-A8F1-411E-9909-761CD1816F12}" type="pres">
      <dgm:prSet presAssocID="{058114BE-499F-4900-87D3-783795A80AED}" presName="ParentText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7A10A43F-9892-4EFE-98D9-104A41B2B942}" type="pres">
      <dgm:prSet presAssocID="{058114BE-499F-4900-87D3-783795A80AED}" presName="Triangle" presStyleLbl="alignNode1" presStyleIdx="3" presStyleCnt="11"/>
      <dgm:spPr/>
    </dgm:pt>
    <dgm:pt modelId="{E721C870-F588-48AD-A6DC-74A54E0453E2}" type="pres">
      <dgm:prSet presAssocID="{D2A0E7F4-2F5B-4D71-9977-EDC081EBF3CE}" presName="sibTrans" presStyleCnt="0"/>
      <dgm:spPr/>
    </dgm:pt>
    <dgm:pt modelId="{ED46AF9A-80D2-421E-9E51-8352D5469290}" type="pres">
      <dgm:prSet presAssocID="{D2A0E7F4-2F5B-4D71-9977-EDC081EBF3CE}" presName="space" presStyleCnt="0"/>
      <dgm:spPr/>
    </dgm:pt>
    <dgm:pt modelId="{FC3DF7DB-28DA-4837-B632-FD77C7414E61}" type="pres">
      <dgm:prSet presAssocID="{A8BB7EB6-4692-4398-8506-DBCACBD92592}" presName="composite" presStyleCnt="0"/>
      <dgm:spPr/>
    </dgm:pt>
    <dgm:pt modelId="{8429615F-A075-4D97-B685-AB5823481796}" type="pres">
      <dgm:prSet presAssocID="{A8BB7EB6-4692-4398-8506-DBCACBD92592}" presName="LShape" presStyleLbl="alignNode1" presStyleIdx="4" presStyleCnt="11"/>
      <dgm:spPr/>
    </dgm:pt>
    <dgm:pt modelId="{8D6CE373-9387-4FEC-A4B2-E013C612D77C}" type="pres">
      <dgm:prSet presAssocID="{A8BB7EB6-4692-4398-8506-DBCACBD92592}" presName="ParentText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8C15E7D7-A11B-4FBA-B8DE-8A97115ED59B}" type="pres">
      <dgm:prSet presAssocID="{A8BB7EB6-4692-4398-8506-DBCACBD92592}" presName="Triangle" presStyleLbl="alignNode1" presStyleIdx="5" presStyleCnt="11"/>
      <dgm:spPr/>
    </dgm:pt>
    <dgm:pt modelId="{A4AF11A8-9D70-4E1A-9711-582AD14FB9E1}" type="pres">
      <dgm:prSet presAssocID="{BC53EB11-E964-42AB-B2F7-EFB1EBE1C1E5}" presName="sibTrans" presStyleCnt="0"/>
      <dgm:spPr/>
    </dgm:pt>
    <dgm:pt modelId="{FDD0E094-9F91-47D2-891D-450D2131AA90}" type="pres">
      <dgm:prSet presAssocID="{BC53EB11-E964-42AB-B2F7-EFB1EBE1C1E5}" presName="space" presStyleCnt="0"/>
      <dgm:spPr/>
    </dgm:pt>
    <dgm:pt modelId="{859D5E30-92F7-458F-BFDF-9A9F5FD7B1AD}" type="pres">
      <dgm:prSet presAssocID="{9484BA8B-F378-49E8-BA1E-14752BD72AD2}" presName="composite" presStyleCnt="0"/>
      <dgm:spPr/>
    </dgm:pt>
    <dgm:pt modelId="{F372720E-878A-4AA6-92D5-68C534E1A796}" type="pres">
      <dgm:prSet presAssocID="{9484BA8B-F378-49E8-BA1E-14752BD72AD2}" presName="LShape" presStyleLbl="alignNode1" presStyleIdx="6" presStyleCnt="11"/>
      <dgm:spPr/>
    </dgm:pt>
    <dgm:pt modelId="{DEA3D6D8-0CFD-4D48-A246-D504764F47F8}" type="pres">
      <dgm:prSet presAssocID="{9484BA8B-F378-49E8-BA1E-14752BD72AD2}" presName="ParentText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98489166-07F8-46A9-825A-CC17BFA17345}" type="pres">
      <dgm:prSet presAssocID="{9484BA8B-F378-49E8-BA1E-14752BD72AD2}" presName="Triangle" presStyleLbl="alignNode1" presStyleIdx="7" presStyleCnt="11"/>
      <dgm:spPr/>
    </dgm:pt>
    <dgm:pt modelId="{9E8EC86F-1392-42BD-99DD-5D999B859CED}" type="pres">
      <dgm:prSet presAssocID="{CC35A4FC-5A0A-48CA-AAF6-CD1EEBC8E7EA}" presName="sibTrans" presStyleCnt="0"/>
      <dgm:spPr/>
    </dgm:pt>
    <dgm:pt modelId="{D5B12B3E-1F8A-4AD0-8F5C-51FA89CEA37E}" type="pres">
      <dgm:prSet presAssocID="{CC35A4FC-5A0A-48CA-AAF6-CD1EEBC8E7EA}" presName="space" presStyleCnt="0"/>
      <dgm:spPr/>
    </dgm:pt>
    <dgm:pt modelId="{FC051B83-1882-46D9-87DB-080B28A6E0A6}" type="pres">
      <dgm:prSet presAssocID="{A34B0F0C-6116-4C3A-9A56-7EB5C40FDA8C}" presName="composite" presStyleCnt="0"/>
      <dgm:spPr/>
    </dgm:pt>
    <dgm:pt modelId="{C87161BB-9F37-4273-9D96-0A863AC6CC0A}" type="pres">
      <dgm:prSet presAssocID="{A34B0F0C-6116-4C3A-9A56-7EB5C40FDA8C}" presName="LShape" presStyleLbl="alignNode1" presStyleIdx="8" presStyleCnt="11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C534C89B-22E1-4DA9-8B82-AF53D3C72E61}" type="pres">
      <dgm:prSet presAssocID="{A34B0F0C-6116-4C3A-9A56-7EB5C40FDA8C}" presName="ParentText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F9CE1471-376C-4E7D-9145-5311C6E31918}" type="pres">
      <dgm:prSet presAssocID="{A34B0F0C-6116-4C3A-9A56-7EB5C40FDA8C}" presName="Triangle" presStyleLbl="alignNode1" presStyleIdx="9" presStyleCnt="11"/>
      <dgm:spPr/>
    </dgm:pt>
    <dgm:pt modelId="{5E7447C3-8E22-4907-9C2A-66C504739701}" type="pres">
      <dgm:prSet presAssocID="{B13DD219-71F8-4014-BEAD-43F8A38BF3E3}" presName="sibTrans" presStyleCnt="0"/>
      <dgm:spPr/>
    </dgm:pt>
    <dgm:pt modelId="{612D79CE-8A93-4FFF-BDB5-D32F8AE27D83}" type="pres">
      <dgm:prSet presAssocID="{B13DD219-71F8-4014-BEAD-43F8A38BF3E3}" presName="space" presStyleCnt="0"/>
      <dgm:spPr/>
    </dgm:pt>
    <dgm:pt modelId="{FF82F63B-E53E-4A53-888F-D9D5EC21AB08}" type="pres">
      <dgm:prSet presAssocID="{C136C9D2-1E54-4A11-BE1E-E1EAF12C7D8B}" presName="composite" presStyleCnt="0"/>
      <dgm:spPr/>
    </dgm:pt>
    <dgm:pt modelId="{F90D599F-275F-4762-A2BF-71A7DA399D2F}" type="pres">
      <dgm:prSet presAssocID="{C136C9D2-1E54-4A11-BE1E-E1EAF12C7D8B}" presName="LShape" presStyleLbl="alignNode1" presStyleIdx="10" presStyleCnt="11"/>
      <dgm:spPr/>
    </dgm:pt>
    <dgm:pt modelId="{FB47D745-0426-440A-9724-F1DFD7545BC7}" type="pres">
      <dgm:prSet presAssocID="{C136C9D2-1E54-4A11-BE1E-E1EAF12C7D8B}" presName="ParentText" presStyleLbl="revTx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313EAD27-EC6A-4867-96DC-6FA0801FC340}" srcId="{2F3571CF-BFDE-4D86-A32F-021342A28C5F}" destId="{A34B0F0C-6116-4C3A-9A56-7EB5C40FDA8C}" srcOrd="4" destOrd="0" parTransId="{205E3374-2A2A-4E81-A152-D44F2D6BD533}" sibTransId="{B13DD219-71F8-4014-BEAD-43F8A38BF3E3}"/>
    <dgm:cxn modelId="{4D092B2E-8A7B-4E51-A151-BF473FB580E6}" type="presOf" srcId="{2F3571CF-BFDE-4D86-A32F-021342A28C5F}" destId="{FE817C8E-5120-4B34-AC6E-DCE0C6F603AE}" srcOrd="0" destOrd="0" presId="urn:microsoft.com/office/officeart/2009/3/layout/StepUpProcess"/>
    <dgm:cxn modelId="{7313BA44-5AB3-4966-B43D-3837ACF7B09B}" srcId="{2F3571CF-BFDE-4D86-A32F-021342A28C5F}" destId="{C113F30D-23C2-4319-89FA-507F538685CF}" srcOrd="0" destOrd="0" parTransId="{4942BCD7-F967-4414-8C38-DEF8164CE1D8}" sibTransId="{2A8C22BB-8237-48B6-A15A-6FA064762FEE}"/>
    <dgm:cxn modelId="{7B0C7267-3391-4005-97A2-428F2606E0D8}" type="presOf" srcId="{C136C9D2-1E54-4A11-BE1E-E1EAF12C7D8B}" destId="{FB47D745-0426-440A-9724-F1DFD7545BC7}" srcOrd="0" destOrd="0" presId="urn:microsoft.com/office/officeart/2009/3/layout/StepUpProcess"/>
    <dgm:cxn modelId="{509F3D6C-CED4-4A60-8624-ADB2C12FD8EC}" type="presOf" srcId="{A34B0F0C-6116-4C3A-9A56-7EB5C40FDA8C}" destId="{C534C89B-22E1-4DA9-8B82-AF53D3C72E61}" srcOrd="0" destOrd="0" presId="urn:microsoft.com/office/officeart/2009/3/layout/StepUpProcess"/>
    <dgm:cxn modelId="{8FB93D6D-6CFC-4347-99DA-B01903FFDD71}" srcId="{2F3571CF-BFDE-4D86-A32F-021342A28C5F}" destId="{058114BE-499F-4900-87D3-783795A80AED}" srcOrd="1" destOrd="0" parTransId="{DE191829-B724-49CB-8C90-0030874BA9D5}" sibTransId="{D2A0E7F4-2F5B-4D71-9977-EDC081EBF3CE}"/>
    <dgm:cxn modelId="{63F22970-00C4-4A4C-9278-33B0954209B7}" srcId="{2F3571CF-BFDE-4D86-A32F-021342A28C5F}" destId="{C136C9D2-1E54-4A11-BE1E-E1EAF12C7D8B}" srcOrd="5" destOrd="0" parTransId="{254F44C3-0450-4A39-B0CD-1386A02F8A2C}" sibTransId="{6B317A80-0E5B-4F6E-80F7-0C240A2E1F3F}"/>
    <dgm:cxn modelId="{B57B469F-D218-46DE-9C76-BF34FDB39DC4}" type="presOf" srcId="{9484BA8B-F378-49E8-BA1E-14752BD72AD2}" destId="{DEA3D6D8-0CFD-4D48-A246-D504764F47F8}" srcOrd="0" destOrd="0" presId="urn:microsoft.com/office/officeart/2009/3/layout/StepUpProcess"/>
    <dgm:cxn modelId="{EE6E80AA-5657-4F27-A416-CE96CAFF303B}" srcId="{2F3571CF-BFDE-4D86-A32F-021342A28C5F}" destId="{A8BB7EB6-4692-4398-8506-DBCACBD92592}" srcOrd="2" destOrd="0" parTransId="{E2C36208-3578-4DD7-B42D-48BBCE0A34B1}" sibTransId="{BC53EB11-E964-42AB-B2F7-EFB1EBE1C1E5}"/>
    <dgm:cxn modelId="{BF4F14BE-3B7F-45E1-ADAC-B92CA5F59B0E}" type="presOf" srcId="{058114BE-499F-4900-87D3-783795A80AED}" destId="{A038D996-A8F1-411E-9909-761CD1816F12}" srcOrd="0" destOrd="0" presId="urn:microsoft.com/office/officeart/2009/3/layout/StepUpProcess"/>
    <dgm:cxn modelId="{45D282EF-D34E-4AA3-92BA-BC0BAA8E57C4}" srcId="{2F3571CF-BFDE-4D86-A32F-021342A28C5F}" destId="{9484BA8B-F378-49E8-BA1E-14752BD72AD2}" srcOrd="3" destOrd="0" parTransId="{8077F5ED-72F6-4141-B77D-7D39CB6CFA78}" sibTransId="{CC35A4FC-5A0A-48CA-AAF6-CD1EEBC8E7EA}"/>
    <dgm:cxn modelId="{1A8616F2-7717-4073-B53F-3C6A082E0FF7}" type="presOf" srcId="{A8BB7EB6-4692-4398-8506-DBCACBD92592}" destId="{8D6CE373-9387-4FEC-A4B2-E013C612D77C}" srcOrd="0" destOrd="0" presId="urn:microsoft.com/office/officeart/2009/3/layout/StepUpProcess"/>
    <dgm:cxn modelId="{187025F8-D0B4-48C3-9B3B-4C5942581F48}" type="presOf" srcId="{C113F30D-23C2-4319-89FA-507F538685CF}" destId="{BFBA0DF0-4DAA-4D4E-8702-A7C96260D902}" srcOrd="0" destOrd="0" presId="urn:microsoft.com/office/officeart/2009/3/layout/StepUpProcess"/>
    <dgm:cxn modelId="{4FE90BB2-CB25-4D24-874D-66592E12D3D2}" type="presParOf" srcId="{FE817C8E-5120-4B34-AC6E-DCE0C6F603AE}" destId="{9F4B8BBD-E0BF-4739-AD47-6B0D55D979B0}" srcOrd="0" destOrd="0" presId="urn:microsoft.com/office/officeart/2009/3/layout/StepUpProcess"/>
    <dgm:cxn modelId="{E20110EC-6DAD-4DD0-B3E2-BC96FCF7ACA8}" type="presParOf" srcId="{9F4B8BBD-E0BF-4739-AD47-6B0D55D979B0}" destId="{0D149887-A057-4F03-AB88-F95FEBF0CB01}" srcOrd="0" destOrd="0" presId="urn:microsoft.com/office/officeart/2009/3/layout/StepUpProcess"/>
    <dgm:cxn modelId="{8E19AA7F-9BAC-4340-AE83-22EADD9A5DC7}" type="presParOf" srcId="{9F4B8BBD-E0BF-4739-AD47-6B0D55D979B0}" destId="{BFBA0DF0-4DAA-4D4E-8702-A7C96260D902}" srcOrd="1" destOrd="0" presId="urn:microsoft.com/office/officeart/2009/3/layout/StepUpProcess"/>
    <dgm:cxn modelId="{32F36215-2990-419D-B867-C8734AC8E9DC}" type="presParOf" srcId="{9F4B8BBD-E0BF-4739-AD47-6B0D55D979B0}" destId="{AC70FD7F-9EE6-47EC-960D-EA6D07413A19}" srcOrd="2" destOrd="0" presId="urn:microsoft.com/office/officeart/2009/3/layout/StepUpProcess"/>
    <dgm:cxn modelId="{46D9DE29-91C3-4651-B941-5FABBB8567EE}" type="presParOf" srcId="{FE817C8E-5120-4B34-AC6E-DCE0C6F603AE}" destId="{A03A9D4C-1445-4181-BA95-77568A2F9F77}" srcOrd="1" destOrd="0" presId="urn:microsoft.com/office/officeart/2009/3/layout/StepUpProcess"/>
    <dgm:cxn modelId="{90FF32D1-2A74-4D29-AAFC-7A0AC0A57733}" type="presParOf" srcId="{A03A9D4C-1445-4181-BA95-77568A2F9F77}" destId="{AB8B0B7A-6597-43CC-8410-D7853455858D}" srcOrd="0" destOrd="0" presId="urn:microsoft.com/office/officeart/2009/3/layout/StepUpProcess"/>
    <dgm:cxn modelId="{7B20F6ED-0055-4BB0-B63E-17FA875A33FE}" type="presParOf" srcId="{FE817C8E-5120-4B34-AC6E-DCE0C6F603AE}" destId="{1F44309F-B10E-4953-94D9-9233B6259CFD}" srcOrd="2" destOrd="0" presId="urn:microsoft.com/office/officeart/2009/3/layout/StepUpProcess"/>
    <dgm:cxn modelId="{4FBE705B-C232-41CA-95D6-13238CB52FE7}" type="presParOf" srcId="{1F44309F-B10E-4953-94D9-9233B6259CFD}" destId="{423F4C15-82B3-4263-B3BE-2759367FE7AF}" srcOrd="0" destOrd="0" presId="urn:microsoft.com/office/officeart/2009/3/layout/StepUpProcess"/>
    <dgm:cxn modelId="{477A467A-D853-4302-85A1-88225C31A67A}" type="presParOf" srcId="{1F44309F-B10E-4953-94D9-9233B6259CFD}" destId="{A038D996-A8F1-411E-9909-761CD1816F12}" srcOrd="1" destOrd="0" presId="urn:microsoft.com/office/officeart/2009/3/layout/StepUpProcess"/>
    <dgm:cxn modelId="{F2DD7E45-E550-4A1E-86D0-07E2ABE9754F}" type="presParOf" srcId="{1F44309F-B10E-4953-94D9-9233B6259CFD}" destId="{7A10A43F-9892-4EFE-98D9-104A41B2B942}" srcOrd="2" destOrd="0" presId="urn:microsoft.com/office/officeart/2009/3/layout/StepUpProcess"/>
    <dgm:cxn modelId="{7EBCC24B-7F10-4E10-8648-14FD9146B9EC}" type="presParOf" srcId="{FE817C8E-5120-4B34-AC6E-DCE0C6F603AE}" destId="{E721C870-F588-48AD-A6DC-74A54E0453E2}" srcOrd="3" destOrd="0" presId="urn:microsoft.com/office/officeart/2009/3/layout/StepUpProcess"/>
    <dgm:cxn modelId="{9EF7D268-CFB6-4949-B4AE-1A23A2DFA524}" type="presParOf" srcId="{E721C870-F588-48AD-A6DC-74A54E0453E2}" destId="{ED46AF9A-80D2-421E-9E51-8352D5469290}" srcOrd="0" destOrd="0" presId="urn:microsoft.com/office/officeart/2009/3/layout/StepUpProcess"/>
    <dgm:cxn modelId="{1D8F7516-AE86-428D-8C5B-11E94732C752}" type="presParOf" srcId="{FE817C8E-5120-4B34-AC6E-DCE0C6F603AE}" destId="{FC3DF7DB-28DA-4837-B632-FD77C7414E61}" srcOrd="4" destOrd="0" presId="urn:microsoft.com/office/officeart/2009/3/layout/StepUpProcess"/>
    <dgm:cxn modelId="{F338D9BB-0CCA-4ADC-8534-9D62A38F6809}" type="presParOf" srcId="{FC3DF7DB-28DA-4837-B632-FD77C7414E61}" destId="{8429615F-A075-4D97-B685-AB5823481796}" srcOrd="0" destOrd="0" presId="urn:microsoft.com/office/officeart/2009/3/layout/StepUpProcess"/>
    <dgm:cxn modelId="{804B63E2-DAAC-42AD-8D09-4F6247187DEC}" type="presParOf" srcId="{FC3DF7DB-28DA-4837-B632-FD77C7414E61}" destId="{8D6CE373-9387-4FEC-A4B2-E013C612D77C}" srcOrd="1" destOrd="0" presId="urn:microsoft.com/office/officeart/2009/3/layout/StepUpProcess"/>
    <dgm:cxn modelId="{80851738-8738-4924-8728-B9B63F615672}" type="presParOf" srcId="{FC3DF7DB-28DA-4837-B632-FD77C7414E61}" destId="{8C15E7D7-A11B-4FBA-B8DE-8A97115ED59B}" srcOrd="2" destOrd="0" presId="urn:microsoft.com/office/officeart/2009/3/layout/StepUpProcess"/>
    <dgm:cxn modelId="{7053EE96-0FAE-430B-A573-AF88DBAC609A}" type="presParOf" srcId="{FE817C8E-5120-4B34-AC6E-DCE0C6F603AE}" destId="{A4AF11A8-9D70-4E1A-9711-582AD14FB9E1}" srcOrd="5" destOrd="0" presId="urn:microsoft.com/office/officeart/2009/3/layout/StepUpProcess"/>
    <dgm:cxn modelId="{F6545FAD-80E5-4F3E-BD8C-7DF259C21A95}" type="presParOf" srcId="{A4AF11A8-9D70-4E1A-9711-582AD14FB9E1}" destId="{FDD0E094-9F91-47D2-891D-450D2131AA90}" srcOrd="0" destOrd="0" presId="urn:microsoft.com/office/officeart/2009/3/layout/StepUpProcess"/>
    <dgm:cxn modelId="{200BE1FE-41F6-49C4-BB33-491438DFA4B8}" type="presParOf" srcId="{FE817C8E-5120-4B34-AC6E-DCE0C6F603AE}" destId="{859D5E30-92F7-458F-BFDF-9A9F5FD7B1AD}" srcOrd="6" destOrd="0" presId="urn:microsoft.com/office/officeart/2009/3/layout/StepUpProcess"/>
    <dgm:cxn modelId="{08BA51CA-8018-4AAA-B87D-D80866020F30}" type="presParOf" srcId="{859D5E30-92F7-458F-BFDF-9A9F5FD7B1AD}" destId="{F372720E-878A-4AA6-92D5-68C534E1A796}" srcOrd="0" destOrd="0" presId="urn:microsoft.com/office/officeart/2009/3/layout/StepUpProcess"/>
    <dgm:cxn modelId="{C21056DA-66F3-4A56-9588-D5D4CC6AFEE5}" type="presParOf" srcId="{859D5E30-92F7-458F-BFDF-9A9F5FD7B1AD}" destId="{DEA3D6D8-0CFD-4D48-A246-D504764F47F8}" srcOrd="1" destOrd="0" presId="urn:microsoft.com/office/officeart/2009/3/layout/StepUpProcess"/>
    <dgm:cxn modelId="{FCEE3503-0088-4FA3-9992-9D43DE2AECB0}" type="presParOf" srcId="{859D5E30-92F7-458F-BFDF-9A9F5FD7B1AD}" destId="{98489166-07F8-46A9-825A-CC17BFA17345}" srcOrd="2" destOrd="0" presId="urn:microsoft.com/office/officeart/2009/3/layout/StepUpProcess"/>
    <dgm:cxn modelId="{E86E85D5-7C08-42D9-AA50-242E4B8D9252}" type="presParOf" srcId="{FE817C8E-5120-4B34-AC6E-DCE0C6F603AE}" destId="{9E8EC86F-1392-42BD-99DD-5D999B859CED}" srcOrd="7" destOrd="0" presId="urn:microsoft.com/office/officeart/2009/3/layout/StepUpProcess"/>
    <dgm:cxn modelId="{ED39AD70-9CD8-4ED8-B775-9D2BF99B89CD}" type="presParOf" srcId="{9E8EC86F-1392-42BD-99DD-5D999B859CED}" destId="{D5B12B3E-1F8A-4AD0-8F5C-51FA89CEA37E}" srcOrd="0" destOrd="0" presId="urn:microsoft.com/office/officeart/2009/3/layout/StepUpProcess"/>
    <dgm:cxn modelId="{1C446452-955B-4C57-9F01-1C74D36C3024}" type="presParOf" srcId="{FE817C8E-5120-4B34-AC6E-DCE0C6F603AE}" destId="{FC051B83-1882-46D9-87DB-080B28A6E0A6}" srcOrd="8" destOrd="0" presId="urn:microsoft.com/office/officeart/2009/3/layout/StepUpProcess"/>
    <dgm:cxn modelId="{A15328EC-7588-4098-BD81-82A884F1161A}" type="presParOf" srcId="{FC051B83-1882-46D9-87DB-080B28A6E0A6}" destId="{C87161BB-9F37-4273-9D96-0A863AC6CC0A}" srcOrd="0" destOrd="0" presId="urn:microsoft.com/office/officeart/2009/3/layout/StepUpProcess"/>
    <dgm:cxn modelId="{BAD239C0-C938-4FA7-85E7-FB4B82D3D096}" type="presParOf" srcId="{FC051B83-1882-46D9-87DB-080B28A6E0A6}" destId="{C534C89B-22E1-4DA9-8B82-AF53D3C72E61}" srcOrd="1" destOrd="0" presId="urn:microsoft.com/office/officeart/2009/3/layout/StepUpProcess"/>
    <dgm:cxn modelId="{844F4F63-B6B6-4B9B-B1EB-A919B5370383}" type="presParOf" srcId="{FC051B83-1882-46D9-87DB-080B28A6E0A6}" destId="{F9CE1471-376C-4E7D-9145-5311C6E31918}" srcOrd="2" destOrd="0" presId="urn:microsoft.com/office/officeart/2009/3/layout/StepUpProcess"/>
    <dgm:cxn modelId="{750140B4-D48B-4A54-A857-AEC10B44B517}" type="presParOf" srcId="{FE817C8E-5120-4B34-AC6E-DCE0C6F603AE}" destId="{5E7447C3-8E22-4907-9C2A-66C504739701}" srcOrd="9" destOrd="0" presId="urn:microsoft.com/office/officeart/2009/3/layout/StepUpProcess"/>
    <dgm:cxn modelId="{F66238F0-0949-404D-B38E-CE028A3ED472}" type="presParOf" srcId="{5E7447C3-8E22-4907-9C2A-66C504739701}" destId="{612D79CE-8A93-4FFF-BDB5-D32F8AE27D83}" srcOrd="0" destOrd="0" presId="urn:microsoft.com/office/officeart/2009/3/layout/StepUpProcess"/>
    <dgm:cxn modelId="{9F28FCF7-D9A6-41F3-A8AC-4A91428ABB1C}" type="presParOf" srcId="{FE817C8E-5120-4B34-AC6E-DCE0C6F603AE}" destId="{FF82F63B-E53E-4A53-888F-D9D5EC21AB08}" srcOrd="10" destOrd="0" presId="urn:microsoft.com/office/officeart/2009/3/layout/StepUpProcess"/>
    <dgm:cxn modelId="{5EC5E201-9887-43EA-AB06-ED5FBC19E1F4}" type="presParOf" srcId="{FF82F63B-E53E-4A53-888F-D9D5EC21AB08}" destId="{F90D599F-275F-4762-A2BF-71A7DA399D2F}" srcOrd="0" destOrd="0" presId="urn:microsoft.com/office/officeart/2009/3/layout/StepUpProcess"/>
    <dgm:cxn modelId="{F3F149D7-A9A8-41B7-A55D-D53C49D88CAE}" type="presParOf" srcId="{FF82F63B-E53E-4A53-888F-D9D5EC21AB08}" destId="{FB47D745-0426-440A-9724-F1DFD7545BC7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78658A7-B6E0-4B27-A67F-D4F62E84460B}" type="doc">
      <dgm:prSet loTypeId="urn:microsoft.com/office/officeart/2005/8/layout/hList6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7B808EE-82F5-4574-9C68-3980852DC488}">
      <dgm:prSet phldrT="[Text]" custT="1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mn-M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Зорилгын шинжилгээ </a:t>
          </a:r>
        </a:p>
        <a:p>
          <a:endParaRPr lang="mn-MN" sz="24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endParaRPr lang="mn-MN" sz="24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endParaRPr lang="en-US" sz="2400" dirty="0">
            <a:solidFill>
              <a:schemeClr val="tx1"/>
            </a:solidFill>
          </a:endParaRPr>
        </a:p>
      </dgm:t>
    </dgm:pt>
    <dgm:pt modelId="{8DC6FF42-44E2-43AB-BC0E-F57802496993}" type="parTrans" cxnId="{7415F8F8-07A2-4A6F-A9E9-CAD4CD45EF80}">
      <dgm:prSet/>
      <dgm:spPr/>
      <dgm:t>
        <a:bodyPr/>
        <a:lstStyle/>
        <a:p>
          <a:endParaRPr lang="en-US" sz="2400">
            <a:solidFill>
              <a:schemeClr val="tx1"/>
            </a:solidFill>
          </a:endParaRPr>
        </a:p>
      </dgm:t>
    </dgm:pt>
    <dgm:pt modelId="{5408F994-B7A4-4A50-B765-3B07FCF16C8A}" type="sibTrans" cxnId="{7415F8F8-07A2-4A6F-A9E9-CAD4CD45EF80}">
      <dgm:prSet/>
      <dgm:spPr/>
      <dgm:t>
        <a:bodyPr/>
        <a:lstStyle/>
        <a:p>
          <a:endParaRPr lang="en-US" sz="2400">
            <a:solidFill>
              <a:schemeClr val="tx1"/>
            </a:solidFill>
          </a:endParaRPr>
        </a:p>
      </dgm:t>
    </dgm:pt>
    <dgm:pt modelId="{7103B0FE-B929-4624-B3DB-9B8886D30029}">
      <dgm:prSet phldrT="[Text]" custT="1"/>
      <dgm:spPr/>
      <dgm:t>
        <a:bodyPr/>
        <a:lstStyle/>
        <a:p>
          <a:r>
            <a:rPr lang="mn-MN" sz="24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Би юу хүсч байна вэ? </a:t>
          </a:r>
          <a:endParaRPr lang="en-US" sz="2400" b="1" i="1" dirty="0">
            <a:solidFill>
              <a:schemeClr val="tx1"/>
            </a:solidFill>
          </a:endParaRPr>
        </a:p>
      </dgm:t>
    </dgm:pt>
    <dgm:pt modelId="{70FCE69E-2FD0-4AE9-AE73-67E62952C2F7}" type="parTrans" cxnId="{B3C823CB-FD16-4C75-90BA-BA3DB039B213}">
      <dgm:prSet/>
      <dgm:spPr/>
      <dgm:t>
        <a:bodyPr/>
        <a:lstStyle/>
        <a:p>
          <a:endParaRPr lang="en-US" sz="2400">
            <a:solidFill>
              <a:schemeClr val="tx1"/>
            </a:solidFill>
          </a:endParaRPr>
        </a:p>
      </dgm:t>
    </dgm:pt>
    <dgm:pt modelId="{E848068D-76F1-4B43-A604-D6DFA7686BC6}" type="sibTrans" cxnId="{B3C823CB-FD16-4C75-90BA-BA3DB039B213}">
      <dgm:prSet/>
      <dgm:spPr/>
      <dgm:t>
        <a:bodyPr/>
        <a:lstStyle/>
        <a:p>
          <a:endParaRPr lang="en-US" sz="2400">
            <a:solidFill>
              <a:schemeClr val="tx1"/>
            </a:solidFill>
          </a:endParaRPr>
        </a:p>
      </dgm:t>
    </dgm:pt>
    <dgm:pt modelId="{34540694-ABBF-4128-B9DF-0FB5572351DC}">
      <dgm:prSet phldrT="[Text]" custT="1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mn-M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Нөхцөл байдлын шинжилгээ </a:t>
          </a:r>
        </a:p>
        <a:p>
          <a:endParaRPr lang="en-US" sz="2400" dirty="0">
            <a:solidFill>
              <a:schemeClr val="tx1"/>
            </a:solidFill>
          </a:endParaRPr>
        </a:p>
      </dgm:t>
    </dgm:pt>
    <dgm:pt modelId="{118EC361-6F0B-47AE-8E67-A48766E301D7}" type="parTrans" cxnId="{ED026B6E-EF52-4694-9C7F-9C7C83CBAB98}">
      <dgm:prSet/>
      <dgm:spPr/>
      <dgm:t>
        <a:bodyPr/>
        <a:lstStyle/>
        <a:p>
          <a:endParaRPr lang="en-US" sz="2400">
            <a:solidFill>
              <a:schemeClr val="tx1"/>
            </a:solidFill>
          </a:endParaRPr>
        </a:p>
      </dgm:t>
    </dgm:pt>
    <dgm:pt modelId="{B8536F95-92D6-48C1-8F1B-C860586311DE}" type="sibTrans" cxnId="{ED026B6E-EF52-4694-9C7F-9C7C83CBAB98}">
      <dgm:prSet/>
      <dgm:spPr/>
      <dgm:t>
        <a:bodyPr/>
        <a:lstStyle/>
        <a:p>
          <a:endParaRPr lang="en-US" sz="2400">
            <a:solidFill>
              <a:schemeClr val="tx1"/>
            </a:solidFill>
          </a:endParaRPr>
        </a:p>
      </dgm:t>
    </dgm:pt>
    <dgm:pt modelId="{F000AB79-608A-4C9C-9076-2F6C988CBB29}">
      <dgm:prSet phldrT="[Text]" custT="1"/>
      <dgm:spPr/>
      <dgm:t>
        <a:bodyPr/>
        <a:lstStyle/>
        <a:p>
          <a:r>
            <a:rPr lang="mn-MN" sz="24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Би юу чадах вэ?</a:t>
          </a:r>
          <a:endParaRPr lang="en-US" sz="2400" b="1" i="1" dirty="0">
            <a:solidFill>
              <a:schemeClr val="tx1"/>
            </a:solidFill>
          </a:endParaRPr>
        </a:p>
      </dgm:t>
    </dgm:pt>
    <dgm:pt modelId="{B42C1686-197B-409B-9178-CA7B600B17CB}" type="parTrans" cxnId="{0DFD994D-CCE3-4BBF-AD2E-67F80C6629F1}">
      <dgm:prSet/>
      <dgm:spPr/>
      <dgm:t>
        <a:bodyPr/>
        <a:lstStyle/>
        <a:p>
          <a:endParaRPr lang="en-US" sz="2400">
            <a:solidFill>
              <a:schemeClr val="tx1"/>
            </a:solidFill>
          </a:endParaRPr>
        </a:p>
      </dgm:t>
    </dgm:pt>
    <dgm:pt modelId="{4BD7610B-D25E-4419-8D36-BB4D7D845760}" type="sibTrans" cxnId="{0DFD994D-CCE3-4BBF-AD2E-67F80C6629F1}">
      <dgm:prSet/>
      <dgm:spPr/>
      <dgm:t>
        <a:bodyPr/>
        <a:lstStyle/>
        <a:p>
          <a:endParaRPr lang="en-US" sz="2400">
            <a:solidFill>
              <a:schemeClr val="tx1"/>
            </a:solidFill>
          </a:endParaRPr>
        </a:p>
      </dgm:t>
    </dgm:pt>
    <dgm:pt modelId="{25AAD704-C375-48F0-83A9-5EC1249FA8A9}">
      <dgm:prSet phldrT="[Text]" custT="1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mn-M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Зорилтоо томъёолох</a:t>
          </a:r>
        </a:p>
        <a:p>
          <a:endParaRPr lang="mn-MN" sz="24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r>
            <a:rPr lang="mn-M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en-US" sz="2400" dirty="0">
            <a:solidFill>
              <a:schemeClr val="tx1"/>
            </a:solidFill>
          </a:endParaRPr>
        </a:p>
      </dgm:t>
    </dgm:pt>
    <dgm:pt modelId="{1ACF3573-7E9D-4E14-B822-C259B03FC7D8}" type="parTrans" cxnId="{0B9BA190-2257-467A-9495-F69EE5E4B3BE}">
      <dgm:prSet/>
      <dgm:spPr/>
      <dgm:t>
        <a:bodyPr/>
        <a:lstStyle/>
        <a:p>
          <a:endParaRPr lang="en-US" sz="2400">
            <a:solidFill>
              <a:schemeClr val="tx1"/>
            </a:solidFill>
          </a:endParaRPr>
        </a:p>
      </dgm:t>
    </dgm:pt>
    <dgm:pt modelId="{1F0894E2-99C5-411C-BF7C-E0BB2AE80A37}" type="sibTrans" cxnId="{0B9BA190-2257-467A-9495-F69EE5E4B3BE}">
      <dgm:prSet/>
      <dgm:spPr/>
      <dgm:t>
        <a:bodyPr/>
        <a:lstStyle/>
        <a:p>
          <a:endParaRPr lang="en-US" sz="2400">
            <a:solidFill>
              <a:schemeClr val="tx1"/>
            </a:solidFill>
          </a:endParaRPr>
        </a:p>
      </dgm:t>
    </dgm:pt>
    <dgm:pt modelId="{C1EBB716-1D7D-4C9A-98DE-6C63F777F7AD}">
      <dgm:prSet phldrT="[Text]" custT="1"/>
      <dgm:spPr/>
      <dgm:t>
        <a:bodyPr/>
        <a:lstStyle/>
        <a:p>
          <a:r>
            <a:rPr lang="mn-MN" sz="24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Би чухам юуг хийх вэ?</a:t>
          </a:r>
          <a:endParaRPr lang="en-US" sz="2400" b="1" i="1" dirty="0">
            <a:solidFill>
              <a:schemeClr val="tx1"/>
            </a:solidFill>
          </a:endParaRPr>
        </a:p>
      </dgm:t>
    </dgm:pt>
    <dgm:pt modelId="{24B94C2B-804A-498F-8E76-1BA7668DDC89}" type="parTrans" cxnId="{2288F4EA-9167-40CC-95AE-3CE692D29A61}">
      <dgm:prSet/>
      <dgm:spPr/>
      <dgm:t>
        <a:bodyPr/>
        <a:lstStyle/>
        <a:p>
          <a:endParaRPr lang="en-US" sz="2400">
            <a:solidFill>
              <a:schemeClr val="tx1"/>
            </a:solidFill>
          </a:endParaRPr>
        </a:p>
      </dgm:t>
    </dgm:pt>
    <dgm:pt modelId="{CF679935-9969-44C6-B4C1-A599E25AD880}" type="sibTrans" cxnId="{2288F4EA-9167-40CC-95AE-3CE692D29A61}">
      <dgm:prSet/>
      <dgm:spPr/>
      <dgm:t>
        <a:bodyPr/>
        <a:lstStyle/>
        <a:p>
          <a:endParaRPr lang="en-US" sz="2400">
            <a:solidFill>
              <a:schemeClr val="tx1"/>
            </a:solidFill>
          </a:endParaRPr>
        </a:p>
      </dgm:t>
    </dgm:pt>
    <dgm:pt modelId="{23C9C240-903A-4949-9812-2BEF36E55493}" type="pres">
      <dgm:prSet presAssocID="{078658A7-B6E0-4B27-A67F-D4F62E84460B}" presName="Name0" presStyleCnt="0">
        <dgm:presLayoutVars>
          <dgm:dir/>
          <dgm:resizeHandles val="exact"/>
        </dgm:presLayoutVars>
      </dgm:prSet>
      <dgm:spPr/>
    </dgm:pt>
    <dgm:pt modelId="{D4FDBDB6-CA16-48CF-958D-830ECB769ECC}" type="pres">
      <dgm:prSet presAssocID="{97B808EE-82F5-4574-9C68-3980852DC488}" presName="node" presStyleLbl="node1" presStyleIdx="0" presStyleCnt="3">
        <dgm:presLayoutVars>
          <dgm:bulletEnabled val="1"/>
        </dgm:presLayoutVars>
      </dgm:prSet>
      <dgm:spPr/>
    </dgm:pt>
    <dgm:pt modelId="{EAA82418-D820-43C4-A841-E8D41564D131}" type="pres">
      <dgm:prSet presAssocID="{5408F994-B7A4-4A50-B765-3B07FCF16C8A}" presName="sibTrans" presStyleCnt="0"/>
      <dgm:spPr/>
    </dgm:pt>
    <dgm:pt modelId="{F49BC492-3914-4C1A-9CC5-56E1A9FD8D3F}" type="pres">
      <dgm:prSet presAssocID="{34540694-ABBF-4128-B9DF-0FB5572351DC}" presName="node" presStyleLbl="node1" presStyleIdx="1" presStyleCnt="3">
        <dgm:presLayoutVars>
          <dgm:bulletEnabled val="1"/>
        </dgm:presLayoutVars>
      </dgm:prSet>
      <dgm:spPr/>
    </dgm:pt>
    <dgm:pt modelId="{A9D6C884-E69F-4D57-B35F-057FDE100092}" type="pres">
      <dgm:prSet presAssocID="{B8536F95-92D6-48C1-8F1B-C860586311DE}" presName="sibTrans" presStyleCnt="0"/>
      <dgm:spPr/>
    </dgm:pt>
    <dgm:pt modelId="{23CE2951-22B8-4DFB-8C0E-A1C7298B1855}" type="pres">
      <dgm:prSet presAssocID="{25AAD704-C375-48F0-83A9-5EC1249FA8A9}" presName="node" presStyleLbl="node1" presStyleIdx="2" presStyleCnt="3" custLinFactNeighborX="61983" custLinFactNeighborY="11063">
        <dgm:presLayoutVars>
          <dgm:bulletEnabled val="1"/>
        </dgm:presLayoutVars>
      </dgm:prSet>
      <dgm:spPr/>
    </dgm:pt>
  </dgm:ptLst>
  <dgm:cxnLst>
    <dgm:cxn modelId="{5EF3B629-969B-4242-8524-AAC21B391145}" type="presOf" srcId="{34540694-ABBF-4128-B9DF-0FB5572351DC}" destId="{F49BC492-3914-4C1A-9CC5-56E1A9FD8D3F}" srcOrd="0" destOrd="0" presId="urn:microsoft.com/office/officeart/2005/8/layout/hList6"/>
    <dgm:cxn modelId="{17B6C52E-F1B3-4E45-8F5E-9FA9295C1D01}" type="presOf" srcId="{7103B0FE-B929-4624-B3DB-9B8886D30029}" destId="{D4FDBDB6-CA16-48CF-958D-830ECB769ECC}" srcOrd="0" destOrd="1" presId="urn:microsoft.com/office/officeart/2005/8/layout/hList6"/>
    <dgm:cxn modelId="{1FEF6F69-A1B6-47F6-BE4A-77E494BEB116}" type="presOf" srcId="{97B808EE-82F5-4574-9C68-3980852DC488}" destId="{D4FDBDB6-CA16-48CF-958D-830ECB769ECC}" srcOrd="0" destOrd="0" presId="urn:microsoft.com/office/officeart/2005/8/layout/hList6"/>
    <dgm:cxn modelId="{0DFD994D-CCE3-4BBF-AD2E-67F80C6629F1}" srcId="{34540694-ABBF-4128-B9DF-0FB5572351DC}" destId="{F000AB79-608A-4C9C-9076-2F6C988CBB29}" srcOrd="0" destOrd="0" parTransId="{B42C1686-197B-409B-9178-CA7B600B17CB}" sibTransId="{4BD7610B-D25E-4419-8D36-BB4D7D845760}"/>
    <dgm:cxn modelId="{ED026B6E-EF52-4694-9C7F-9C7C83CBAB98}" srcId="{078658A7-B6E0-4B27-A67F-D4F62E84460B}" destId="{34540694-ABBF-4128-B9DF-0FB5572351DC}" srcOrd="1" destOrd="0" parTransId="{118EC361-6F0B-47AE-8E67-A48766E301D7}" sibTransId="{B8536F95-92D6-48C1-8F1B-C860586311DE}"/>
    <dgm:cxn modelId="{1A6D9973-30E4-4673-8D9A-E96A9AD0230E}" type="presOf" srcId="{F000AB79-608A-4C9C-9076-2F6C988CBB29}" destId="{F49BC492-3914-4C1A-9CC5-56E1A9FD8D3F}" srcOrd="0" destOrd="1" presId="urn:microsoft.com/office/officeart/2005/8/layout/hList6"/>
    <dgm:cxn modelId="{D3CE6B87-8C80-4D6D-8974-A545F0F57197}" type="presOf" srcId="{25AAD704-C375-48F0-83A9-5EC1249FA8A9}" destId="{23CE2951-22B8-4DFB-8C0E-A1C7298B1855}" srcOrd="0" destOrd="0" presId="urn:microsoft.com/office/officeart/2005/8/layout/hList6"/>
    <dgm:cxn modelId="{0B9BA190-2257-467A-9495-F69EE5E4B3BE}" srcId="{078658A7-B6E0-4B27-A67F-D4F62E84460B}" destId="{25AAD704-C375-48F0-83A9-5EC1249FA8A9}" srcOrd="2" destOrd="0" parTransId="{1ACF3573-7E9D-4E14-B822-C259B03FC7D8}" sibTransId="{1F0894E2-99C5-411C-BF7C-E0BB2AE80A37}"/>
    <dgm:cxn modelId="{B3C823CB-FD16-4C75-90BA-BA3DB039B213}" srcId="{97B808EE-82F5-4574-9C68-3980852DC488}" destId="{7103B0FE-B929-4624-B3DB-9B8886D30029}" srcOrd="0" destOrd="0" parTransId="{70FCE69E-2FD0-4AE9-AE73-67E62952C2F7}" sibTransId="{E848068D-76F1-4B43-A604-D6DFA7686BC6}"/>
    <dgm:cxn modelId="{7248F7CD-0044-4160-91E1-7D0AADCB5539}" type="presOf" srcId="{C1EBB716-1D7D-4C9A-98DE-6C63F777F7AD}" destId="{23CE2951-22B8-4DFB-8C0E-A1C7298B1855}" srcOrd="0" destOrd="1" presId="urn:microsoft.com/office/officeart/2005/8/layout/hList6"/>
    <dgm:cxn modelId="{2288F4EA-9167-40CC-95AE-3CE692D29A61}" srcId="{25AAD704-C375-48F0-83A9-5EC1249FA8A9}" destId="{C1EBB716-1D7D-4C9A-98DE-6C63F777F7AD}" srcOrd="0" destOrd="0" parTransId="{24B94C2B-804A-498F-8E76-1BA7668DDC89}" sibTransId="{CF679935-9969-44C6-B4C1-A599E25AD880}"/>
    <dgm:cxn modelId="{524C20F7-218E-43CD-963A-51B0F819F27D}" type="presOf" srcId="{078658A7-B6E0-4B27-A67F-D4F62E84460B}" destId="{23C9C240-903A-4949-9812-2BEF36E55493}" srcOrd="0" destOrd="0" presId="urn:microsoft.com/office/officeart/2005/8/layout/hList6"/>
    <dgm:cxn modelId="{7415F8F8-07A2-4A6F-A9E9-CAD4CD45EF80}" srcId="{078658A7-B6E0-4B27-A67F-D4F62E84460B}" destId="{97B808EE-82F5-4574-9C68-3980852DC488}" srcOrd="0" destOrd="0" parTransId="{8DC6FF42-44E2-43AB-BC0E-F57802496993}" sibTransId="{5408F994-B7A4-4A50-B765-3B07FCF16C8A}"/>
    <dgm:cxn modelId="{F8DB1B6B-995B-4577-80A8-23524207F006}" type="presParOf" srcId="{23C9C240-903A-4949-9812-2BEF36E55493}" destId="{D4FDBDB6-CA16-48CF-958D-830ECB769ECC}" srcOrd="0" destOrd="0" presId="urn:microsoft.com/office/officeart/2005/8/layout/hList6"/>
    <dgm:cxn modelId="{78B59245-7E17-473C-8C3D-86E2DE87DE13}" type="presParOf" srcId="{23C9C240-903A-4949-9812-2BEF36E55493}" destId="{EAA82418-D820-43C4-A841-E8D41564D131}" srcOrd="1" destOrd="0" presId="urn:microsoft.com/office/officeart/2005/8/layout/hList6"/>
    <dgm:cxn modelId="{EC3BC2AD-8810-4381-8E5D-B4BC682EE388}" type="presParOf" srcId="{23C9C240-903A-4949-9812-2BEF36E55493}" destId="{F49BC492-3914-4C1A-9CC5-56E1A9FD8D3F}" srcOrd="2" destOrd="0" presId="urn:microsoft.com/office/officeart/2005/8/layout/hList6"/>
    <dgm:cxn modelId="{85DA8190-E505-4AE1-8A0C-FF1429425A0D}" type="presParOf" srcId="{23C9C240-903A-4949-9812-2BEF36E55493}" destId="{A9D6C884-E69F-4D57-B35F-057FDE100092}" srcOrd="3" destOrd="0" presId="urn:microsoft.com/office/officeart/2005/8/layout/hList6"/>
    <dgm:cxn modelId="{8502545A-0B17-4860-81D3-A5D44474910C}" type="presParOf" srcId="{23C9C240-903A-4949-9812-2BEF36E55493}" destId="{23CE2951-22B8-4DFB-8C0E-A1C7298B1855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63D85D0-A6E6-45D8-B266-519468F424E7}" type="doc">
      <dgm:prSet loTypeId="urn:microsoft.com/office/officeart/2005/8/layout/radial5" loCatId="cycle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BCDE387F-A3C8-45AF-805B-BF4D43A76AE0}">
      <dgm:prSet phldrT="[Text]" custT="1"/>
      <dgm:spPr/>
      <dgm:t>
        <a:bodyPr/>
        <a:lstStyle/>
        <a:p>
          <a:r>
            <a:rPr lang="mn-MN" sz="2800" b="1" cap="none">
              <a:latin typeface="Times New Roman" panose="02020603050405020304" pitchFamily="18" charset="0"/>
              <a:cs typeface="Times New Roman" panose="02020603050405020304" pitchFamily="18" charset="0"/>
            </a:rPr>
            <a:t>Өөрийгөө хөгжүүл</a:t>
          </a:r>
          <a:endParaRPr lang="en-US" sz="2800" dirty="0"/>
        </a:p>
      </dgm:t>
    </dgm:pt>
    <dgm:pt modelId="{C36404C4-823F-4A4E-BE15-80186117E270}" type="parTrans" cxnId="{A3641AE1-CECA-441D-8BEF-C53C5E6E545F}">
      <dgm:prSet/>
      <dgm:spPr/>
      <dgm:t>
        <a:bodyPr/>
        <a:lstStyle/>
        <a:p>
          <a:endParaRPr lang="en-US" sz="2400">
            <a:solidFill>
              <a:schemeClr val="tx1"/>
            </a:solidFill>
          </a:endParaRPr>
        </a:p>
      </dgm:t>
    </dgm:pt>
    <dgm:pt modelId="{8DA5E168-4926-4041-A12C-DB1512F6E7C4}" type="sibTrans" cxnId="{A3641AE1-CECA-441D-8BEF-C53C5E6E545F}">
      <dgm:prSet/>
      <dgm:spPr/>
      <dgm:t>
        <a:bodyPr/>
        <a:lstStyle/>
        <a:p>
          <a:endParaRPr lang="en-US" sz="2400">
            <a:solidFill>
              <a:schemeClr val="tx1"/>
            </a:solidFill>
          </a:endParaRPr>
        </a:p>
      </dgm:t>
    </dgm:pt>
    <dgm:pt modelId="{81C1D82B-AF05-42A5-8A4C-4DD1885F1EC2}">
      <dgm:prSet phldrT="[Text]" custT="1"/>
      <dgm:spPr/>
      <dgm:t>
        <a:bodyPr/>
        <a:lstStyle/>
        <a:p>
          <a:r>
            <a:rPr lang="mn-MN" sz="2400">
              <a:latin typeface="Times New Roman" panose="02020603050405020304" pitchFamily="18" charset="0"/>
              <a:cs typeface="Times New Roman" panose="02020603050405020304" pitchFamily="18" charset="0"/>
            </a:rPr>
            <a:t>Тууштай бай </a:t>
          </a:r>
          <a:endParaRPr lang="en-US" sz="2400" dirty="0"/>
        </a:p>
      </dgm:t>
    </dgm:pt>
    <dgm:pt modelId="{139F319D-75C8-42A6-9BC7-EA46272C7942}" type="parTrans" cxnId="{45F9C735-B784-4395-A2D6-6C32AD5B9A88}">
      <dgm:prSet custT="1"/>
      <dgm:spPr/>
      <dgm:t>
        <a:bodyPr/>
        <a:lstStyle/>
        <a:p>
          <a:endParaRPr lang="en-US" sz="2400">
            <a:solidFill>
              <a:schemeClr val="tx1"/>
            </a:solidFill>
          </a:endParaRPr>
        </a:p>
      </dgm:t>
    </dgm:pt>
    <dgm:pt modelId="{D2C55720-ABE3-43F6-AC67-A945BDD7215A}" type="sibTrans" cxnId="{45F9C735-B784-4395-A2D6-6C32AD5B9A88}">
      <dgm:prSet/>
      <dgm:spPr/>
      <dgm:t>
        <a:bodyPr/>
        <a:lstStyle/>
        <a:p>
          <a:endParaRPr lang="en-US" sz="2400">
            <a:solidFill>
              <a:schemeClr val="tx1"/>
            </a:solidFill>
          </a:endParaRPr>
        </a:p>
      </dgm:t>
    </dgm:pt>
    <dgm:pt modelId="{0D69B222-F8E1-421D-B9AF-70B428C056EC}">
      <dgm:prSet phldrT="[Text]" custT="1"/>
      <dgm:spPr/>
      <dgm:t>
        <a:bodyPr/>
        <a:lstStyle/>
        <a:p>
          <a:r>
            <a:rPr lang="mn-M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Дасгал сургуулилт хийж бай </a:t>
          </a:r>
          <a:endParaRPr lang="en-US" sz="2400" dirty="0">
            <a:solidFill>
              <a:schemeClr val="tx1"/>
            </a:solidFill>
          </a:endParaRPr>
        </a:p>
      </dgm:t>
    </dgm:pt>
    <dgm:pt modelId="{79D7F3C7-5B2C-49BB-BE16-70A0F4D9650D}" type="parTrans" cxnId="{272086E2-FBDC-4734-B6E7-2BBE8E0E7236}">
      <dgm:prSet custT="1"/>
      <dgm:spPr/>
      <dgm:t>
        <a:bodyPr/>
        <a:lstStyle/>
        <a:p>
          <a:endParaRPr lang="en-US" sz="2400">
            <a:solidFill>
              <a:schemeClr val="tx1"/>
            </a:solidFill>
          </a:endParaRPr>
        </a:p>
      </dgm:t>
    </dgm:pt>
    <dgm:pt modelId="{401CE5BE-AC91-4B65-80FC-BC966703CD2D}" type="sibTrans" cxnId="{272086E2-FBDC-4734-B6E7-2BBE8E0E7236}">
      <dgm:prSet/>
      <dgm:spPr/>
      <dgm:t>
        <a:bodyPr/>
        <a:lstStyle/>
        <a:p>
          <a:endParaRPr lang="en-US" sz="2400">
            <a:solidFill>
              <a:schemeClr val="tx1"/>
            </a:solidFill>
          </a:endParaRPr>
        </a:p>
      </dgm:t>
    </dgm:pt>
    <dgm:pt modelId="{609020BC-B3FA-4387-A56C-C01D634E6141}">
      <dgm:prSet phldrT="[Text]" custT="1"/>
      <dgm:spPr/>
      <dgm:t>
        <a:bodyPr/>
        <a:lstStyle/>
        <a:p>
          <a:r>
            <a:rPr lang="mn-M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Өөрийгөө урамшуулж бай </a:t>
          </a:r>
          <a:endParaRPr lang="en-US" sz="2400" dirty="0">
            <a:solidFill>
              <a:schemeClr val="tx1"/>
            </a:solidFill>
          </a:endParaRPr>
        </a:p>
      </dgm:t>
    </dgm:pt>
    <dgm:pt modelId="{C02C0383-0839-4ED7-BBF8-92D4A9AA8D23}" type="parTrans" cxnId="{0B952EEE-A005-4AE1-AF18-A804228FC3E8}">
      <dgm:prSet custT="1"/>
      <dgm:spPr/>
      <dgm:t>
        <a:bodyPr/>
        <a:lstStyle/>
        <a:p>
          <a:endParaRPr lang="en-US" sz="2400">
            <a:solidFill>
              <a:schemeClr val="tx1"/>
            </a:solidFill>
          </a:endParaRPr>
        </a:p>
      </dgm:t>
    </dgm:pt>
    <dgm:pt modelId="{F97AFF5A-8384-4846-83C0-A6C4A44DD47C}" type="sibTrans" cxnId="{0B952EEE-A005-4AE1-AF18-A804228FC3E8}">
      <dgm:prSet/>
      <dgm:spPr/>
      <dgm:t>
        <a:bodyPr/>
        <a:lstStyle/>
        <a:p>
          <a:endParaRPr lang="en-US" sz="2400">
            <a:solidFill>
              <a:schemeClr val="tx1"/>
            </a:solidFill>
          </a:endParaRPr>
        </a:p>
      </dgm:t>
    </dgm:pt>
    <dgm:pt modelId="{EEFB2D89-A071-4721-90AA-A89273BD301D}">
      <dgm:prSet phldrT="[Text]" custT="1"/>
      <dgm:spPr/>
      <dgm:t>
        <a:bodyPr/>
        <a:lstStyle/>
        <a:p>
          <a:r>
            <a:rPr lang="mn-M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Найз нөхдийн харилцаагаа бэхжүүл </a:t>
          </a:r>
          <a:endParaRPr lang="en-US" sz="2400" dirty="0">
            <a:solidFill>
              <a:schemeClr val="tx1"/>
            </a:solidFill>
          </a:endParaRPr>
        </a:p>
      </dgm:t>
    </dgm:pt>
    <dgm:pt modelId="{4B0D36CE-9EC6-4A05-A0EB-692E607D9DA9}" type="parTrans" cxnId="{62165894-2EF2-4C84-B781-7D9327E83213}">
      <dgm:prSet custT="1"/>
      <dgm:spPr/>
      <dgm:t>
        <a:bodyPr/>
        <a:lstStyle/>
        <a:p>
          <a:endParaRPr lang="en-US" sz="2400">
            <a:solidFill>
              <a:schemeClr val="tx1"/>
            </a:solidFill>
          </a:endParaRPr>
        </a:p>
      </dgm:t>
    </dgm:pt>
    <dgm:pt modelId="{AB01335C-94F6-4284-B0ED-74029BBFA407}" type="sibTrans" cxnId="{62165894-2EF2-4C84-B781-7D9327E83213}">
      <dgm:prSet/>
      <dgm:spPr/>
      <dgm:t>
        <a:bodyPr/>
        <a:lstStyle/>
        <a:p>
          <a:endParaRPr lang="en-US" sz="2400">
            <a:solidFill>
              <a:schemeClr val="tx1"/>
            </a:solidFill>
          </a:endParaRPr>
        </a:p>
      </dgm:t>
    </dgm:pt>
    <dgm:pt modelId="{5D7B492A-2F06-43EC-8A2A-8CF70D534F75}">
      <dgm:prSet phldrT="[Text]" custT="1"/>
      <dgm:spPr/>
      <dgm:t>
        <a:bodyPr/>
        <a:lstStyle/>
        <a:p>
          <a:r>
            <a:rPr lang="mn-M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Өөртөө</a:t>
          </a:r>
        </a:p>
        <a:p>
          <a:r>
            <a:rPr lang="mn-M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итгэ</a:t>
          </a:r>
          <a:br>
            <a:rPr lang="mn-MN" sz="24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US" sz="2400" dirty="0"/>
        </a:p>
      </dgm:t>
    </dgm:pt>
    <dgm:pt modelId="{F958A721-0773-4F88-B68D-463C5E565203}" type="parTrans" cxnId="{E3385C04-CA1B-4730-8442-753928527600}">
      <dgm:prSet custT="1"/>
      <dgm:spPr/>
      <dgm:t>
        <a:bodyPr/>
        <a:lstStyle/>
        <a:p>
          <a:endParaRPr lang="en-US" sz="2400">
            <a:solidFill>
              <a:schemeClr val="tx1"/>
            </a:solidFill>
          </a:endParaRPr>
        </a:p>
      </dgm:t>
    </dgm:pt>
    <dgm:pt modelId="{1645649E-1234-4937-A645-2097C66CA1BD}" type="sibTrans" cxnId="{E3385C04-CA1B-4730-8442-753928527600}">
      <dgm:prSet/>
      <dgm:spPr/>
      <dgm:t>
        <a:bodyPr/>
        <a:lstStyle/>
        <a:p>
          <a:endParaRPr lang="en-US" sz="2400">
            <a:solidFill>
              <a:schemeClr val="tx1"/>
            </a:solidFill>
          </a:endParaRPr>
        </a:p>
      </dgm:t>
    </dgm:pt>
    <dgm:pt modelId="{E3A6016B-0292-43E0-85E1-F6991CF4FF9A}">
      <dgm:prSet custT="1"/>
      <dgm:spPr/>
      <dgm:t>
        <a:bodyPr/>
        <a:lstStyle/>
        <a:p>
          <a:r>
            <a:rPr lang="mn-MN" sz="2400">
              <a:latin typeface="Times New Roman" panose="02020603050405020304" pitchFamily="18" charset="0"/>
              <a:cs typeface="Times New Roman" panose="02020603050405020304" pitchFamily="18" charset="0"/>
            </a:rPr>
            <a:t>Байнга суралц </a:t>
          </a:r>
          <a:endParaRPr lang="en-US" sz="2400" dirty="0"/>
        </a:p>
      </dgm:t>
    </dgm:pt>
    <dgm:pt modelId="{C3ED9938-1901-4E6B-B617-340529513286}" type="parTrans" cxnId="{01E324EA-329D-4873-A1DA-7D0F98FC3C8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8D6D6AE7-4295-400C-BB4F-8EAB3995EA45}" type="sibTrans" cxnId="{01E324EA-329D-4873-A1DA-7D0F98FC3C8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89AFAA9D-91D9-4F5E-BCEF-774D8493560F}" type="pres">
      <dgm:prSet presAssocID="{C63D85D0-A6E6-45D8-B266-519468F424E7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AB64CD77-6151-4931-8679-DD21CEF4504D}" type="pres">
      <dgm:prSet presAssocID="{BCDE387F-A3C8-45AF-805B-BF4D43A76AE0}" presName="centerShape" presStyleLbl="node0" presStyleIdx="0" presStyleCnt="1" custScaleX="175484" custScaleY="140557"/>
      <dgm:spPr/>
    </dgm:pt>
    <dgm:pt modelId="{020BF370-AF2A-44D2-ADFE-9B68A322CFC0}" type="pres">
      <dgm:prSet presAssocID="{C3ED9938-1901-4E6B-B617-340529513286}" presName="parTrans" presStyleLbl="sibTrans2D1" presStyleIdx="0" presStyleCnt="6"/>
      <dgm:spPr/>
    </dgm:pt>
    <dgm:pt modelId="{1E194274-E551-4117-AC3F-1D443D029515}" type="pres">
      <dgm:prSet presAssocID="{C3ED9938-1901-4E6B-B617-340529513286}" presName="connectorText" presStyleLbl="sibTrans2D1" presStyleIdx="0" presStyleCnt="6"/>
      <dgm:spPr/>
    </dgm:pt>
    <dgm:pt modelId="{C79B88AE-5C04-46D6-8A1B-D7B11CE10D4C}" type="pres">
      <dgm:prSet presAssocID="{E3A6016B-0292-43E0-85E1-F6991CF4FF9A}" presName="node" presStyleLbl="node1" presStyleIdx="0" presStyleCnt="6" custScaleX="145956" custScaleY="117415">
        <dgm:presLayoutVars>
          <dgm:bulletEnabled val="1"/>
        </dgm:presLayoutVars>
      </dgm:prSet>
      <dgm:spPr/>
    </dgm:pt>
    <dgm:pt modelId="{3367128E-8CDA-4C06-83A6-20F36093400F}" type="pres">
      <dgm:prSet presAssocID="{139F319D-75C8-42A6-9BC7-EA46272C7942}" presName="parTrans" presStyleLbl="sibTrans2D1" presStyleIdx="1" presStyleCnt="6"/>
      <dgm:spPr/>
    </dgm:pt>
    <dgm:pt modelId="{5C034AED-92CD-45DA-8D7A-CD4DA132AAF5}" type="pres">
      <dgm:prSet presAssocID="{139F319D-75C8-42A6-9BC7-EA46272C7942}" presName="connectorText" presStyleLbl="sibTrans2D1" presStyleIdx="1" presStyleCnt="6"/>
      <dgm:spPr/>
    </dgm:pt>
    <dgm:pt modelId="{348CCE09-1C67-42CC-952A-07C331854F25}" type="pres">
      <dgm:prSet presAssocID="{81C1D82B-AF05-42A5-8A4C-4DD1885F1EC2}" presName="node" presStyleLbl="node1" presStyleIdx="1" presStyleCnt="6" custScaleX="129674" custScaleY="113748" custRadScaleRad="163338" custRadScaleInc="13750">
        <dgm:presLayoutVars>
          <dgm:bulletEnabled val="1"/>
        </dgm:presLayoutVars>
      </dgm:prSet>
      <dgm:spPr/>
    </dgm:pt>
    <dgm:pt modelId="{09C17DE7-00CB-4AD0-8577-D14FECF49B94}" type="pres">
      <dgm:prSet presAssocID="{79D7F3C7-5B2C-49BB-BE16-70A0F4D9650D}" presName="parTrans" presStyleLbl="sibTrans2D1" presStyleIdx="2" presStyleCnt="6"/>
      <dgm:spPr/>
    </dgm:pt>
    <dgm:pt modelId="{8158F46B-DF12-49D7-BCFE-6847358D5CF0}" type="pres">
      <dgm:prSet presAssocID="{79D7F3C7-5B2C-49BB-BE16-70A0F4D9650D}" presName="connectorText" presStyleLbl="sibTrans2D1" presStyleIdx="2" presStyleCnt="6"/>
      <dgm:spPr/>
    </dgm:pt>
    <dgm:pt modelId="{28A10A8D-AA1E-4713-9D1D-E4034DB0355F}" type="pres">
      <dgm:prSet presAssocID="{0D69B222-F8E1-421D-B9AF-70B428C056EC}" presName="node" presStyleLbl="node1" presStyleIdx="2" presStyleCnt="6" custScaleX="127839" custScaleY="115319" custRadScaleRad="143619" custRadScaleInc="-22292">
        <dgm:presLayoutVars>
          <dgm:bulletEnabled val="1"/>
        </dgm:presLayoutVars>
      </dgm:prSet>
      <dgm:spPr/>
    </dgm:pt>
    <dgm:pt modelId="{2F5CF9C2-480A-4547-969D-AF5F94399CB8}" type="pres">
      <dgm:prSet presAssocID="{C02C0383-0839-4ED7-BBF8-92D4A9AA8D23}" presName="parTrans" presStyleLbl="sibTrans2D1" presStyleIdx="3" presStyleCnt="6"/>
      <dgm:spPr/>
    </dgm:pt>
    <dgm:pt modelId="{4D433A20-4302-4173-9F85-CC8282626185}" type="pres">
      <dgm:prSet presAssocID="{C02C0383-0839-4ED7-BBF8-92D4A9AA8D23}" presName="connectorText" presStyleLbl="sibTrans2D1" presStyleIdx="3" presStyleCnt="6"/>
      <dgm:spPr/>
    </dgm:pt>
    <dgm:pt modelId="{9ADE5093-0267-4188-9CF2-9A246261A0D3}" type="pres">
      <dgm:prSet presAssocID="{609020BC-B3FA-4387-A56C-C01D634E6141}" presName="node" presStyleLbl="node1" presStyleIdx="3" presStyleCnt="6" custScaleX="134246" custScaleY="80613">
        <dgm:presLayoutVars>
          <dgm:bulletEnabled val="1"/>
        </dgm:presLayoutVars>
      </dgm:prSet>
      <dgm:spPr/>
    </dgm:pt>
    <dgm:pt modelId="{15637ABE-B219-4984-92CB-4F17CCB1CA43}" type="pres">
      <dgm:prSet presAssocID="{4B0D36CE-9EC6-4A05-A0EB-692E607D9DA9}" presName="parTrans" presStyleLbl="sibTrans2D1" presStyleIdx="4" presStyleCnt="6"/>
      <dgm:spPr/>
    </dgm:pt>
    <dgm:pt modelId="{A4132451-C69F-4680-8BC6-2D934EF4AFAE}" type="pres">
      <dgm:prSet presAssocID="{4B0D36CE-9EC6-4A05-A0EB-692E607D9DA9}" presName="connectorText" presStyleLbl="sibTrans2D1" presStyleIdx="4" presStyleCnt="6"/>
      <dgm:spPr/>
    </dgm:pt>
    <dgm:pt modelId="{FEB468E4-64B9-48C4-95ED-900E6AC516EF}" type="pres">
      <dgm:prSet presAssocID="{EEFB2D89-A071-4721-90AA-A89273BD301D}" presName="node" presStyleLbl="node1" presStyleIdx="4" presStyleCnt="6" custScaleX="141194" custScaleY="100948" custRadScaleRad="157693" custRadScaleInc="39470">
        <dgm:presLayoutVars>
          <dgm:bulletEnabled val="1"/>
        </dgm:presLayoutVars>
      </dgm:prSet>
      <dgm:spPr/>
    </dgm:pt>
    <dgm:pt modelId="{C078D837-8F63-40D2-A222-6E001A858E42}" type="pres">
      <dgm:prSet presAssocID="{F958A721-0773-4F88-B68D-463C5E565203}" presName="parTrans" presStyleLbl="sibTrans2D1" presStyleIdx="5" presStyleCnt="6"/>
      <dgm:spPr/>
    </dgm:pt>
    <dgm:pt modelId="{2047FF20-8145-46C0-AF11-01C09256F61B}" type="pres">
      <dgm:prSet presAssocID="{F958A721-0773-4F88-B68D-463C5E565203}" presName="connectorText" presStyleLbl="sibTrans2D1" presStyleIdx="5" presStyleCnt="6"/>
      <dgm:spPr/>
    </dgm:pt>
    <dgm:pt modelId="{DA0B36DD-13CA-49EC-9A55-8D97E45B3FAC}" type="pres">
      <dgm:prSet presAssocID="{5D7B492A-2F06-43EC-8A2A-8CF70D534F75}" presName="node" presStyleLbl="node1" presStyleIdx="5" presStyleCnt="6" custScaleX="135218" custScaleY="100899" custRadScaleRad="159821" custRadScaleInc="-11597">
        <dgm:presLayoutVars>
          <dgm:bulletEnabled val="1"/>
        </dgm:presLayoutVars>
      </dgm:prSet>
      <dgm:spPr/>
    </dgm:pt>
  </dgm:ptLst>
  <dgm:cxnLst>
    <dgm:cxn modelId="{E3385C04-CA1B-4730-8442-753928527600}" srcId="{BCDE387F-A3C8-45AF-805B-BF4D43A76AE0}" destId="{5D7B492A-2F06-43EC-8A2A-8CF70D534F75}" srcOrd="5" destOrd="0" parTransId="{F958A721-0773-4F88-B68D-463C5E565203}" sibTransId="{1645649E-1234-4937-A645-2097C66CA1BD}"/>
    <dgm:cxn modelId="{EA517A06-77A0-4EE2-A2AF-827716771FED}" type="presOf" srcId="{139F319D-75C8-42A6-9BC7-EA46272C7942}" destId="{5C034AED-92CD-45DA-8D7A-CD4DA132AAF5}" srcOrd="1" destOrd="0" presId="urn:microsoft.com/office/officeart/2005/8/layout/radial5"/>
    <dgm:cxn modelId="{734F9C09-FBDB-4989-A6DD-AEF6A0F1138E}" type="presOf" srcId="{C02C0383-0839-4ED7-BBF8-92D4A9AA8D23}" destId="{4D433A20-4302-4173-9F85-CC8282626185}" srcOrd="1" destOrd="0" presId="urn:microsoft.com/office/officeart/2005/8/layout/radial5"/>
    <dgm:cxn modelId="{32D0F50B-8DBF-4697-B5C0-B0A2454E49CF}" type="presOf" srcId="{81C1D82B-AF05-42A5-8A4C-4DD1885F1EC2}" destId="{348CCE09-1C67-42CC-952A-07C331854F25}" srcOrd="0" destOrd="0" presId="urn:microsoft.com/office/officeart/2005/8/layout/radial5"/>
    <dgm:cxn modelId="{64690A1C-4D67-4DF9-B309-88C1B6B0CE61}" type="presOf" srcId="{C3ED9938-1901-4E6B-B617-340529513286}" destId="{020BF370-AF2A-44D2-ADFE-9B68A322CFC0}" srcOrd="0" destOrd="0" presId="urn:microsoft.com/office/officeart/2005/8/layout/radial5"/>
    <dgm:cxn modelId="{F0D6872B-F502-4A6C-BABF-E4F7D1D668AB}" type="presOf" srcId="{C02C0383-0839-4ED7-BBF8-92D4A9AA8D23}" destId="{2F5CF9C2-480A-4547-969D-AF5F94399CB8}" srcOrd="0" destOrd="0" presId="urn:microsoft.com/office/officeart/2005/8/layout/radial5"/>
    <dgm:cxn modelId="{5B94B433-5EDD-4693-80D5-00EFC3CC6912}" type="presOf" srcId="{79D7F3C7-5B2C-49BB-BE16-70A0F4D9650D}" destId="{09C17DE7-00CB-4AD0-8577-D14FECF49B94}" srcOrd="0" destOrd="0" presId="urn:microsoft.com/office/officeart/2005/8/layout/radial5"/>
    <dgm:cxn modelId="{45F9C735-B784-4395-A2D6-6C32AD5B9A88}" srcId="{BCDE387F-A3C8-45AF-805B-BF4D43A76AE0}" destId="{81C1D82B-AF05-42A5-8A4C-4DD1885F1EC2}" srcOrd="1" destOrd="0" parTransId="{139F319D-75C8-42A6-9BC7-EA46272C7942}" sibTransId="{D2C55720-ABE3-43F6-AC67-A945BDD7215A}"/>
    <dgm:cxn modelId="{7E2DBC3B-2A88-4A96-9F8E-48920ED3C329}" type="presOf" srcId="{EEFB2D89-A071-4721-90AA-A89273BD301D}" destId="{FEB468E4-64B9-48C4-95ED-900E6AC516EF}" srcOrd="0" destOrd="0" presId="urn:microsoft.com/office/officeart/2005/8/layout/radial5"/>
    <dgm:cxn modelId="{A0CFE45D-9F66-4D92-8203-A9D985B0CD28}" type="presOf" srcId="{C63D85D0-A6E6-45D8-B266-519468F424E7}" destId="{89AFAA9D-91D9-4F5E-BCEF-774D8493560F}" srcOrd="0" destOrd="0" presId="urn:microsoft.com/office/officeart/2005/8/layout/radial5"/>
    <dgm:cxn modelId="{C6DE5069-7CA6-42C3-9F77-4C7A216D998F}" type="presOf" srcId="{F958A721-0773-4F88-B68D-463C5E565203}" destId="{2047FF20-8145-46C0-AF11-01C09256F61B}" srcOrd="1" destOrd="0" presId="urn:microsoft.com/office/officeart/2005/8/layout/radial5"/>
    <dgm:cxn modelId="{239E136D-0AF1-4B11-9624-78F0D832AA6E}" type="presOf" srcId="{4B0D36CE-9EC6-4A05-A0EB-692E607D9DA9}" destId="{15637ABE-B219-4984-92CB-4F17CCB1CA43}" srcOrd="0" destOrd="0" presId="urn:microsoft.com/office/officeart/2005/8/layout/radial5"/>
    <dgm:cxn modelId="{2D65864F-2E1A-420D-B07A-44803FC254F6}" type="presOf" srcId="{F958A721-0773-4F88-B68D-463C5E565203}" destId="{C078D837-8F63-40D2-A222-6E001A858E42}" srcOrd="0" destOrd="0" presId="urn:microsoft.com/office/officeart/2005/8/layout/radial5"/>
    <dgm:cxn modelId="{06415F70-509F-4662-9438-B60DBF6633FF}" type="presOf" srcId="{139F319D-75C8-42A6-9BC7-EA46272C7942}" destId="{3367128E-8CDA-4C06-83A6-20F36093400F}" srcOrd="0" destOrd="0" presId="urn:microsoft.com/office/officeart/2005/8/layout/radial5"/>
    <dgm:cxn modelId="{8B123D58-7940-484A-8C73-FD01E41539A8}" type="presOf" srcId="{609020BC-B3FA-4387-A56C-C01D634E6141}" destId="{9ADE5093-0267-4188-9CF2-9A246261A0D3}" srcOrd="0" destOrd="0" presId="urn:microsoft.com/office/officeart/2005/8/layout/radial5"/>
    <dgm:cxn modelId="{2695A57A-C692-4DF6-A523-F0487C046F08}" type="presOf" srcId="{E3A6016B-0292-43E0-85E1-F6991CF4FF9A}" destId="{C79B88AE-5C04-46D6-8A1B-D7B11CE10D4C}" srcOrd="0" destOrd="0" presId="urn:microsoft.com/office/officeart/2005/8/layout/radial5"/>
    <dgm:cxn modelId="{E9D1467E-09DD-4700-99A5-AA1C05B8C352}" type="presOf" srcId="{79D7F3C7-5B2C-49BB-BE16-70A0F4D9650D}" destId="{8158F46B-DF12-49D7-BCFE-6847358D5CF0}" srcOrd="1" destOrd="0" presId="urn:microsoft.com/office/officeart/2005/8/layout/radial5"/>
    <dgm:cxn modelId="{62165894-2EF2-4C84-B781-7D9327E83213}" srcId="{BCDE387F-A3C8-45AF-805B-BF4D43A76AE0}" destId="{EEFB2D89-A071-4721-90AA-A89273BD301D}" srcOrd="4" destOrd="0" parTransId="{4B0D36CE-9EC6-4A05-A0EB-692E607D9DA9}" sibTransId="{AB01335C-94F6-4284-B0ED-74029BBFA407}"/>
    <dgm:cxn modelId="{B2BFB997-FA82-49FA-94D5-C475E922ADE6}" type="presOf" srcId="{BCDE387F-A3C8-45AF-805B-BF4D43A76AE0}" destId="{AB64CD77-6151-4931-8679-DD21CEF4504D}" srcOrd="0" destOrd="0" presId="urn:microsoft.com/office/officeart/2005/8/layout/radial5"/>
    <dgm:cxn modelId="{6EFA8CA2-4C6F-454B-AC3C-170165FA87EC}" type="presOf" srcId="{0D69B222-F8E1-421D-B9AF-70B428C056EC}" destId="{28A10A8D-AA1E-4713-9D1D-E4034DB0355F}" srcOrd="0" destOrd="0" presId="urn:microsoft.com/office/officeart/2005/8/layout/radial5"/>
    <dgm:cxn modelId="{F03055A5-7C7E-46CA-9EA2-A265F3D1A608}" type="presOf" srcId="{C3ED9938-1901-4E6B-B617-340529513286}" destId="{1E194274-E551-4117-AC3F-1D443D029515}" srcOrd="1" destOrd="0" presId="urn:microsoft.com/office/officeart/2005/8/layout/radial5"/>
    <dgm:cxn modelId="{87D343B9-4430-42D8-84B0-54C38361420B}" type="presOf" srcId="{5D7B492A-2F06-43EC-8A2A-8CF70D534F75}" destId="{DA0B36DD-13CA-49EC-9A55-8D97E45B3FAC}" srcOrd="0" destOrd="0" presId="urn:microsoft.com/office/officeart/2005/8/layout/radial5"/>
    <dgm:cxn modelId="{C7561CDF-5CA9-4152-9E63-0DAEF7CE3B0A}" type="presOf" srcId="{4B0D36CE-9EC6-4A05-A0EB-692E607D9DA9}" destId="{A4132451-C69F-4680-8BC6-2D934EF4AFAE}" srcOrd="1" destOrd="0" presId="urn:microsoft.com/office/officeart/2005/8/layout/radial5"/>
    <dgm:cxn modelId="{A3641AE1-CECA-441D-8BEF-C53C5E6E545F}" srcId="{C63D85D0-A6E6-45D8-B266-519468F424E7}" destId="{BCDE387F-A3C8-45AF-805B-BF4D43A76AE0}" srcOrd="0" destOrd="0" parTransId="{C36404C4-823F-4A4E-BE15-80186117E270}" sibTransId="{8DA5E168-4926-4041-A12C-DB1512F6E7C4}"/>
    <dgm:cxn modelId="{272086E2-FBDC-4734-B6E7-2BBE8E0E7236}" srcId="{BCDE387F-A3C8-45AF-805B-BF4D43A76AE0}" destId="{0D69B222-F8E1-421D-B9AF-70B428C056EC}" srcOrd="2" destOrd="0" parTransId="{79D7F3C7-5B2C-49BB-BE16-70A0F4D9650D}" sibTransId="{401CE5BE-AC91-4B65-80FC-BC966703CD2D}"/>
    <dgm:cxn modelId="{01E324EA-329D-4873-A1DA-7D0F98FC3C83}" srcId="{BCDE387F-A3C8-45AF-805B-BF4D43A76AE0}" destId="{E3A6016B-0292-43E0-85E1-F6991CF4FF9A}" srcOrd="0" destOrd="0" parTransId="{C3ED9938-1901-4E6B-B617-340529513286}" sibTransId="{8D6D6AE7-4295-400C-BB4F-8EAB3995EA45}"/>
    <dgm:cxn modelId="{0B952EEE-A005-4AE1-AF18-A804228FC3E8}" srcId="{BCDE387F-A3C8-45AF-805B-BF4D43A76AE0}" destId="{609020BC-B3FA-4387-A56C-C01D634E6141}" srcOrd="3" destOrd="0" parTransId="{C02C0383-0839-4ED7-BBF8-92D4A9AA8D23}" sibTransId="{F97AFF5A-8384-4846-83C0-A6C4A44DD47C}"/>
    <dgm:cxn modelId="{636D1A29-B279-465C-B8DC-B2D88E481412}" type="presParOf" srcId="{89AFAA9D-91D9-4F5E-BCEF-774D8493560F}" destId="{AB64CD77-6151-4931-8679-DD21CEF4504D}" srcOrd="0" destOrd="0" presId="urn:microsoft.com/office/officeart/2005/8/layout/radial5"/>
    <dgm:cxn modelId="{5EFD50C2-4A0D-492B-BD31-FBDAA9684ED8}" type="presParOf" srcId="{89AFAA9D-91D9-4F5E-BCEF-774D8493560F}" destId="{020BF370-AF2A-44D2-ADFE-9B68A322CFC0}" srcOrd="1" destOrd="0" presId="urn:microsoft.com/office/officeart/2005/8/layout/radial5"/>
    <dgm:cxn modelId="{B5CA3C76-DB19-40D1-911D-364E889CF677}" type="presParOf" srcId="{020BF370-AF2A-44D2-ADFE-9B68A322CFC0}" destId="{1E194274-E551-4117-AC3F-1D443D029515}" srcOrd="0" destOrd="0" presId="urn:microsoft.com/office/officeart/2005/8/layout/radial5"/>
    <dgm:cxn modelId="{B04AD749-7371-478C-B95C-402DA13CC323}" type="presParOf" srcId="{89AFAA9D-91D9-4F5E-BCEF-774D8493560F}" destId="{C79B88AE-5C04-46D6-8A1B-D7B11CE10D4C}" srcOrd="2" destOrd="0" presId="urn:microsoft.com/office/officeart/2005/8/layout/radial5"/>
    <dgm:cxn modelId="{01130BCC-A622-4E08-AA19-07EDE898FD0E}" type="presParOf" srcId="{89AFAA9D-91D9-4F5E-BCEF-774D8493560F}" destId="{3367128E-8CDA-4C06-83A6-20F36093400F}" srcOrd="3" destOrd="0" presId="urn:microsoft.com/office/officeart/2005/8/layout/radial5"/>
    <dgm:cxn modelId="{1FAB166D-37A2-41DD-83DF-D595258A00B1}" type="presParOf" srcId="{3367128E-8CDA-4C06-83A6-20F36093400F}" destId="{5C034AED-92CD-45DA-8D7A-CD4DA132AAF5}" srcOrd="0" destOrd="0" presId="urn:microsoft.com/office/officeart/2005/8/layout/radial5"/>
    <dgm:cxn modelId="{AC180259-0B67-4296-882F-64623E93EE33}" type="presParOf" srcId="{89AFAA9D-91D9-4F5E-BCEF-774D8493560F}" destId="{348CCE09-1C67-42CC-952A-07C331854F25}" srcOrd="4" destOrd="0" presId="urn:microsoft.com/office/officeart/2005/8/layout/radial5"/>
    <dgm:cxn modelId="{6A1E460F-2DC0-48C5-8E6B-110EAE3C2278}" type="presParOf" srcId="{89AFAA9D-91D9-4F5E-BCEF-774D8493560F}" destId="{09C17DE7-00CB-4AD0-8577-D14FECF49B94}" srcOrd="5" destOrd="0" presId="urn:microsoft.com/office/officeart/2005/8/layout/radial5"/>
    <dgm:cxn modelId="{B97016B6-437B-4268-A246-FFEB156CD2F0}" type="presParOf" srcId="{09C17DE7-00CB-4AD0-8577-D14FECF49B94}" destId="{8158F46B-DF12-49D7-BCFE-6847358D5CF0}" srcOrd="0" destOrd="0" presId="urn:microsoft.com/office/officeart/2005/8/layout/radial5"/>
    <dgm:cxn modelId="{85207687-5C4F-45C8-8E59-8F750369F30A}" type="presParOf" srcId="{89AFAA9D-91D9-4F5E-BCEF-774D8493560F}" destId="{28A10A8D-AA1E-4713-9D1D-E4034DB0355F}" srcOrd="6" destOrd="0" presId="urn:microsoft.com/office/officeart/2005/8/layout/radial5"/>
    <dgm:cxn modelId="{5376640A-1AB5-4293-915C-923824DF8498}" type="presParOf" srcId="{89AFAA9D-91D9-4F5E-BCEF-774D8493560F}" destId="{2F5CF9C2-480A-4547-969D-AF5F94399CB8}" srcOrd="7" destOrd="0" presId="urn:microsoft.com/office/officeart/2005/8/layout/radial5"/>
    <dgm:cxn modelId="{D2597829-A685-4165-B79B-43C4D8BBF93A}" type="presParOf" srcId="{2F5CF9C2-480A-4547-969D-AF5F94399CB8}" destId="{4D433A20-4302-4173-9F85-CC8282626185}" srcOrd="0" destOrd="0" presId="urn:microsoft.com/office/officeart/2005/8/layout/radial5"/>
    <dgm:cxn modelId="{9DFCFC6E-1DA2-4D68-95B9-0CB296C06358}" type="presParOf" srcId="{89AFAA9D-91D9-4F5E-BCEF-774D8493560F}" destId="{9ADE5093-0267-4188-9CF2-9A246261A0D3}" srcOrd="8" destOrd="0" presId="urn:microsoft.com/office/officeart/2005/8/layout/radial5"/>
    <dgm:cxn modelId="{2B76BB4A-E762-422A-8867-317604CDC523}" type="presParOf" srcId="{89AFAA9D-91D9-4F5E-BCEF-774D8493560F}" destId="{15637ABE-B219-4984-92CB-4F17CCB1CA43}" srcOrd="9" destOrd="0" presId="urn:microsoft.com/office/officeart/2005/8/layout/radial5"/>
    <dgm:cxn modelId="{4B31C535-E097-4CFC-94CC-742C2939242A}" type="presParOf" srcId="{15637ABE-B219-4984-92CB-4F17CCB1CA43}" destId="{A4132451-C69F-4680-8BC6-2D934EF4AFAE}" srcOrd="0" destOrd="0" presId="urn:microsoft.com/office/officeart/2005/8/layout/radial5"/>
    <dgm:cxn modelId="{6665C0CE-5899-4E44-94EC-ABF7C09B0DDC}" type="presParOf" srcId="{89AFAA9D-91D9-4F5E-BCEF-774D8493560F}" destId="{FEB468E4-64B9-48C4-95ED-900E6AC516EF}" srcOrd="10" destOrd="0" presId="urn:microsoft.com/office/officeart/2005/8/layout/radial5"/>
    <dgm:cxn modelId="{644B0F32-D579-4B34-8FC1-950B70EF36C6}" type="presParOf" srcId="{89AFAA9D-91D9-4F5E-BCEF-774D8493560F}" destId="{C078D837-8F63-40D2-A222-6E001A858E42}" srcOrd="11" destOrd="0" presId="urn:microsoft.com/office/officeart/2005/8/layout/radial5"/>
    <dgm:cxn modelId="{77A1DFDD-11E7-4F13-B03D-FE0881896BFF}" type="presParOf" srcId="{C078D837-8F63-40D2-A222-6E001A858E42}" destId="{2047FF20-8145-46C0-AF11-01C09256F61B}" srcOrd="0" destOrd="0" presId="urn:microsoft.com/office/officeart/2005/8/layout/radial5"/>
    <dgm:cxn modelId="{9F5A31BD-612D-4145-98CA-3675A6F19A79}" type="presParOf" srcId="{89AFAA9D-91D9-4F5E-BCEF-774D8493560F}" destId="{DA0B36DD-13CA-49EC-9A55-8D97E45B3FAC}" srcOrd="12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B948458-59A0-4AED-9559-0D4BBC6FAF8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F98F90E-24C5-4C1F-8280-C3B326F76CB0}">
      <dgm:prSet phldrT="[Text]" custT="1"/>
      <dgm:spPr/>
      <dgm:t>
        <a:bodyPr/>
        <a:lstStyle/>
        <a:p>
          <a:r>
            <a:rPr lang="mn-MN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Би хэн болохыг хүсч байна? </a:t>
          </a:r>
          <a:endParaRPr lang="en-US" sz="3200" dirty="0">
            <a:solidFill>
              <a:srgbClr val="C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D4D7178-B8FB-489E-9AF9-170DFB303749}" type="parTrans" cxnId="{0E19C4AD-819E-4031-A977-50095AFC50EC}">
      <dgm:prSet/>
      <dgm:spPr/>
      <dgm:t>
        <a:bodyPr/>
        <a:lstStyle/>
        <a:p>
          <a:endParaRPr lang="en-US" sz="2400"/>
        </a:p>
      </dgm:t>
    </dgm:pt>
    <dgm:pt modelId="{6B2EBD97-EA5F-4161-989A-B8FBD387796B}" type="sibTrans" cxnId="{0E19C4AD-819E-4031-A977-50095AFC50EC}">
      <dgm:prSet/>
      <dgm:spPr/>
      <dgm:t>
        <a:bodyPr/>
        <a:lstStyle/>
        <a:p>
          <a:endParaRPr lang="en-US" sz="2400"/>
        </a:p>
      </dgm:t>
    </dgm:pt>
    <dgm:pt modelId="{52DDCA65-9262-42CB-A935-AC6BDD9B0F35}">
      <dgm:prSet phldrT="[Text]" custT="1"/>
      <dgm:spPr/>
      <dgm:t>
        <a:bodyPr/>
        <a:lstStyle/>
        <a:p>
          <a:r>
            <a:rPr lang="mn-M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Мөрөөдөлтэй хүн зорилготой байна. </a:t>
          </a:r>
          <a:endParaRPr lang="en-US" sz="2400" dirty="0"/>
        </a:p>
      </dgm:t>
    </dgm:pt>
    <dgm:pt modelId="{B284396C-D71A-4E5B-AC60-756BCAAB4033}" type="parTrans" cxnId="{80150CCF-0D25-4D64-A23D-556C632D0458}">
      <dgm:prSet/>
      <dgm:spPr/>
      <dgm:t>
        <a:bodyPr/>
        <a:lstStyle/>
        <a:p>
          <a:endParaRPr lang="en-US" sz="2400"/>
        </a:p>
      </dgm:t>
    </dgm:pt>
    <dgm:pt modelId="{C292E641-D6ED-47B3-B8BA-EBAC9A55790E}" type="sibTrans" cxnId="{80150CCF-0D25-4D64-A23D-556C632D0458}">
      <dgm:prSet/>
      <dgm:spPr/>
      <dgm:t>
        <a:bodyPr/>
        <a:lstStyle/>
        <a:p>
          <a:endParaRPr lang="en-US" sz="2400"/>
        </a:p>
      </dgm:t>
    </dgm:pt>
    <dgm:pt modelId="{2CC21D52-DDB8-4B2C-8503-9DD4A932EEB0}">
      <dgm:prSet phldrT="[Text]" custT="1"/>
      <dgm:spPr/>
      <dgm:t>
        <a:bodyPr/>
        <a:lstStyle/>
        <a:p>
          <a:r>
            <a:rPr lang="mn-M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Зорилготой учраас түүнд хүрэх итгэл бий. </a:t>
          </a:r>
          <a:endParaRPr lang="en-US" sz="2400" dirty="0"/>
        </a:p>
      </dgm:t>
    </dgm:pt>
    <dgm:pt modelId="{FB666456-33EA-497D-AF16-3C2D52DBD2E0}" type="parTrans" cxnId="{06465749-E9B6-47DF-B626-4CCEDD96F8B7}">
      <dgm:prSet/>
      <dgm:spPr/>
      <dgm:t>
        <a:bodyPr/>
        <a:lstStyle/>
        <a:p>
          <a:endParaRPr lang="en-US" sz="2400"/>
        </a:p>
      </dgm:t>
    </dgm:pt>
    <dgm:pt modelId="{A05C3010-95A7-4705-80DD-083E4F0D8601}" type="sibTrans" cxnId="{06465749-E9B6-47DF-B626-4CCEDD96F8B7}">
      <dgm:prSet/>
      <dgm:spPr/>
      <dgm:t>
        <a:bodyPr/>
        <a:lstStyle/>
        <a:p>
          <a:endParaRPr lang="en-US" sz="2400"/>
        </a:p>
      </dgm:t>
    </dgm:pt>
    <dgm:pt modelId="{D58A6FE8-029A-4409-A5BD-449ED49B3453}">
      <dgm:prSet phldrT="[Text]" custT="1"/>
      <dgm:spPr/>
      <dgm:t>
        <a:bodyPr/>
        <a:lstStyle/>
        <a:p>
          <a:r>
            <a:rPr lang="mn-M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Биелүүлж чадвал үр дүн бий болно. </a:t>
          </a:r>
          <a:endParaRPr lang="en-US" sz="2400" dirty="0"/>
        </a:p>
      </dgm:t>
    </dgm:pt>
    <dgm:pt modelId="{E8CA7E67-93F6-4836-8C95-08D70EB7DE44}" type="parTrans" cxnId="{5B7C9394-8175-4008-8046-16300DBB31CC}">
      <dgm:prSet/>
      <dgm:spPr/>
      <dgm:t>
        <a:bodyPr/>
        <a:lstStyle/>
        <a:p>
          <a:endParaRPr lang="en-US" sz="2400"/>
        </a:p>
      </dgm:t>
    </dgm:pt>
    <dgm:pt modelId="{87BEF728-45F8-4DE0-A31B-766546C87C5F}" type="sibTrans" cxnId="{5B7C9394-8175-4008-8046-16300DBB31CC}">
      <dgm:prSet/>
      <dgm:spPr/>
      <dgm:t>
        <a:bodyPr/>
        <a:lstStyle/>
        <a:p>
          <a:endParaRPr lang="en-US" sz="2400"/>
        </a:p>
      </dgm:t>
    </dgm:pt>
    <dgm:pt modelId="{EC137A39-3E86-4C92-BD8E-F6215519367D}">
      <dgm:prSet phldrT="[Text]" custT="1"/>
      <dgm:spPr/>
      <dgm:t>
        <a:bodyPr/>
        <a:lstStyle/>
        <a:p>
          <a:r>
            <a:rPr lang="mn-M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Итгэл үнэмшил дээр төлөвлөгөө бий болно. </a:t>
          </a:r>
          <a:endParaRPr lang="en-US" sz="2400" dirty="0"/>
        </a:p>
      </dgm:t>
    </dgm:pt>
    <dgm:pt modelId="{25E34FA9-0692-4956-B072-7B1B65EC9E5A}" type="parTrans" cxnId="{490A9226-D1A5-45A5-8DC0-D92375F7E8C0}">
      <dgm:prSet/>
      <dgm:spPr/>
      <dgm:t>
        <a:bodyPr/>
        <a:lstStyle/>
        <a:p>
          <a:endParaRPr lang="en-US" sz="2400"/>
        </a:p>
      </dgm:t>
    </dgm:pt>
    <dgm:pt modelId="{314263F3-A424-49A3-BF2E-D2B00A8868AF}" type="sibTrans" cxnId="{490A9226-D1A5-45A5-8DC0-D92375F7E8C0}">
      <dgm:prSet/>
      <dgm:spPr/>
      <dgm:t>
        <a:bodyPr/>
        <a:lstStyle/>
        <a:p>
          <a:endParaRPr lang="en-US" sz="2400"/>
        </a:p>
      </dgm:t>
    </dgm:pt>
    <dgm:pt modelId="{63098674-2335-4697-B3A0-CA9A37FB0CCB}">
      <dgm:prSet phldrT="[Text]" custT="1"/>
      <dgm:spPr/>
      <dgm:t>
        <a:bodyPr/>
        <a:lstStyle/>
        <a:p>
          <a:r>
            <a:rPr lang="mn-M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Төлөвлөсөн учраас биелүүлэх ёстой. </a:t>
          </a:r>
          <a:endParaRPr lang="en-US" sz="2400" dirty="0"/>
        </a:p>
      </dgm:t>
    </dgm:pt>
    <dgm:pt modelId="{4FF2F88B-4962-46FF-8B2A-F6D9E3D4E7D3}" type="parTrans" cxnId="{5126334D-34C9-4726-B680-61E65D2A7431}">
      <dgm:prSet/>
      <dgm:spPr/>
      <dgm:t>
        <a:bodyPr/>
        <a:lstStyle/>
        <a:p>
          <a:endParaRPr lang="en-US" sz="2400"/>
        </a:p>
      </dgm:t>
    </dgm:pt>
    <dgm:pt modelId="{DABE522F-0270-4C6E-A57E-C27B5226A832}" type="sibTrans" cxnId="{5126334D-34C9-4726-B680-61E65D2A7431}">
      <dgm:prSet/>
      <dgm:spPr/>
      <dgm:t>
        <a:bodyPr/>
        <a:lstStyle/>
        <a:p>
          <a:endParaRPr lang="en-US" sz="2400"/>
        </a:p>
      </dgm:t>
    </dgm:pt>
    <dgm:pt modelId="{8E9454A8-FE74-4439-8576-D5C595D98B8C}">
      <dgm:prSet phldrT="[Text]" custT="1"/>
      <dgm:spPr/>
      <dgm:t>
        <a:bodyPr/>
        <a:lstStyle/>
        <a:p>
          <a:r>
            <a:rPr lang="mn-M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Үр дүнд хүрсэнээр аз жаргал эдлэнэ.</a:t>
          </a:r>
          <a:endParaRPr lang="en-US" sz="2400" dirty="0"/>
        </a:p>
      </dgm:t>
    </dgm:pt>
    <dgm:pt modelId="{C4EA14E7-645D-4303-AA4E-5505B755EAA4}" type="parTrans" cxnId="{D61DF0E3-064F-48A1-BA96-89C9EDC5D94B}">
      <dgm:prSet/>
      <dgm:spPr/>
      <dgm:t>
        <a:bodyPr/>
        <a:lstStyle/>
        <a:p>
          <a:endParaRPr lang="en-US" sz="2400"/>
        </a:p>
      </dgm:t>
    </dgm:pt>
    <dgm:pt modelId="{B0F56FE1-76DD-44FC-9B8C-E8809748ED63}" type="sibTrans" cxnId="{D61DF0E3-064F-48A1-BA96-89C9EDC5D94B}">
      <dgm:prSet/>
      <dgm:spPr/>
      <dgm:t>
        <a:bodyPr/>
        <a:lstStyle/>
        <a:p>
          <a:endParaRPr lang="en-US" sz="2400"/>
        </a:p>
      </dgm:t>
    </dgm:pt>
    <dgm:pt modelId="{CE071CC4-D0A2-4743-ACC0-291E9BA8E1FA}" type="pres">
      <dgm:prSet presAssocID="{1B948458-59A0-4AED-9559-0D4BBC6FAF89}" presName="vert0" presStyleCnt="0">
        <dgm:presLayoutVars>
          <dgm:dir/>
          <dgm:animOne val="branch"/>
          <dgm:animLvl val="lvl"/>
        </dgm:presLayoutVars>
      </dgm:prSet>
      <dgm:spPr/>
    </dgm:pt>
    <dgm:pt modelId="{D0DEE9F3-BF7C-47C2-B569-48D7A564599C}" type="pres">
      <dgm:prSet presAssocID="{DF98F90E-24C5-4C1F-8280-C3B326F76CB0}" presName="thickLine" presStyleLbl="alignNode1" presStyleIdx="0" presStyleCnt="1"/>
      <dgm:spPr/>
    </dgm:pt>
    <dgm:pt modelId="{D31ABDCF-5A52-42C5-9C49-38EA9D71692F}" type="pres">
      <dgm:prSet presAssocID="{DF98F90E-24C5-4C1F-8280-C3B326F76CB0}" presName="horz1" presStyleCnt="0"/>
      <dgm:spPr/>
    </dgm:pt>
    <dgm:pt modelId="{37938A49-7118-48BA-97A5-8DEB1303E921}" type="pres">
      <dgm:prSet presAssocID="{DF98F90E-24C5-4C1F-8280-C3B326F76CB0}" presName="tx1" presStyleLbl="revTx" presStyleIdx="0" presStyleCnt="7"/>
      <dgm:spPr/>
    </dgm:pt>
    <dgm:pt modelId="{D2127A95-8351-46C4-B39A-EAF4721A760F}" type="pres">
      <dgm:prSet presAssocID="{DF98F90E-24C5-4C1F-8280-C3B326F76CB0}" presName="vert1" presStyleCnt="0"/>
      <dgm:spPr/>
    </dgm:pt>
    <dgm:pt modelId="{8B31C978-E030-410C-AE95-44CC0274D7A3}" type="pres">
      <dgm:prSet presAssocID="{52DDCA65-9262-42CB-A935-AC6BDD9B0F35}" presName="vertSpace2a" presStyleCnt="0"/>
      <dgm:spPr/>
    </dgm:pt>
    <dgm:pt modelId="{096EBD53-DC3C-4B9E-84B8-2A8363FFDDC6}" type="pres">
      <dgm:prSet presAssocID="{52DDCA65-9262-42CB-A935-AC6BDD9B0F35}" presName="horz2" presStyleCnt="0"/>
      <dgm:spPr/>
    </dgm:pt>
    <dgm:pt modelId="{28B44BBE-81A5-4FC0-9915-7842F79DB059}" type="pres">
      <dgm:prSet presAssocID="{52DDCA65-9262-42CB-A935-AC6BDD9B0F35}" presName="horzSpace2" presStyleCnt="0"/>
      <dgm:spPr/>
    </dgm:pt>
    <dgm:pt modelId="{78487C41-F144-4810-B797-3D489A523AFD}" type="pres">
      <dgm:prSet presAssocID="{52DDCA65-9262-42CB-A935-AC6BDD9B0F35}" presName="tx2" presStyleLbl="revTx" presStyleIdx="1" presStyleCnt="7"/>
      <dgm:spPr/>
    </dgm:pt>
    <dgm:pt modelId="{997616D7-2391-401F-8220-73765E4537CC}" type="pres">
      <dgm:prSet presAssocID="{52DDCA65-9262-42CB-A935-AC6BDD9B0F35}" presName="vert2" presStyleCnt="0"/>
      <dgm:spPr/>
    </dgm:pt>
    <dgm:pt modelId="{0059C00D-BB8A-4F60-A7F5-62EF18EDFFB4}" type="pres">
      <dgm:prSet presAssocID="{52DDCA65-9262-42CB-A935-AC6BDD9B0F35}" presName="thinLine2b" presStyleLbl="callout" presStyleIdx="0" presStyleCnt="6"/>
      <dgm:spPr/>
    </dgm:pt>
    <dgm:pt modelId="{85BA6510-0816-4369-B26B-BA5C8979C883}" type="pres">
      <dgm:prSet presAssocID="{52DDCA65-9262-42CB-A935-AC6BDD9B0F35}" presName="vertSpace2b" presStyleCnt="0"/>
      <dgm:spPr/>
    </dgm:pt>
    <dgm:pt modelId="{6DD5D55D-03CB-4D8D-910E-4B3280299E6B}" type="pres">
      <dgm:prSet presAssocID="{2CC21D52-DDB8-4B2C-8503-9DD4A932EEB0}" presName="horz2" presStyleCnt="0"/>
      <dgm:spPr/>
    </dgm:pt>
    <dgm:pt modelId="{960AD841-5CA6-46AA-844E-6AE95D70C5D1}" type="pres">
      <dgm:prSet presAssocID="{2CC21D52-DDB8-4B2C-8503-9DD4A932EEB0}" presName="horzSpace2" presStyleCnt="0"/>
      <dgm:spPr/>
    </dgm:pt>
    <dgm:pt modelId="{43D1CFDE-E47E-43D0-B070-B8E69B5276EA}" type="pres">
      <dgm:prSet presAssocID="{2CC21D52-DDB8-4B2C-8503-9DD4A932EEB0}" presName="tx2" presStyleLbl="revTx" presStyleIdx="2" presStyleCnt="7"/>
      <dgm:spPr/>
    </dgm:pt>
    <dgm:pt modelId="{D0AE56C0-EEDD-48BD-BAEB-DF7EAB175B22}" type="pres">
      <dgm:prSet presAssocID="{2CC21D52-DDB8-4B2C-8503-9DD4A932EEB0}" presName="vert2" presStyleCnt="0"/>
      <dgm:spPr/>
    </dgm:pt>
    <dgm:pt modelId="{AF06BB5B-A02D-4651-A4F3-97B94B8A53BC}" type="pres">
      <dgm:prSet presAssocID="{2CC21D52-DDB8-4B2C-8503-9DD4A932EEB0}" presName="thinLine2b" presStyleLbl="callout" presStyleIdx="1" presStyleCnt="6"/>
      <dgm:spPr/>
    </dgm:pt>
    <dgm:pt modelId="{9F7AA4E1-B94D-4D33-BB89-5C1EB0D05701}" type="pres">
      <dgm:prSet presAssocID="{2CC21D52-DDB8-4B2C-8503-9DD4A932EEB0}" presName="vertSpace2b" presStyleCnt="0"/>
      <dgm:spPr/>
    </dgm:pt>
    <dgm:pt modelId="{B5B4E9E7-ACEF-4B49-B784-304ECBB01EF3}" type="pres">
      <dgm:prSet presAssocID="{EC137A39-3E86-4C92-BD8E-F6215519367D}" presName="horz2" presStyleCnt="0"/>
      <dgm:spPr/>
    </dgm:pt>
    <dgm:pt modelId="{CEB88010-D9C3-4E44-BB6C-7804032C4B12}" type="pres">
      <dgm:prSet presAssocID="{EC137A39-3E86-4C92-BD8E-F6215519367D}" presName="horzSpace2" presStyleCnt="0"/>
      <dgm:spPr/>
    </dgm:pt>
    <dgm:pt modelId="{20599DFC-07E9-429D-BF6B-4360D1F3DE8A}" type="pres">
      <dgm:prSet presAssocID="{EC137A39-3E86-4C92-BD8E-F6215519367D}" presName="tx2" presStyleLbl="revTx" presStyleIdx="3" presStyleCnt="7"/>
      <dgm:spPr/>
    </dgm:pt>
    <dgm:pt modelId="{D427965C-6E2B-424C-A4EF-7BE6C568E590}" type="pres">
      <dgm:prSet presAssocID="{EC137A39-3E86-4C92-BD8E-F6215519367D}" presName="vert2" presStyleCnt="0"/>
      <dgm:spPr/>
    </dgm:pt>
    <dgm:pt modelId="{E9DFEA0F-D736-4677-A18E-5E3AE6AEB69E}" type="pres">
      <dgm:prSet presAssocID="{EC137A39-3E86-4C92-BD8E-F6215519367D}" presName="thinLine2b" presStyleLbl="callout" presStyleIdx="2" presStyleCnt="6"/>
      <dgm:spPr/>
    </dgm:pt>
    <dgm:pt modelId="{DBB4AF8C-E5E0-49E0-934F-5A50F216A2F3}" type="pres">
      <dgm:prSet presAssocID="{EC137A39-3E86-4C92-BD8E-F6215519367D}" presName="vertSpace2b" presStyleCnt="0"/>
      <dgm:spPr/>
    </dgm:pt>
    <dgm:pt modelId="{0E23FEE8-05A7-43A5-A53A-48061E8684EF}" type="pres">
      <dgm:prSet presAssocID="{63098674-2335-4697-B3A0-CA9A37FB0CCB}" presName="horz2" presStyleCnt="0"/>
      <dgm:spPr/>
    </dgm:pt>
    <dgm:pt modelId="{3201479B-F517-4845-9F4A-F056BD3A8902}" type="pres">
      <dgm:prSet presAssocID="{63098674-2335-4697-B3A0-CA9A37FB0CCB}" presName="horzSpace2" presStyleCnt="0"/>
      <dgm:spPr/>
    </dgm:pt>
    <dgm:pt modelId="{7D2FA315-0F2E-4CD3-93D4-14A335B9A954}" type="pres">
      <dgm:prSet presAssocID="{63098674-2335-4697-B3A0-CA9A37FB0CCB}" presName="tx2" presStyleLbl="revTx" presStyleIdx="4" presStyleCnt="7"/>
      <dgm:spPr/>
    </dgm:pt>
    <dgm:pt modelId="{871CCAD1-98E1-4EB8-8DB0-DA03E8B54198}" type="pres">
      <dgm:prSet presAssocID="{63098674-2335-4697-B3A0-CA9A37FB0CCB}" presName="vert2" presStyleCnt="0"/>
      <dgm:spPr/>
    </dgm:pt>
    <dgm:pt modelId="{EEB6F28D-1529-46D9-A30F-0B2AC382240F}" type="pres">
      <dgm:prSet presAssocID="{63098674-2335-4697-B3A0-CA9A37FB0CCB}" presName="thinLine2b" presStyleLbl="callout" presStyleIdx="3" presStyleCnt="6"/>
      <dgm:spPr/>
    </dgm:pt>
    <dgm:pt modelId="{0D07BB02-A244-4B64-8A65-E23A9E481761}" type="pres">
      <dgm:prSet presAssocID="{63098674-2335-4697-B3A0-CA9A37FB0CCB}" presName="vertSpace2b" presStyleCnt="0"/>
      <dgm:spPr/>
    </dgm:pt>
    <dgm:pt modelId="{705B755F-1A95-4297-B6F8-2D5DA56BD6F5}" type="pres">
      <dgm:prSet presAssocID="{D58A6FE8-029A-4409-A5BD-449ED49B3453}" presName="horz2" presStyleCnt="0"/>
      <dgm:spPr/>
    </dgm:pt>
    <dgm:pt modelId="{444BAF7C-76B5-46DB-8AB1-13EA4C60DE1A}" type="pres">
      <dgm:prSet presAssocID="{D58A6FE8-029A-4409-A5BD-449ED49B3453}" presName="horzSpace2" presStyleCnt="0"/>
      <dgm:spPr/>
    </dgm:pt>
    <dgm:pt modelId="{0D2BAB5C-D32C-4F30-9811-90E056C81CD6}" type="pres">
      <dgm:prSet presAssocID="{D58A6FE8-029A-4409-A5BD-449ED49B3453}" presName="tx2" presStyleLbl="revTx" presStyleIdx="5" presStyleCnt="7"/>
      <dgm:spPr/>
    </dgm:pt>
    <dgm:pt modelId="{722FE920-268B-4212-A94C-54A10412C8F7}" type="pres">
      <dgm:prSet presAssocID="{D58A6FE8-029A-4409-A5BD-449ED49B3453}" presName="vert2" presStyleCnt="0"/>
      <dgm:spPr/>
    </dgm:pt>
    <dgm:pt modelId="{3A8ECD86-4659-47B1-A0A9-2E1F5BA99534}" type="pres">
      <dgm:prSet presAssocID="{D58A6FE8-029A-4409-A5BD-449ED49B3453}" presName="thinLine2b" presStyleLbl="callout" presStyleIdx="4" presStyleCnt="6"/>
      <dgm:spPr/>
    </dgm:pt>
    <dgm:pt modelId="{A32357EC-C499-4C0E-91CC-CEFBA4B8FC9C}" type="pres">
      <dgm:prSet presAssocID="{D58A6FE8-029A-4409-A5BD-449ED49B3453}" presName="vertSpace2b" presStyleCnt="0"/>
      <dgm:spPr/>
    </dgm:pt>
    <dgm:pt modelId="{2548BA7D-2FD2-44B3-A682-3ADA67F4F010}" type="pres">
      <dgm:prSet presAssocID="{8E9454A8-FE74-4439-8576-D5C595D98B8C}" presName="horz2" presStyleCnt="0"/>
      <dgm:spPr/>
    </dgm:pt>
    <dgm:pt modelId="{DD3A6A0E-358F-485D-8905-8406F1866612}" type="pres">
      <dgm:prSet presAssocID="{8E9454A8-FE74-4439-8576-D5C595D98B8C}" presName="horzSpace2" presStyleCnt="0"/>
      <dgm:spPr/>
    </dgm:pt>
    <dgm:pt modelId="{0C7B2C3B-41A2-4FE7-9D5B-4F26552F47A2}" type="pres">
      <dgm:prSet presAssocID="{8E9454A8-FE74-4439-8576-D5C595D98B8C}" presName="tx2" presStyleLbl="revTx" presStyleIdx="6" presStyleCnt="7"/>
      <dgm:spPr/>
    </dgm:pt>
    <dgm:pt modelId="{125DBC4B-C958-496C-B39F-E6CCD253651A}" type="pres">
      <dgm:prSet presAssocID="{8E9454A8-FE74-4439-8576-D5C595D98B8C}" presName="vert2" presStyleCnt="0"/>
      <dgm:spPr/>
    </dgm:pt>
    <dgm:pt modelId="{F411397B-DD2C-4CBD-8A2E-36F4250C52B2}" type="pres">
      <dgm:prSet presAssocID="{8E9454A8-FE74-4439-8576-D5C595D98B8C}" presName="thinLine2b" presStyleLbl="callout" presStyleIdx="5" presStyleCnt="6"/>
      <dgm:spPr/>
    </dgm:pt>
    <dgm:pt modelId="{668B79A3-E8EC-4259-84FC-331161CFC67F}" type="pres">
      <dgm:prSet presAssocID="{8E9454A8-FE74-4439-8576-D5C595D98B8C}" presName="vertSpace2b" presStyleCnt="0"/>
      <dgm:spPr/>
    </dgm:pt>
  </dgm:ptLst>
  <dgm:cxnLst>
    <dgm:cxn modelId="{490A9226-D1A5-45A5-8DC0-D92375F7E8C0}" srcId="{DF98F90E-24C5-4C1F-8280-C3B326F76CB0}" destId="{EC137A39-3E86-4C92-BD8E-F6215519367D}" srcOrd="2" destOrd="0" parTransId="{25E34FA9-0692-4956-B072-7B1B65EC9E5A}" sibTransId="{314263F3-A424-49A3-BF2E-D2B00A8868AF}"/>
    <dgm:cxn modelId="{06465749-E9B6-47DF-B626-4CCEDD96F8B7}" srcId="{DF98F90E-24C5-4C1F-8280-C3B326F76CB0}" destId="{2CC21D52-DDB8-4B2C-8503-9DD4A932EEB0}" srcOrd="1" destOrd="0" parTransId="{FB666456-33EA-497D-AF16-3C2D52DBD2E0}" sibTransId="{A05C3010-95A7-4705-80DD-083E4F0D8601}"/>
    <dgm:cxn modelId="{D529C069-6301-4453-8C3B-A0AEEC83786E}" type="presOf" srcId="{1B948458-59A0-4AED-9559-0D4BBC6FAF89}" destId="{CE071CC4-D0A2-4743-ACC0-291E9BA8E1FA}" srcOrd="0" destOrd="0" presId="urn:microsoft.com/office/officeart/2008/layout/LinedList"/>
    <dgm:cxn modelId="{5126334D-34C9-4726-B680-61E65D2A7431}" srcId="{DF98F90E-24C5-4C1F-8280-C3B326F76CB0}" destId="{63098674-2335-4697-B3A0-CA9A37FB0CCB}" srcOrd="3" destOrd="0" parTransId="{4FF2F88B-4962-46FF-8B2A-F6D9E3D4E7D3}" sibTransId="{DABE522F-0270-4C6E-A57E-C27B5226A832}"/>
    <dgm:cxn modelId="{0AA91B89-257C-4A56-A530-EF5FA54BCA32}" type="presOf" srcId="{63098674-2335-4697-B3A0-CA9A37FB0CCB}" destId="{7D2FA315-0F2E-4CD3-93D4-14A335B9A954}" srcOrd="0" destOrd="0" presId="urn:microsoft.com/office/officeart/2008/layout/LinedList"/>
    <dgm:cxn modelId="{F62D6F8A-CC86-4F5B-BE64-C997AF989618}" type="presOf" srcId="{2CC21D52-DDB8-4B2C-8503-9DD4A932EEB0}" destId="{43D1CFDE-E47E-43D0-B070-B8E69B5276EA}" srcOrd="0" destOrd="0" presId="urn:microsoft.com/office/officeart/2008/layout/LinedList"/>
    <dgm:cxn modelId="{5B7C9394-8175-4008-8046-16300DBB31CC}" srcId="{DF98F90E-24C5-4C1F-8280-C3B326F76CB0}" destId="{D58A6FE8-029A-4409-A5BD-449ED49B3453}" srcOrd="4" destOrd="0" parTransId="{E8CA7E67-93F6-4836-8C95-08D70EB7DE44}" sibTransId="{87BEF728-45F8-4DE0-A31B-766546C87C5F}"/>
    <dgm:cxn modelId="{692B0B95-1B89-46F3-A5C9-76717B87CB17}" type="presOf" srcId="{EC137A39-3E86-4C92-BD8E-F6215519367D}" destId="{20599DFC-07E9-429D-BF6B-4360D1F3DE8A}" srcOrd="0" destOrd="0" presId="urn:microsoft.com/office/officeart/2008/layout/LinedList"/>
    <dgm:cxn modelId="{6C43B4A8-EEB4-468A-8209-7B08D9067CAC}" type="presOf" srcId="{DF98F90E-24C5-4C1F-8280-C3B326F76CB0}" destId="{37938A49-7118-48BA-97A5-8DEB1303E921}" srcOrd="0" destOrd="0" presId="urn:microsoft.com/office/officeart/2008/layout/LinedList"/>
    <dgm:cxn modelId="{0E19C4AD-819E-4031-A977-50095AFC50EC}" srcId="{1B948458-59A0-4AED-9559-0D4BBC6FAF89}" destId="{DF98F90E-24C5-4C1F-8280-C3B326F76CB0}" srcOrd="0" destOrd="0" parTransId="{BD4D7178-B8FB-489E-9AF9-170DFB303749}" sibTransId="{6B2EBD97-EA5F-4161-989A-B8FBD387796B}"/>
    <dgm:cxn modelId="{639CD3CD-CF1B-4017-BE37-E594DF5C3E0D}" type="presOf" srcId="{52DDCA65-9262-42CB-A935-AC6BDD9B0F35}" destId="{78487C41-F144-4810-B797-3D489A523AFD}" srcOrd="0" destOrd="0" presId="urn:microsoft.com/office/officeart/2008/layout/LinedList"/>
    <dgm:cxn modelId="{80150CCF-0D25-4D64-A23D-556C632D0458}" srcId="{DF98F90E-24C5-4C1F-8280-C3B326F76CB0}" destId="{52DDCA65-9262-42CB-A935-AC6BDD9B0F35}" srcOrd="0" destOrd="0" parTransId="{B284396C-D71A-4E5B-AC60-756BCAAB4033}" sibTransId="{C292E641-D6ED-47B3-B8BA-EBAC9A55790E}"/>
    <dgm:cxn modelId="{D61DF0E3-064F-48A1-BA96-89C9EDC5D94B}" srcId="{DF98F90E-24C5-4C1F-8280-C3B326F76CB0}" destId="{8E9454A8-FE74-4439-8576-D5C595D98B8C}" srcOrd="5" destOrd="0" parTransId="{C4EA14E7-645D-4303-AA4E-5505B755EAA4}" sibTransId="{B0F56FE1-76DD-44FC-9B8C-E8809748ED63}"/>
    <dgm:cxn modelId="{89A25FFC-601B-4923-8B6C-F0BEFA804A3A}" type="presOf" srcId="{D58A6FE8-029A-4409-A5BD-449ED49B3453}" destId="{0D2BAB5C-D32C-4F30-9811-90E056C81CD6}" srcOrd="0" destOrd="0" presId="urn:microsoft.com/office/officeart/2008/layout/LinedList"/>
    <dgm:cxn modelId="{49F971FF-96CC-494A-B9AE-FFC7BBD231D7}" type="presOf" srcId="{8E9454A8-FE74-4439-8576-D5C595D98B8C}" destId="{0C7B2C3B-41A2-4FE7-9D5B-4F26552F47A2}" srcOrd="0" destOrd="0" presId="urn:microsoft.com/office/officeart/2008/layout/LinedList"/>
    <dgm:cxn modelId="{D79266C0-5242-4C5B-96FA-6B7803DB44B7}" type="presParOf" srcId="{CE071CC4-D0A2-4743-ACC0-291E9BA8E1FA}" destId="{D0DEE9F3-BF7C-47C2-B569-48D7A564599C}" srcOrd="0" destOrd="0" presId="urn:microsoft.com/office/officeart/2008/layout/LinedList"/>
    <dgm:cxn modelId="{FB2820C7-966D-434E-A82C-A15ED8A5FF0E}" type="presParOf" srcId="{CE071CC4-D0A2-4743-ACC0-291E9BA8E1FA}" destId="{D31ABDCF-5A52-42C5-9C49-38EA9D71692F}" srcOrd="1" destOrd="0" presId="urn:microsoft.com/office/officeart/2008/layout/LinedList"/>
    <dgm:cxn modelId="{274FF398-97AD-459D-8E84-DD076306D63F}" type="presParOf" srcId="{D31ABDCF-5A52-42C5-9C49-38EA9D71692F}" destId="{37938A49-7118-48BA-97A5-8DEB1303E921}" srcOrd="0" destOrd="0" presId="urn:microsoft.com/office/officeart/2008/layout/LinedList"/>
    <dgm:cxn modelId="{B92D35D8-48E6-4086-86C7-3FF6700F9B95}" type="presParOf" srcId="{D31ABDCF-5A52-42C5-9C49-38EA9D71692F}" destId="{D2127A95-8351-46C4-B39A-EAF4721A760F}" srcOrd="1" destOrd="0" presId="urn:microsoft.com/office/officeart/2008/layout/LinedList"/>
    <dgm:cxn modelId="{899BAF2B-645D-47AB-82E7-07CC5AE6CD2D}" type="presParOf" srcId="{D2127A95-8351-46C4-B39A-EAF4721A760F}" destId="{8B31C978-E030-410C-AE95-44CC0274D7A3}" srcOrd="0" destOrd="0" presId="urn:microsoft.com/office/officeart/2008/layout/LinedList"/>
    <dgm:cxn modelId="{764CBF6D-ABD2-43A3-B772-BABBCF6AC713}" type="presParOf" srcId="{D2127A95-8351-46C4-B39A-EAF4721A760F}" destId="{096EBD53-DC3C-4B9E-84B8-2A8363FFDDC6}" srcOrd="1" destOrd="0" presId="urn:microsoft.com/office/officeart/2008/layout/LinedList"/>
    <dgm:cxn modelId="{6D99E4A3-6697-4807-A0D8-2EE2CDD2A5B0}" type="presParOf" srcId="{096EBD53-DC3C-4B9E-84B8-2A8363FFDDC6}" destId="{28B44BBE-81A5-4FC0-9915-7842F79DB059}" srcOrd="0" destOrd="0" presId="urn:microsoft.com/office/officeart/2008/layout/LinedList"/>
    <dgm:cxn modelId="{1DC41309-86AF-410A-A9B8-4A7A6A68BD8C}" type="presParOf" srcId="{096EBD53-DC3C-4B9E-84B8-2A8363FFDDC6}" destId="{78487C41-F144-4810-B797-3D489A523AFD}" srcOrd="1" destOrd="0" presId="urn:microsoft.com/office/officeart/2008/layout/LinedList"/>
    <dgm:cxn modelId="{DDD7D2A3-E6A9-4B3F-84D5-C1CD7ED2A4A1}" type="presParOf" srcId="{096EBD53-DC3C-4B9E-84B8-2A8363FFDDC6}" destId="{997616D7-2391-401F-8220-73765E4537CC}" srcOrd="2" destOrd="0" presId="urn:microsoft.com/office/officeart/2008/layout/LinedList"/>
    <dgm:cxn modelId="{25C37D55-D330-4931-8E62-B5D6F5BCBF1B}" type="presParOf" srcId="{D2127A95-8351-46C4-B39A-EAF4721A760F}" destId="{0059C00D-BB8A-4F60-A7F5-62EF18EDFFB4}" srcOrd="2" destOrd="0" presId="urn:microsoft.com/office/officeart/2008/layout/LinedList"/>
    <dgm:cxn modelId="{2C8D5E9E-A0D8-4039-AC0B-E0F21090C05C}" type="presParOf" srcId="{D2127A95-8351-46C4-B39A-EAF4721A760F}" destId="{85BA6510-0816-4369-B26B-BA5C8979C883}" srcOrd="3" destOrd="0" presId="urn:microsoft.com/office/officeart/2008/layout/LinedList"/>
    <dgm:cxn modelId="{CAB2A70D-6133-48DA-8503-E2AC6DB2FBE8}" type="presParOf" srcId="{D2127A95-8351-46C4-B39A-EAF4721A760F}" destId="{6DD5D55D-03CB-4D8D-910E-4B3280299E6B}" srcOrd="4" destOrd="0" presId="urn:microsoft.com/office/officeart/2008/layout/LinedList"/>
    <dgm:cxn modelId="{4990145C-1CF8-47FC-A67F-F80B5152AC7C}" type="presParOf" srcId="{6DD5D55D-03CB-4D8D-910E-4B3280299E6B}" destId="{960AD841-5CA6-46AA-844E-6AE95D70C5D1}" srcOrd="0" destOrd="0" presId="urn:microsoft.com/office/officeart/2008/layout/LinedList"/>
    <dgm:cxn modelId="{77CF08A9-75EF-49A5-95E8-B030DAC4C356}" type="presParOf" srcId="{6DD5D55D-03CB-4D8D-910E-4B3280299E6B}" destId="{43D1CFDE-E47E-43D0-B070-B8E69B5276EA}" srcOrd="1" destOrd="0" presId="urn:microsoft.com/office/officeart/2008/layout/LinedList"/>
    <dgm:cxn modelId="{05AD590C-E647-42CB-B479-4B4B6FD2BD5A}" type="presParOf" srcId="{6DD5D55D-03CB-4D8D-910E-4B3280299E6B}" destId="{D0AE56C0-EEDD-48BD-BAEB-DF7EAB175B22}" srcOrd="2" destOrd="0" presId="urn:microsoft.com/office/officeart/2008/layout/LinedList"/>
    <dgm:cxn modelId="{3E660CB4-0DDD-4F3C-8E25-EA9AA7D3E3E0}" type="presParOf" srcId="{D2127A95-8351-46C4-B39A-EAF4721A760F}" destId="{AF06BB5B-A02D-4651-A4F3-97B94B8A53BC}" srcOrd="5" destOrd="0" presId="urn:microsoft.com/office/officeart/2008/layout/LinedList"/>
    <dgm:cxn modelId="{0E1A52A8-B4B0-495F-85E3-E5B9D9F39EF6}" type="presParOf" srcId="{D2127A95-8351-46C4-B39A-EAF4721A760F}" destId="{9F7AA4E1-B94D-4D33-BB89-5C1EB0D05701}" srcOrd="6" destOrd="0" presId="urn:microsoft.com/office/officeart/2008/layout/LinedList"/>
    <dgm:cxn modelId="{01070908-F30B-4A72-ACB0-5C5A30334466}" type="presParOf" srcId="{D2127A95-8351-46C4-B39A-EAF4721A760F}" destId="{B5B4E9E7-ACEF-4B49-B784-304ECBB01EF3}" srcOrd="7" destOrd="0" presId="urn:microsoft.com/office/officeart/2008/layout/LinedList"/>
    <dgm:cxn modelId="{80AB20EC-64D0-484E-A27C-C975A4A0337D}" type="presParOf" srcId="{B5B4E9E7-ACEF-4B49-B784-304ECBB01EF3}" destId="{CEB88010-D9C3-4E44-BB6C-7804032C4B12}" srcOrd="0" destOrd="0" presId="urn:microsoft.com/office/officeart/2008/layout/LinedList"/>
    <dgm:cxn modelId="{423D2F32-D4E6-4F3F-832B-576C6EB8B75F}" type="presParOf" srcId="{B5B4E9E7-ACEF-4B49-B784-304ECBB01EF3}" destId="{20599DFC-07E9-429D-BF6B-4360D1F3DE8A}" srcOrd="1" destOrd="0" presId="urn:microsoft.com/office/officeart/2008/layout/LinedList"/>
    <dgm:cxn modelId="{B69347B4-AFAE-492B-A4DD-AD8E8691E0C4}" type="presParOf" srcId="{B5B4E9E7-ACEF-4B49-B784-304ECBB01EF3}" destId="{D427965C-6E2B-424C-A4EF-7BE6C568E590}" srcOrd="2" destOrd="0" presId="urn:microsoft.com/office/officeart/2008/layout/LinedList"/>
    <dgm:cxn modelId="{2CFF0E43-E09F-4913-973A-AD6C3B5E90CF}" type="presParOf" srcId="{D2127A95-8351-46C4-B39A-EAF4721A760F}" destId="{E9DFEA0F-D736-4677-A18E-5E3AE6AEB69E}" srcOrd="8" destOrd="0" presId="urn:microsoft.com/office/officeart/2008/layout/LinedList"/>
    <dgm:cxn modelId="{29B3D4CB-4B30-45A5-8A13-DE5F2B8368E5}" type="presParOf" srcId="{D2127A95-8351-46C4-B39A-EAF4721A760F}" destId="{DBB4AF8C-E5E0-49E0-934F-5A50F216A2F3}" srcOrd="9" destOrd="0" presId="urn:microsoft.com/office/officeart/2008/layout/LinedList"/>
    <dgm:cxn modelId="{98D2769A-C514-476D-B276-CF0D741FC02C}" type="presParOf" srcId="{D2127A95-8351-46C4-B39A-EAF4721A760F}" destId="{0E23FEE8-05A7-43A5-A53A-48061E8684EF}" srcOrd="10" destOrd="0" presId="urn:microsoft.com/office/officeart/2008/layout/LinedList"/>
    <dgm:cxn modelId="{D3C4C0A2-8D9C-4B0B-A868-3B64E4E000AE}" type="presParOf" srcId="{0E23FEE8-05A7-43A5-A53A-48061E8684EF}" destId="{3201479B-F517-4845-9F4A-F056BD3A8902}" srcOrd="0" destOrd="0" presId="urn:microsoft.com/office/officeart/2008/layout/LinedList"/>
    <dgm:cxn modelId="{0D8A2B20-E12F-4939-9FA1-7C6334FBA52E}" type="presParOf" srcId="{0E23FEE8-05A7-43A5-A53A-48061E8684EF}" destId="{7D2FA315-0F2E-4CD3-93D4-14A335B9A954}" srcOrd="1" destOrd="0" presId="urn:microsoft.com/office/officeart/2008/layout/LinedList"/>
    <dgm:cxn modelId="{43C39F3A-E1F1-4050-85D7-AB977B664373}" type="presParOf" srcId="{0E23FEE8-05A7-43A5-A53A-48061E8684EF}" destId="{871CCAD1-98E1-4EB8-8DB0-DA03E8B54198}" srcOrd="2" destOrd="0" presId="urn:microsoft.com/office/officeart/2008/layout/LinedList"/>
    <dgm:cxn modelId="{6A8E5ED2-5C2A-4FA4-B467-EE06B5A7B9B5}" type="presParOf" srcId="{D2127A95-8351-46C4-B39A-EAF4721A760F}" destId="{EEB6F28D-1529-46D9-A30F-0B2AC382240F}" srcOrd="11" destOrd="0" presId="urn:microsoft.com/office/officeart/2008/layout/LinedList"/>
    <dgm:cxn modelId="{C86EA3BE-C134-4DF5-B4EC-F4D70557D177}" type="presParOf" srcId="{D2127A95-8351-46C4-B39A-EAF4721A760F}" destId="{0D07BB02-A244-4B64-8A65-E23A9E481761}" srcOrd="12" destOrd="0" presId="urn:microsoft.com/office/officeart/2008/layout/LinedList"/>
    <dgm:cxn modelId="{3720FF95-01F1-44AC-88B7-378D3EEBCC02}" type="presParOf" srcId="{D2127A95-8351-46C4-B39A-EAF4721A760F}" destId="{705B755F-1A95-4297-B6F8-2D5DA56BD6F5}" srcOrd="13" destOrd="0" presId="urn:microsoft.com/office/officeart/2008/layout/LinedList"/>
    <dgm:cxn modelId="{D9C79F42-702C-4E51-A59A-72006C6D3796}" type="presParOf" srcId="{705B755F-1A95-4297-B6F8-2D5DA56BD6F5}" destId="{444BAF7C-76B5-46DB-8AB1-13EA4C60DE1A}" srcOrd="0" destOrd="0" presId="urn:microsoft.com/office/officeart/2008/layout/LinedList"/>
    <dgm:cxn modelId="{A9E91C79-16CA-47A1-9944-D1B7336A2A48}" type="presParOf" srcId="{705B755F-1A95-4297-B6F8-2D5DA56BD6F5}" destId="{0D2BAB5C-D32C-4F30-9811-90E056C81CD6}" srcOrd="1" destOrd="0" presId="urn:microsoft.com/office/officeart/2008/layout/LinedList"/>
    <dgm:cxn modelId="{674004AB-6E3E-443F-AECF-4FF6831EDE97}" type="presParOf" srcId="{705B755F-1A95-4297-B6F8-2D5DA56BD6F5}" destId="{722FE920-268B-4212-A94C-54A10412C8F7}" srcOrd="2" destOrd="0" presId="urn:microsoft.com/office/officeart/2008/layout/LinedList"/>
    <dgm:cxn modelId="{E3EE9353-1B81-49DC-AC55-66CB10C59034}" type="presParOf" srcId="{D2127A95-8351-46C4-B39A-EAF4721A760F}" destId="{3A8ECD86-4659-47B1-A0A9-2E1F5BA99534}" srcOrd="14" destOrd="0" presId="urn:microsoft.com/office/officeart/2008/layout/LinedList"/>
    <dgm:cxn modelId="{8D6E877C-3823-498F-AA80-5CAFE3E73982}" type="presParOf" srcId="{D2127A95-8351-46C4-B39A-EAF4721A760F}" destId="{A32357EC-C499-4C0E-91CC-CEFBA4B8FC9C}" srcOrd="15" destOrd="0" presId="urn:microsoft.com/office/officeart/2008/layout/LinedList"/>
    <dgm:cxn modelId="{BC491389-D9DD-4B3B-BD30-971E5AB8D1AF}" type="presParOf" srcId="{D2127A95-8351-46C4-B39A-EAF4721A760F}" destId="{2548BA7D-2FD2-44B3-A682-3ADA67F4F010}" srcOrd="16" destOrd="0" presId="urn:microsoft.com/office/officeart/2008/layout/LinedList"/>
    <dgm:cxn modelId="{C69CF692-7D89-429C-A728-39011F6C255C}" type="presParOf" srcId="{2548BA7D-2FD2-44B3-A682-3ADA67F4F010}" destId="{DD3A6A0E-358F-485D-8905-8406F1866612}" srcOrd="0" destOrd="0" presId="urn:microsoft.com/office/officeart/2008/layout/LinedList"/>
    <dgm:cxn modelId="{D64A98C5-6CC0-4E33-B8CC-3F97C514CE54}" type="presParOf" srcId="{2548BA7D-2FD2-44B3-A682-3ADA67F4F010}" destId="{0C7B2C3B-41A2-4FE7-9D5B-4F26552F47A2}" srcOrd="1" destOrd="0" presId="urn:microsoft.com/office/officeart/2008/layout/LinedList"/>
    <dgm:cxn modelId="{93DF2280-B600-4E92-B7C3-388AD47B3E92}" type="presParOf" srcId="{2548BA7D-2FD2-44B3-A682-3ADA67F4F010}" destId="{125DBC4B-C958-496C-B39F-E6CCD253651A}" srcOrd="2" destOrd="0" presId="urn:microsoft.com/office/officeart/2008/layout/LinedList"/>
    <dgm:cxn modelId="{47741166-E65D-4EB8-B143-9548EFDB21B5}" type="presParOf" srcId="{D2127A95-8351-46C4-B39A-EAF4721A760F}" destId="{F411397B-DD2C-4CBD-8A2E-36F4250C52B2}" srcOrd="17" destOrd="0" presId="urn:microsoft.com/office/officeart/2008/layout/LinedList"/>
    <dgm:cxn modelId="{EB953198-3943-4AFD-98CD-66CD18ADC782}" type="presParOf" srcId="{D2127A95-8351-46C4-B39A-EAF4721A760F}" destId="{668B79A3-E8EC-4259-84FC-331161CFC67F}" srcOrd="18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23A7386-C37E-4713-9CE0-91576CEC6037}" type="doc">
      <dgm:prSet loTypeId="urn:microsoft.com/office/officeart/2005/8/layout/cycle4" loCatId="matrix" qsTypeId="urn:microsoft.com/office/officeart/2005/8/quickstyle/3d3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31D3629D-4998-408B-93B7-1FB2C1202943}">
      <dgm:prSet phldrT="[Text]"/>
      <dgm:spPr/>
      <dgm:t>
        <a:bodyPr/>
        <a:lstStyle/>
        <a:p>
          <a:r>
            <a:rPr lang="mn-MN" dirty="0"/>
            <a:t>Чухал </a:t>
          </a:r>
          <a:endParaRPr lang="en-US" dirty="0"/>
        </a:p>
      </dgm:t>
    </dgm:pt>
    <dgm:pt modelId="{F59BC1EE-6D8F-4B06-94EF-EE5AAB4B4DDD}" type="parTrans" cxnId="{934F34D1-EBA7-4B5B-B7F3-30A071DF0C80}">
      <dgm:prSet/>
      <dgm:spPr/>
      <dgm:t>
        <a:bodyPr/>
        <a:lstStyle/>
        <a:p>
          <a:endParaRPr lang="en-US"/>
        </a:p>
      </dgm:t>
    </dgm:pt>
    <dgm:pt modelId="{E42CE656-7D15-46EC-957C-740A095BC970}" type="sibTrans" cxnId="{934F34D1-EBA7-4B5B-B7F3-30A071DF0C80}">
      <dgm:prSet/>
      <dgm:spPr/>
      <dgm:t>
        <a:bodyPr/>
        <a:lstStyle/>
        <a:p>
          <a:endParaRPr lang="en-US"/>
        </a:p>
      </dgm:t>
    </dgm:pt>
    <dgm:pt modelId="{878D4AA4-A924-4CEE-AF76-F2E3D91F2284}">
      <dgm:prSet phldrT="[Text]"/>
      <dgm:spPr>
        <a:solidFill>
          <a:srgbClr val="C00000">
            <a:alpha val="89804"/>
          </a:srgbClr>
        </a:solidFill>
      </dgm:spPr>
      <dgm:t>
        <a:bodyPr/>
        <a:lstStyle/>
        <a:p>
          <a:r>
            <a:rPr lang="mn-MN" dirty="0"/>
            <a:t>Яаралтай</a:t>
          </a:r>
          <a:endParaRPr lang="en-US" dirty="0"/>
        </a:p>
      </dgm:t>
    </dgm:pt>
    <dgm:pt modelId="{63FD8272-1991-4699-8C8F-256F4838F905}" type="parTrans" cxnId="{307FE9A8-6C65-4BED-ABBB-6A23FE340F9C}">
      <dgm:prSet/>
      <dgm:spPr/>
      <dgm:t>
        <a:bodyPr/>
        <a:lstStyle/>
        <a:p>
          <a:endParaRPr lang="en-US"/>
        </a:p>
      </dgm:t>
    </dgm:pt>
    <dgm:pt modelId="{581C3F9A-0E27-4411-8482-799B46C9ADEB}" type="sibTrans" cxnId="{307FE9A8-6C65-4BED-ABBB-6A23FE340F9C}">
      <dgm:prSet/>
      <dgm:spPr/>
      <dgm:t>
        <a:bodyPr/>
        <a:lstStyle/>
        <a:p>
          <a:endParaRPr lang="en-US"/>
        </a:p>
      </dgm:t>
    </dgm:pt>
    <dgm:pt modelId="{A748E461-E8FF-4F56-98BE-830AD9B699B6}">
      <dgm:prSet phldrT="[Text]"/>
      <dgm:spPr/>
      <dgm:t>
        <a:bodyPr/>
        <a:lstStyle/>
        <a:p>
          <a:r>
            <a:rPr lang="mn-MN" dirty="0"/>
            <a:t>Чухал</a:t>
          </a:r>
          <a:endParaRPr lang="en-US" dirty="0"/>
        </a:p>
      </dgm:t>
    </dgm:pt>
    <dgm:pt modelId="{F988F212-A220-4E6D-BE90-87A92E7BC795}" type="parTrans" cxnId="{C9A81421-D819-40BE-A727-0DD7E98903DE}">
      <dgm:prSet/>
      <dgm:spPr/>
      <dgm:t>
        <a:bodyPr/>
        <a:lstStyle/>
        <a:p>
          <a:endParaRPr lang="en-US"/>
        </a:p>
      </dgm:t>
    </dgm:pt>
    <dgm:pt modelId="{5BE539D4-6314-4C41-BB45-307C056F7670}" type="sibTrans" cxnId="{C9A81421-D819-40BE-A727-0DD7E98903DE}">
      <dgm:prSet/>
      <dgm:spPr/>
      <dgm:t>
        <a:bodyPr/>
        <a:lstStyle/>
        <a:p>
          <a:endParaRPr lang="en-US"/>
        </a:p>
      </dgm:t>
    </dgm:pt>
    <dgm:pt modelId="{9A22B728-C4B3-4070-A03B-30A05792DFE8}">
      <dgm:prSet phldrT="[Text]"/>
      <dgm:spPr>
        <a:solidFill>
          <a:srgbClr val="FC7404">
            <a:alpha val="90000"/>
          </a:srgbClr>
        </a:solidFill>
      </dgm:spPr>
      <dgm:t>
        <a:bodyPr/>
        <a:lstStyle/>
        <a:p>
          <a:r>
            <a:rPr lang="mn-MN" dirty="0"/>
            <a:t>Яаралтай бус</a:t>
          </a:r>
          <a:endParaRPr lang="en-US" dirty="0"/>
        </a:p>
      </dgm:t>
    </dgm:pt>
    <dgm:pt modelId="{AD48125E-47EF-4CA6-B3F3-002DD846AD17}" type="parTrans" cxnId="{A4BEF78F-F500-4B58-9C16-095644486BBB}">
      <dgm:prSet/>
      <dgm:spPr/>
      <dgm:t>
        <a:bodyPr/>
        <a:lstStyle/>
        <a:p>
          <a:endParaRPr lang="en-US"/>
        </a:p>
      </dgm:t>
    </dgm:pt>
    <dgm:pt modelId="{845E20F1-90DE-48E8-BA77-55916CCF1F1A}" type="sibTrans" cxnId="{A4BEF78F-F500-4B58-9C16-095644486BBB}">
      <dgm:prSet/>
      <dgm:spPr/>
      <dgm:t>
        <a:bodyPr/>
        <a:lstStyle/>
        <a:p>
          <a:endParaRPr lang="en-US"/>
        </a:p>
      </dgm:t>
    </dgm:pt>
    <dgm:pt modelId="{ACD39854-FDB9-4CA5-BD4B-38B524A9985B}">
      <dgm:prSet phldrT="[Text]"/>
      <dgm:spPr/>
      <dgm:t>
        <a:bodyPr/>
        <a:lstStyle/>
        <a:p>
          <a:r>
            <a:rPr lang="mn-MN" dirty="0"/>
            <a:t>Чухал бус</a:t>
          </a:r>
          <a:endParaRPr lang="en-US" dirty="0"/>
        </a:p>
      </dgm:t>
    </dgm:pt>
    <dgm:pt modelId="{7D08A074-4E94-44BE-9535-9B80639F7526}" type="parTrans" cxnId="{4272CDD7-FABA-4B60-A105-39AB9B5BBBFD}">
      <dgm:prSet/>
      <dgm:spPr/>
      <dgm:t>
        <a:bodyPr/>
        <a:lstStyle/>
        <a:p>
          <a:endParaRPr lang="en-US"/>
        </a:p>
      </dgm:t>
    </dgm:pt>
    <dgm:pt modelId="{23EDE64D-6C3E-4A50-B1E4-4DAD9CD5310B}" type="sibTrans" cxnId="{4272CDD7-FABA-4B60-A105-39AB9B5BBBFD}">
      <dgm:prSet/>
      <dgm:spPr/>
      <dgm:t>
        <a:bodyPr/>
        <a:lstStyle/>
        <a:p>
          <a:endParaRPr lang="en-US"/>
        </a:p>
      </dgm:t>
    </dgm:pt>
    <dgm:pt modelId="{BD9D4C35-C4CE-4D9C-935C-CFF2ADCE6444}">
      <dgm:prSet phldrT="[Text]"/>
      <dgm:spPr>
        <a:solidFill>
          <a:schemeClr val="accent2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mn-MN" dirty="0"/>
            <a:t>Яаралтай бус</a:t>
          </a:r>
          <a:endParaRPr lang="en-US" dirty="0"/>
        </a:p>
      </dgm:t>
    </dgm:pt>
    <dgm:pt modelId="{5E877F54-0A59-422A-9555-6E492526032E}" type="parTrans" cxnId="{B8B44040-0A48-43AE-AC1D-0781A750C4BA}">
      <dgm:prSet/>
      <dgm:spPr/>
      <dgm:t>
        <a:bodyPr/>
        <a:lstStyle/>
        <a:p>
          <a:endParaRPr lang="en-US"/>
        </a:p>
      </dgm:t>
    </dgm:pt>
    <dgm:pt modelId="{3BEC6178-26C3-4862-8051-35ECC8A2D3FE}" type="sibTrans" cxnId="{B8B44040-0A48-43AE-AC1D-0781A750C4BA}">
      <dgm:prSet/>
      <dgm:spPr/>
      <dgm:t>
        <a:bodyPr/>
        <a:lstStyle/>
        <a:p>
          <a:endParaRPr lang="en-US"/>
        </a:p>
      </dgm:t>
    </dgm:pt>
    <dgm:pt modelId="{8CC336FC-A937-4050-A83F-5442D413E99E}">
      <dgm:prSet phldrT="[Text]"/>
      <dgm:spPr/>
      <dgm:t>
        <a:bodyPr/>
        <a:lstStyle/>
        <a:p>
          <a:r>
            <a:rPr lang="mn-MN" dirty="0"/>
            <a:t>Чухал бус</a:t>
          </a:r>
          <a:endParaRPr lang="en-US" dirty="0"/>
        </a:p>
      </dgm:t>
    </dgm:pt>
    <dgm:pt modelId="{9C6E3382-A1EB-41F8-A305-04C2EA7D36B3}" type="parTrans" cxnId="{DBDE45B2-80FA-4E48-BF4C-EC4AED414E30}">
      <dgm:prSet/>
      <dgm:spPr/>
      <dgm:t>
        <a:bodyPr/>
        <a:lstStyle/>
        <a:p>
          <a:endParaRPr lang="en-US"/>
        </a:p>
      </dgm:t>
    </dgm:pt>
    <dgm:pt modelId="{80C7E8B9-1B5D-4CE9-BD24-F1CB867D1B69}" type="sibTrans" cxnId="{DBDE45B2-80FA-4E48-BF4C-EC4AED414E30}">
      <dgm:prSet/>
      <dgm:spPr/>
      <dgm:t>
        <a:bodyPr/>
        <a:lstStyle/>
        <a:p>
          <a:endParaRPr lang="en-US"/>
        </a:p>
      </dgm:t>
    </dgm:pt>
    <dgm:pt modelId="{BB7D6AD5-CCD5-45F7-8FC3-85C6CF50A4B7}">
      <dgm:prSet phldrT="[Text]"/>
      <dgm:spPr>
        <a:solidFill>
          <a:schemeClr val="accent4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mn-MN" dirty="0"/>
            <a:t>Яаралтай </a:t>
          </a:r>
          <a:endParaRPr lang="en-US" dirty="0"/>
        </a:p>
      </dgm:t>
    </dgm:pt>
    <dgm:pt modelId="{5D4B763C-ABD4-4DBD-9241-27444BFC5C9D}" type="parTrans" cxnId="{0C8AAD8D-41B1-4EDF-A705-D9F673F6E6AD}">
      <dgm:prSet/>
      <dgm:spPr/>
      <dgm:t>
        <a:bodyPr/>
        <a:lstStyle/>
        <a:p>
          <a:endParaRPr lang="en-US"/>
        </a:p>
      </dgm:t>
    </dgm:pt>
    <dgm:pt modelId="{22B52C7A-2302-40CA-B245-B342B774D32F}" type="sibTrans" cxnId="{0C8AAD8D-41B1-4EDF-A705-D9F673F6E6AD}">
      <dgm:prSet/>
      <dgm:spPr/>
      <dgm:t>
        <a:bodyPr/>
        <a:lstStyle/>
        <a:p>
          <a:endParaRPr lang="en-US"/>
        </a:p>
      </dgm:t>
    </dgm:pt>
    <dgm:pt modelId="{379B2C6C-B5A8-4108-A863-4E3BF7AC17C8}" type="pres">
      <dgm:prSet presAssocID="{E23A7386-C37E-4713-9CE0-91576CEC6037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4211F025-705F-40BA-9841-6ECDAD5CE56B}" type="pres">
      <dgm:prSet presAssocID="{E23A7386-C37E-4713-9CE0-91576CEC6037}" presName="children" presStyleCnt="0"/>
      <dgm:spPr/>
    </dgm:pt>
    <dgm:pt modelId="{CAB86490-E992-49AD-B935-A18CC1EE0530}" type="pres">
      <dgm:prSet presAssocID="{E23A7386-C37E-4713-9CE0-91576CEC6037}" presName="child1group" presStyleCnt="0"/>
      <dgm:spPr/>
    </dgm:pt>
    <dgm:pt modelId="{31E19FDC-1A78-4FF1-BF9E-C7424F47FDC7}" type="pres">
      <dgm:prSet presAssocID="{E23A7386-C37E-4713-9CE0-91576CEC6037}" presName="child1" presStyleLbl="bgAcc1" presStyleIdx="0" presStyleCnt="4"/>
      <dgm:spPr/>
    </dgm:pt>
    <dgm:pt modelId="{B4151A46-0265-44C3-A826-BD270BAC5D66}" type="pres">
      <dgm:prSet presAssocID="{E23A7386-C37E-4713-9CE0-91576CEC6037}" presName="child1Text" presStyleLbl="bgAcc1" presStyleIdx="0" presStyleCnt="4">
        <dgm:presLayoutVars>
          <dgm:bulletEnabled val="1"/>
        </dgm:presLayoutVars>
      </dgm:prSet>
      <dgm:spPr/>
    </dgm:pt>
    <dgm:pt modelId="{92B37B2E-1367-4363-B760-B2934ED72FCB}" type="pres">
      <dgm:prSet presAssocID="{E23A7386-C37E-4713-9CE0-91576CEC6037}" presName="child2group" presStyleCnt="0"/>
      <dgm:spPr/>
    </dgm:pt>
    <dgm:pt modelId="{D1BF3329-009F-44DA-B2B7-00B75C38361D}" type="pres">
      <dgm:prSet presAssocID="{E23A7386-C37E-4713-9CE0-91576CEC6037}" presName="child2" presStyleLbl="bgAcc1" presStyleIdx="1" presStyleCnt="4"/>
      <dgm:spPr/>
    </dgm:pt>
    <dgm:pt modelId="{E96D178B-D98C-4079-8F6F-EF568E2B650E}" type="pres">
      <dgm:prSet presAssocID="{E23A7386-C37E-4713-9CE0-91576CEC6037}" presName="child2Text" presStyleLbl="bgAcc1" presStyleIdx="1" presStyleCnt="4">
        <dgm:presLayoutVars>
          <dgm:bulletEnabled val="1"/>
        </dgm:presLayoutVars>
      </dgm:prSet>
      <dgm:spPr/>
    </dgm:pt>
    <dgm:pt modelId="{E9C9DB3D-19F2-47CF-8AAC-553DDE7D13D7}" type="pres">
      <dgm:prSet presAssocID="{E23A7386-C37E-4713-9CE0-91576CEC6037}" presName="child3group" presStyleCnt="0"/>
      <dgm:spPr/>
    </dgm:pt>
    <dgm:pt modelId="{2DD0DF35-F161-4C95-A966-156663669BAF}" type="pres">
      <dgm:prSet presAssocID="{E23A7386-C37E-4713-9CE0-91576CEC6037}" presName="child3" presStyleLbl="bgAcc1" presStyleIdx="2" presStyleCnt="4"/>
      <dgm:spPr/>
    </dgm:pt>
    <dgm:pt modelId="{10E86E03-A52D-447A-8029-D02B9BBEEDDE}" type="pres">
      <dgm:prSet presAssocID="{E23A7386-C37E-4713-9CE0-91576CEC6037}" presName="child3Text" presStyleLbl="bgAcc1" presStyleIdx="2" presStyleCnt="4">
        <dgm:presLayoutVars>
          <dgm:bulletEnabled val="1"/>
        </dgm:presLayoutVars>
      </dgm:prSet>
      <dgm:spPr/>
    </dgm:pt>
    <dgm:pt modelId="{E7988701-9E25-4D73-97D1-D55C2F224188}" type="pres">
      <dgm:prSet presAssocID="{E23A7386-C37E-4713-9CE0-91576CEC6037}" presName="child4group" presStyleCnt="0"/>
      <dgm:spPr/>
    </dgm:pt>
    <dgm:pt modelId="{8E279220-43E3-4BDB-9E42-4D3190DF39C3}" type="pres">
      <dgm:prSet presAssocID="{E23A7386-C37E-4713-9CE0-91576CEC6037}" presName="child4" presStyleLbl="bgAcc1" presStyleIdx="3" presStyleCnt="4"/>
      <dgm:spPr/>
    </dgm:pt>
    <dgm:pt modelId="{6670CCCA-DA34-400E-AEA2-300B34AEA645}" type="pres">
      <dgm:prSet presAssocID="{E23A7386-C37E-4713-9CE0-91576CEC6037}" presName="child4Text" presStyleLbl="bgAcc1" presStyleIdx="3" presStyleCnt="4">
        <dgm:presLayoutVars>
          <dgm:bulletEnabled val="1"/>
        </dgm:presLayoutVars>
      </dgm:prSet>
      <dgm:spPr/>
    </dgm:pt>
    <dgm:pt modelId="{26483D49-A2C9-4C83-841F-546258FA6403}" type="pres">
      <dgm:prSet presAssocID="{E23A7386-C37E-4713-9CE0-91576CEC6037}" presName="childPlaceholder" presStyleCnt="0"/>
      <dgm:spPr/>
    </dgm:pt>
    <dgm:pt modelId="{5A849D1D-92DC-4EF9-87FF-3D10373444F6}" type="pres">
      <dgm:prSet presAssocID="{E23A7386-C37E-4713-9CE0-91576CEC6037}" presName="circle" presStyleCnt="0"/>
      <dgm:spPr/>
    </dgm:pt>
    <dgm:pt modelId="{C9EE4329-0BFE-4983-8DBA-048048B97B93}" type="pres">
      <dgm:prSet presAssocID="{E23A7386-C37E-4713-9CE0-91576CEC6037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2B75D0B1-4DDF-4D0E-AC95-A41E65E2EC57}" type="pres">
      <dgm:prSet presAssocID="{E23A7386-C37E-4713-9CE0-91576CEC6037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43EBCB0A-342E-4004-8CC5-EBD1746FC860}" type="pres">
      <dgm:prSet presAssocID="{E23A7386-C37E-4713-9CE0-91576CEC6037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FE02F916-CAE3-4EC9-BC92-E2BC123B0FC1}" type="pres">
      <dgm:prSet presAssocID="{E23A7386-C37E-4713-9CE0-91576CEC6037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F262CA99-E120-48D2-B93E-D8DC4E8F0E46}" type="pres">
      <dgm:prSet presAssocID="{E23A7386-C37E-4713-9CE0-91576CEC6037}" presName="quadrantPlaceholder" presStyleCnt="0"/>
      <dgm:spPr/>
    </dgm:pt>
    <dgm:pt modelId="{0821D42B-FD71-4D91-98C3-2F76FEC4B306}" type="pres">
      <dgm:prSet presAssocID="{E23A7386-C37E-4713-9CE0-91576CEC6037}" presName="center1" presStyleLbl="fgShp" presStyleIdx="0" presStyleCnt="2"/>
      <dgm:spPr/>
    </dgm:pt>
    <dgm:pt modelId="{98DC3962-C5DF-4C38-B752-D6BA33B5E329}" type="pres">
      <dgm:prSet presAssocID="{E23A7386-C37E-4713-9CE0-91576CEC6037}" presName="center2" presStyleLbl="fgShp" presStyleIdx="1" presStyleCnt="2"/>
      <dgm:spPr/>
    </dgm:pt>
  </dgm:ptLst>
  <dgm:cxnLst>
    <dgm:cxn modelId="{1BCA4114-8474-4D4E-B65B-CB19F1EFADF5}" type="presOf" srcId="{878D4AA4-A924-4CEE-AF76-F2E3D91F2284}" destId="{B4151A46-0265-44C3-A826-BD270BAC5D66}" srcOrd="1" destOrd="0" presId="urn:microsoft.com/office/officeart/2005/8/layout/cycle4"/>
    <dgm:cxn modelId="{D3720C1D-D959-4AF4-B1B7-1B3310299472}" type="presOf" srcId="{E23A7386-C37E-4713-9CE0-91576CEC6037}" destId="{379B2C6C-B5A8-4108-A863-4E3BF7AC17C8}" srcOrd="0" destOrd="0" presId="urn:microsoft.com/office/officeart/2005/8/layout/cycle4"/>
    <dgm:cxn modelId="{C9A81421-D819-40BE-A727-0DD7E98903DE}" srcId="{E23A7386-C37E-4713-9CE0-91576CEC6037}" destId="{A748E461-E8FF-4F56-98BE-830AD9B699B6}" srcOrd="1" destOrd="0" parTransId="{F988F212-A220-4E6D-BE90-87A92E7BC795}" sibTransId="{5BE539D4-6314-4C41-BB45-307C056F7670}"/>
    <dgm:cxn modelId="{747B552B-0DB1-4C1E-AEBD-92DD9C16C711}" type="presOf" srcId="{A748E461-E8FF-4F56-98BE-830AD9B699B6}" destId="{2B75D0B1-4DDF-4D0E-AC95-A41E65E2EC57}" srcOrd="0" destOrd="0" presId="urn:microsoft.com/office/officeart/2005/8/layout/cycle4"/>
    <dgm:cxn modelId="{F582F136-5523-4BE7-8F98-80198E6E6180}" type="presOf" srcId="{9A22B728-C4B3-4070-A03B-30A05792DFE8}" destId="{E96D178B-D98C-4079-8F6F-EF568E2B650E}" srcOrd="1" destOrd="0" presId="urn:microsoft.com/office/officeart/2005/8/layout/cycle4"/>
    <dgm:cxn modelId="{13B9FF3A-BB0B-4C55-8E8A-4109ABBDAD89}" type="presOf" srcId="{31D3629D-4998-408B-93B7-1FB2C1202943}" destId="{C9EE4329-0BFE-4983-8DBA-048048B97B93}" srcOrd="0" destOrd="0" presId="urn:microsoft.com/office/officeart/2005/8/layout/cycle4"/>
    <dgm:cxn modelId="{B8B44040-0A48-43AE-AC1D-0781A750C4BA}" srcId="{ACD39854-FDB9-4CA5-BD4B-38B524A9985B}" destId="{BD9D4C35-C4CE-4D9C-935C-CFF2ADCE6444}" srcOrd="0" destOrd="0" parTransId="{5E877F54-0A59-422A-9555-6E492526032E}" sibTransId="{3BEC6178-26C3-4862-8051-35ECC8A2D3FE}"/>
    <dgm:cxn modelId="{526E6942-632F-4BD1-9F48-D1301D28D545}" type="presOf" srcId="{8CC336FC-A937-4050-A83F-5442D413E99E}" destId="{FE02F916-CAE3-4EC9-BC92-E2BC123B0FC1}" srcOrd="0" destOrd="0" presId="urn:microsoft.com/office/officeart/2005/8/layout/cycle4"/>
    <dgm:cxn modelId="{D1CC5F70-8EB0-4E3C-B5BB-59F7F7B4776F}" type="presOf" srcId="{9A22B728-C4B3-4070-A03B-30A05792DFE8}" destId="{D1BF3329-009F-44DA-B2B7-00B75C38361D}" srcOrd="0" destOrd="0" presId="urn:microsoft.com/office/officeart/2005/8/layout/cycle4"/>
    <dgm:cxn modelId="{F9884B85-83F8-40A2-B1D6-C798561B13DF}" type="presOf" srcId="{ACD39854-FDB9-4CA5-BD4B-38B524A9985B}" destId="{43EBCB0A-342E-4004-8CC5-EBD1746FC860}" srcOrd="0" destOrd="0" presId="urn:microsoft.com/office/officeart/2005/8/layout/cycle4"/>
    <dgm:cxn modelId="{0C8AAD8D-41B1-4EDF-A705-D9F673F6E6AD}" srcId="{8CC336FC-A937-4050-A83F-5442D413E99E}" destId="{BB7D6AD5-CCD5-45F7-8FC3-85C6CF50A4B7}" srcOrd="0" destOrd="0" parTransId="{5D4B763C-ABD4-4DBD-9241-27444BFC5C9D}" sibTransId="{22B52C7A-2302-40CA-B245-B342B774D32F}"/>
    <dgm:cxn modelId="{A4BEF78F-F500-4B58-9C16-095644486BBB}" srcId="{A748E461-E8FF-4F56-98BE-830AD9B699B6}" destId="{9A22B728-C4B3-4070-A03B-30A05792DFE8}" srcOrd="0" destOrd="0" parTransId="{AD48125E-47EF-4CA6-B3F3-002DD846AD17}" sibTransId="{845E20F1-90DE-48E8-BA77-55916CCF1F1A}"/>
    <dgm:cxn modelId="{307FE9A8-6C65-4BED-ABBB-6A23FE340F9C}" srcId="{31D3629D-4998-408B-93B7-1FB2C1202943}" destId="{878D4AA4-A924-4CEE-AF76-F2E3D91F2284}" srcOrd="0" destOrd="0" parTransId="{63FD8272-1991-4699-8C8F-256F4838F905}" sibTransId="{581C3F9A-0E27-4411-8482-799B46C9ADEB}"/>
    <dgm:cxn modelId="{60D144B2-EB18-428D-8F77-348A9F23BD91}" type="presOf" srcId="{878D4AA4-A924-4CEE-AF76-F2E3D91F2284}" destId="{31E19FDC-1A78-4FF1-BF9E-C7424F47FDC7}" srcOrd="0" destOrd="0" presId="urn:microsoft.com/office/officeart/2005/8/layout/cycle4"/>
    <dgm:cxn modelId="{DBDE45B2-80FA-4E48-BF4C-EC4AED414E30}" srcId="{E23A7386-C37E-4713-9CE0-91576CEC6037}" destId="{8CC336FC-A937-4050-A83F-5442D413E99E}" srcOrd="3" destOrd="0" parTransId="{9C6E3382-A1EB-41F8-A305-04C2EA7D36B3}" sibTransId="{80C7E8B9-1B5D-4CE9-BD24-F1CB867D1B69}"/>
    <dgm:cxn modelId="{B5313FCF-FC57-4FCB-A8B8-262B1D96E511}" type="presOf" srcId="{BB7D6AD5-CCD5-45F7-8FC3-85C6CF50A4B7}" destId="{8E279220-43E3-4BDB-9E42-4D3190DF39C3}" srcOrd="0" destOrd="0" presId="urn:microsoft.com/office/officeart/2005/8/layout/cycle4"/>
    <dgm:cxn modelId="{934F34D1-EBA7-4B5B-B7F3-30A071DF0C80}" srcId="{E23A7386-C37E-4713-9CE0-91576CEC6037}" destId="{31D3629D-4998-408B-93B7-1FB2C1202943}" srcOrd="0" destOrd="0" parTransId="{F59BC1EE-6D8F-4B06-94EF-EE5AAB4B4DDD}" sibTransId="{E42CE656-7D15-46EC-957C-740A095BC970}"/>
    <dgm:cxn modelId="{4272CDD7-FABA-4B60-A105-39AB9B5BBBFD}" srcId="{E23A7386-C37E-4713-9CE0-91576CEC6037}" destId="{ACD39854-FDB9-4CA5-BD4B-38B524A9985B}" srcOrd="2" destOrd="0" parTransId="{7D08A074-4E94-44BE-9535-9B80639F7526}" sibTransId="{23EDE64D-6C3E-4A50-B1E4-4DAD9CD5310B}"/>
    <dgm:cxn modelId="{50DEDEF3-7C6A-4E55-9C42-61791DB0EB58}" type="presOf" srcId="{BD9D4C35-C4CE-4D9C-935C-CFF2ADCE6444}" destId="{10E86E03-A52D-447A-8029-D02B9BBEEDDE}" srcOrd="1" destOrd="0" presId="urn:microsoft.com/office/officeart/2005/8/layout/cycle4"/>
    <dgm:cxn modelId="{7B49CDF6-0259-47D4-9519-5930BCD2FB77}" type="presOf" srcId="{BB7D6AD5-CCD5-45F7-8FC3-85C6CF50A4B7}" destId="{6670CCCA-DA34-400E-AEA2-300B34AEA645}" srcOrd="1" destOrd="0" presId="urn:microsoft.com/office/officeart/2005/8/layout/cycle4"/>
    <dgm:cxn modelId="{A3EE0BFF-4E08-465C-A56C-8729EFEF4F57}" type="presOf" srcId="{BD9D4C35-C4CE-4D9C-935C-CFF2ADCE6444}" destId="{2DD0DF35-F161-4C95-A966-156663669BAF}" srcOrd="0" destOrd="0" presId="urn:microsoft.com/office/officeart/2005/8/layout/cycle4"/>
    <dgm:cxn modelId="{7D84F33A-88F4-42C2-A6E5-B198CE10F0E2}" type="presParOf" srcId="{379B2C6C-B5A8-4108-A863-4E3BF7AC17C8}" destId="{4211F025-705F-40BA-9841-6ECDAD5CE56B}" srcOrd="0" destOrd="0" presId="urn:microsoft.com/office/officeart/2005/8/layout/cycle4"/>
    <dgm:cxn modelId="{582A2FAC-8368-435C-94AF-478D6B7ED43A}" type="presParOf" srcId="{4211F025-705F-40BA-9841-6ECDAD5CE56B}" destId="{CAB86490-E992-49AD-B935-A18CC1EE0530}" srcOrd="0" destOrd="0" presId="urn:microsoft.com/office/officeart/2005/8/layout/cycle4"/>
    <dgm:cxn modelId="{A5D76F8E-AFD9-4700-99F7-08EAFA4D197E}" type="presParOf" srcId="{CAB86490-E992-49AD-B935-A18CC1EE0530}" destId="{31E19FDC-1A78-4FF1-BF9E-C7424F47FDC7}" srcOrd="0" destOrd="0" presId="urn:microsoft.com/office/officeart/2005/8/layout/cycle4"/>
    <dgm:cxn modelId="{47E7278C-82FD-4FD9-AF0E-DFC04C36037A}" type="presParOf" srcId="{CAB86490-E992-49AD-B935-A18CC1EE0530}" destId="{B4151A46-0265-44C3-A826-BD270BAC5D66}" srcOrd="1" destOrd="0" presId="urn:microsoft.com/office/officeart/2005/8/layout/cycle4"/>
    <dgm:cxn modelId="{D8604F14-20CE-4C1B-8CDB-33F2FDF9A03E}" type="presParOf" srcId="{4211F025-705F-40BA-9841-6ECDAD5CE56B}" destId="{92B37B2E-1367-4363-B760-B2934ED72FCB}" srcOrd="1" destOrd="0" presId="urn:microsoft.com/office/officeart/2005/8/layout/cycle4"/>
    <dgm:cxn modelId="{2A98AF99-F6AC-4D19-8953-AE20E554D748}" type="presParOf" srcId="{92B37B2E-1367-4363-B760-B2934ED72FCB}" destId="{D1BF3329-009F-44DA-B2B7-00B75C38361D}" srcOrd="0" destOrd="0" presId="urn:microsoft.com/office/officeart/2005/8/layout/cycle4"/>
    <dgm:cxn modelId="{4E2CCB1B-027D-4EC5-B80C-28D62AA39F67}" type="presParOf" srcId="{92B37B2E-1367-4363-B760-B2934ED72FCB}" destId="{E96D178B-D98C-4079-8F6F-EF568E2B650E}" srcOrd="1" destOrd="0" presId="urn:microsoft.com/office/officeart/2005/8/layout/cycle4"/>
    <dgm:cxn modelId="{26573D5E-8848-4352-BD62-4FDE4BB3D875}" type="presParOf" srcId="{4211F025-705F-40BA-9841-6ECDAD5CE56B}" destId="{E9C9DB3D-19F2-47CF-8AAC-553DDE7D13D7}" srcOrd="2" destOrd="0" presId="urn:microsoft.com/office/officeart/2005/8/layout/cycle4"/>
    <dgm:cxn modelId="{EA0773C8-3EAC-44EF-8395-F015128834D1}" type="presParOf" srcId="{E9C9DB3D-19F2-47CF-8AAC-553DDE7D13D7}" destId="{2DD0DF35-F161-4C95-A966-156663669BAF}" srcOrd="0" destOrd="0" presId="urn:microsoft.com/office/officeart/2005/8/layout/cycle4"/>
    <dgm:cxn modelId="{E3A9802C-0060-4314-BECE-9538EBBB2EDB}" type="presParOf" srcId="{E9C9DB3D-19F2-47CF-8AAC-553DDE7D13D7}" destId="{10E86E03-A52D-447A-8029-D02B9BBEEDDE}" srcOrd="1" destOrd="0" presId="urn:microsoft.com/office/officeart/2005/8/layout/cycle4"/>
    <dgm:cxn modelId="{C2B6A067-99F2-43D3-8E80-05C31F68DB3C}" type="presParOf" srcId="{4211F025-705F-40BA-9841-6ECDAD5CE56B}" destId="{E7988701-9E25-4D73-97D1-D55C2F224188}" srcOrd="3" destOrd="0" presId="urn:microsoft.com/office/officeart/2005/8/layout/cycle4"/>
    <dgm:cxn modelId="{5DCD910F-F13A-47A2-B7F7-E1F0381FD997}" type="presParOf" srcId="{E7988701-9E25-4D73-97D1-D55C2F224188}" destId="{8E279220-43E3-4BDB-9E42-4D3190DF39C3}" srcOrd="0" destOrd="0" presId="urn:microsoft.com/office/officeart/2005/8/layout/cycle4"/>
    <dgm:cxn modelId="{D14286D5-9627-4EC0-8963-5807C3471415}" type="presParOf" srcId="{E7988701-9E25-4D73-97D1-D55C2F224188}" destId="{6670CCCA-DA34-400E-AEA2-300B34AEA645}" srcOrd="1" destOrd="0" presId="urn:microsoft.com/office/officeart/2005/8/layout/cycle4"/>
    <dgm:cxn modelId="{80D8B5D6-1783-434F-BEF7-C925AEE2D52C}" type="presParOf" srcId="{4211F025-705F-40BA-9841-6ECDAD5CE56B}" destId="{26483D49-A2C9-4C83-841F-546258FA6403}" srcOrd="4" destOrd="0" presId="urn:microsoft.com/office/officeart/2005/8/layout/cycle4"/>
    <dgm:cxn modelId="{DE962E66-F427-48BC-A9DB-142943198A57}" type="presParOf" srcId="{379B2C6C-B5A8-4108-A863-4E3BF7AC17C8}" destId="{5A849D1D-92DC-4EF9-87FF-3D10373444F6}" srcOrd="1" destOrd="0" presId="urn:microsoft.com/office/officeart/2005/8/layout/cycle4"/>
    <dgm:cxn modelId="{765E09F1-4B09-464C-932D-F3A4989E9598}" type="presParOf" srcId="{5A849D1D-92DC-4EF9-87FF-3D10373444F6}" destId="{C9EE4329-0BFE-4983-8DBA-048048B97B93}" srcOrd="0" destOrd="0" presId="urn:microsoft.com/office/officeart/2005/8/layout/cycle4"/>
    <dgm:cxn modelId="{3ACADD24-2B29-4B53-A46A-3924660413AF}" type="presParOf" srcId="{5A849D1D-92DC-4EF9-87FF-3D10373444F6}" destId="{2B75D0B1-4DDF-4D0E-AC95-A41E65E2EC57}" srcOrd="1" destOrd="0" presId="urn:microsoft.com/office/officeart/2005/8/layout/cycle4"/>
    <dgm:cxn modelId="{8AEE7AD8-B394-4712-9275-E0714690E8D0}" type="presParOf" srcId="{5A849D1D-92DC-4EF9-87FF-3D10373444F6}" destId="{43EBCB0A-342E-4004-8CC5-EBD1746FC860}" srcOrd="2" destOrd="0" presId="urn:microsoft.com/office/officeart/2005/8/layout/cycle4"/>
    <dgm:cxn modelId="{DCEB2534-13EA-4E73-AFC9-4FE0488C80F4}" type="presParOf" srcId="{5A849D1D-92DC-4EF9-87FF-3D10373444F6}" destId="{FE02F916-CAE3-4EC9-BC92-E2BC123B0FC1}" srcOrd="3" destOrd="0" presId="urn:microsoft.com/office/officeart/2005/8/layout/cycle4"/>
    <dgm:cxn modelId="{47C790A3-A8DF-44FD-9B7D-C8967976B467}" type="presParOf" srcId="{5A849D1D-92DC-4EF9-87FF-3D10373444F6}" destId="{F262CA99-E120-48D2-B93E-D8DC4E8F0E46}" srcOrd="4" destOrd="0" presId="urn:microsoft.com/office/officeart/2005/8/layout/cycle4"/>
    <dgm:cxn modelId="{0D1A9492-A871-4755-B9ED-6D6352C57A25}" type="presParOf" srcId="{379B2C6C-B5A8-4108-A863-4E3BF7AC17C8}" destId="{0821D42B-FD71-4D91-98C3-2F76FEC4B306}" srcOrd="2" destOrd="0" presId="urn:microsoft.com/office/officeart/2005/8/layout/cycle4"/>
    <dgm:cxn modelId="{330898C5-F65A-4BDC-A66B-A0E57380EE45}" type="presParOf" srcId="{379B2C6C-B5A8-4108-A863-4E3BF7AC17C8}" destId="{98DC3962-C5DF-4C38-B752-D6BA33B5E329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DB06CB9-D7C9-4FF6-B7A4-005C59E6C54F}" type="doc">
      <dgm:prSet loTypeId="urn:microsoft.com/office/officeart/2008/layout/RadialCluster" loCatId="cycle" qsTypeId="urn:microsoft.com/office/officeart/2005/8/quickstyle/3d2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14850492-A674-475C-92E7-0F58146B1E6D}">
      <dgm:prSet phldrT="[Text]" custT="1"/>
      <dgm:spPr/>
      <dgm:t>
        <a:bodyPr/>
        <a:lstStyle/>
        <a:p>
          <a:pPr>
            <a:lnSpc>
              <a:spcPct val="150000"/>
            </a:lnSpc>
          </a:pPr>
          <a:r>
            <a:rPr lang="mn-MN" sz="2400" b="1" cap="all" baseline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Цаг үрдэг зүйлс </a:t>
          </a:r>
          <a:endParaRPr lang="en-US" sz="2400" b="1" cap="all" baseline="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DB89C9A-3B54-4C73-A98C-E60F57334E06}" type="parTrans" cxnId="{5D1C9F57-34EF-47DB-A8B9-79EB87EEC67F}">
      <dgm:prSet/>
      <dgm:spPr/>
      <dgm:t>
        <a:bodyPr/>
        <a:lstStyle/>
        <a:p>
          <a:endParaRPr lang="en-US" sz="2000"/>
        </a:p>
      </dgm:t>
    </dgm:pt>
    <dgm:pt modelId="{884B96D9-2EA7-4343-8B60-21FFFD08A571}" type="sibTrans" cxnId="{5D1C9F57-34EF-47DB-A8B9-79EB87EEC67F}">
      <dgm:prSet/>
      <dgm:spPr/>
      <dgm:t>
        <a:bodyPr/>
        <a:lstStyle/>
        <a:p>
          <a:endParaRPr lang="en-US" sz="2000"/>
        </a:p>
      </dgm:t>
    </dgm:pt>
    <dgm:pt modelId="{2BC2F6C5-E5DE-4F27-A794-DC4E1B00CD0D}">
      <dgm:prSet phldrT="[Text]" custT="1"/>
      <dgm:spPr/>
      <dgm:t>
        <a:bodyPr/>
        <a:lstStyle/>
        <a:p>
          <a:r>
            <a:rPr lang="mn-M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Зорилгогүй ажил </a:t>
          </a:r>
          <a:endParaRPr lang="en-US" sz="2000" dirty="0"/>
        </a:p>
      </dgm:t>
    </dgm:pt>
    <dgm:pt modelId="{8683FD4C-EE7D-4FB7-9953-869335A7D149}" type="parTrans" cxnId="{7E1CBF25-2C75-4C6A-8BDC-4D64BE3FA97B}">
      <dgm:prSet/>
      <dgm:spPr/>
      <dgm:t>
        <a:bodyPr/>
        <a:lstStyle/>
        <a:p>
          <a:endParaRPr lang="en-US" sz="2000"/>
        </a:p>
      </dgm:t>
    </dgm:pt>
    <dgm:pt modelId="{4F94BF87-7795-4423-AF58-814470744C90}" type="sibTrans" cxnId="{7E1CBF25-2C75-4C6A-8BDC-4D64BE3FA97B}">
      <dgm:prSet/>
      <dgm:spPr/>
      <dgm:t>
        <a:bodyPr/>
        <a:lstStyle/>
        <a:p>
          <a:endParaRPr lang="en-US" sz="2000"/>
        </a:p>
      </dgm:t>
    </dgm:pt>
    <dgm:pt modelId="{88697885-EF77-4BDE-BFDB-817CE6EA46FB}">
      <dgm:prSet phldrT="[Text]" custT="1"/>
      <dgm:spPr/>
      <dgm:t>
        <a:bodyPr/>
        <a:lstStyle/>
        <a:p>
          <a:r>
            <a:rPr lang="mn-M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Төлөвлөөгүй зүйлүүд </a:t>
          </a:r>
          <a:endParaRPr lang="en-US" sz="2000" dirty="0">
            <a:solidFill>
              <a:schemeClr val="tx1"/>
            </a:solidFill>
          </a:endParaRPr>
        </a:p>
      </dgm:t>
    </dgm:pt>
    <dgm:pt modelId="{58A0DF94-433F-44BB-9407-0A48AEB5AD95}" type="parTrans" cxnId="{3D9513ED-317D-4521-81AE-03E0B4CD237E}">
      <dgm:prSet/>
      <dgm:spPr/>
      <dgm:t>
        <a:bodyPr/>
        <a:lstStyle/>
        <a:p>
          <a:endParaRPr lang="en-US" sz="2000"/>
        </a:p>
      </dgm:t>
    </dgm:pt>
    <dgm:pt modelId="{0A0BEA30-CFDC-4570-84A2-8DBC8FF0A9D3}" type="sibTrans" cxnId="{3D9513ED-317D-4521-81AE-03E0B4CD237E}">
      <dgm:prSet/>
      <dgm:spPr/>
      <dgm:t>
        <a:bodyPr/>
        <a:lstStyle/>
        <a:p>
          <a:endParaRPr lang="en-US" sz="2000"/>
        </a:p>
      </dgm:t>
    </dgm:pt>
    <dgm:pt modelId="{6B1C4B67-6284-4DB2-B03A-4A2C5CC24B09}">
      <dgm:prSet phldrT="[Text]" custT="1"/>
      <dgm:spPr/>
      <dgm:t>
        <a:bodyPr/>
        <a:lstStyle/>
        <a:p>
          <a:r>
            <a:rPr lang="mn-M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Залхуурал</a:t>
          </a:r>
          <a:endParaRPr lang="en-US" sz="2000" dirty="0"/>
        </a:p>
      </dgm:t>
    </dgm:pt>
    <dgm:pt modelId="{7DD4C03C-106E-4FF4-96AA-BD7B01E2C349}" type="parTrans" cxnId="{00674707-85B2-4A34-AF90-F74792AD304B}">
      <dgm:prSet/>
      <dgm:spPr/>
      <dgm:t>
        <a:bodyPr/>
        <a:lstStyle/>
        <a:p>
          <a:endParaRPr lang="en-US" sz="2000"/>
        </a:p>
      </dgm:t>
    </dgm:pt>
    <dgm:pt modelId="{E18E9360-7AA7-43B4-836A-633F35A19E49}" type="sibTrans" cxnId="{00674707-85B2-4A34-AF90-F74792AD304B}">
      <dgm:prSet/>
      <dgm:spPr/>
      <dgm:t>
        <a:bodyPr/>
        <a:lstStyle/>
        <a:p>
          <a:endParaRPr lang="en-US" sz="2000"/>
        </a:p>
      </dgm:t>
    </dgm:pt>
    <dgm:pt modelId="{6CC171A1-32B4-4608-8BB6-0FFE54943E41}">
      <dgm:prSet phldrT="[Text]" custT="1"/>
      <dgm:spPr/>
      <dgm:t>
        <a:bodyPr/>
        <a:lstStyle/>
        <a:p>
          <a:r>
            <a:rPr lang="mn-M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Ажил эхлэж, дуусгаж чаддагүй байдал </a:t>
          </a:r>
          <a:endParaRPr lang="en-US" sz="2000" dirty="0"/>
        </a:p>
      </dgm:t>
    </dgm:pt>
    <dgm:pt modelId="{359C70A9-5A32-4E43-B08C-BBD0EDE6AA1F}" type="parTrans" cxnId="{487919C4-5999-4CDE-BDF1-5CC2214226F6}">
      <dgm:prSet/>
      <dgm:spPr/>
      <dgm:t>
        <a:bodyPr/>
        <a:lstStyle/>
        <a:p>
          <a:endParaRPr lang="en-US" sz="2000"/>
        </a:p>
      </dgm:t>
    </dgm:pt>
    <dgm:pt modelId="{691CDB7D-EE16-4F5B-8C40-9333A8046DFC}" type="sibTrans" cxnId="{487919C4-5999-4CDE-BDF1-5CC2214226F6}">
      <dgm:prSet/>
      <dgm:spPr/>
      <dgm:t>
        <a:bodyPr/>
        <a:lstStyle/>
        <a:p>
          <a:endParaRPr lang="en-US" sz="2000"/>
        </a:p>
      </dgm:t>
    </dgm:pt>
    <dgm:pt modelId="{58FA6834-0A80-4BA3-B006-F9B34095D70B}">
      <dgm:prSet phldrT="[Text]" custT="1"/>
      <dgm:spPr/>
      <dgm:t>
        <a:bodyPr/>
        <a:lstStyle/>
        <a:p>
          <a:r>
            <a:rPr lang="mn-M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Хүмүүсийн гомдол, хүсэлт</a:t>
          </a:r>
          <a:endParaRPr lang="en-US" sz="2000" dirty="0">
            <a:solidFill>
              <a:schemeClr val="tx1"/>
            </a:solidFill>
          </a:endParaRPr>
        </a:p>
      </dgm:t>
    </dgm:pt>
    <dgm:pt modelId="{BD9DDAC2-ADEF-4903-AD3C-64A903A94C3E}" type="parTrans" cxnId="{77E47C68-8BF8-4BE4-929F-8B52F00B4B8E}">
      <dgm:prSet/>
      <dgm:spPr/>
      <dgm:t>
        <a:bodyPr/>
        <a:lstStyle/>
        <a:p>
          <a:endParaRPr lang="en-US" sz="2000"/>
        </a:p>
      </dgm:t>
    </dgm:pt>
    <dgm:pt modelId="{9E2A151E-8800-434A-901D-157B6C67E002}" type="sibTrans" cxnId="{77E47C68-8BF8-4BE4-929F-8B52F00B4B8E}">
      <dgm:prSet/>
      <dgm:spPr/>
      <dgm:t>
        <a:bodyPr/>
        <a:lstStyle/>
        <a:p>
          <a:endParaRPr lang="en-US" sz="2000"/>
        </a:p>
      </dgm:t>
    </dgm:pt>
    <dgm:pt modelId="{E5B4299C-351B-4348-8117-26FFCB17AEA6}">
      <dgm:prSet phldrT="[Text]" custT="1"/>
      <dgm:spPr/>
      <dgm:t>
        <a:bodyPr/>
        <a:lstStyle/>
        <a:p>
          <a:r>
            <a:rPr lang="mn-M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Эмх замбараагүй байдал </a:t>
          </a:r>
          <a:endParaRPr lang="en-US" sz="2000" dirty="0">
            <a:solidFill>
              <a:schemeClr val="tx1"/>
            </a:solidFill>
          </a:endParaRPr>
        </a:p>
      </dgm:t>
    </dgm:pt>
    <dgm:pt modelId="{E1F20DA7-C3DE-4F84-A58D-0860F3C5BF4A}" type="parTrans" cxnId="{7FC95DC9-6CDF-4D00-8246-2590175482A0}">
      <dgm:prSet/>
      <dgm:spPr/>
      <dgm:t>
        <a:bodyPr/>
        <a:lstStyle/>
        <a:p>
          <a:endParaRPr lang="en-US" sz="2000"/>
        </a:p>
      </dgm:t>
    </dgm:pt>
    <dgm:pt modelId="{99062255-51A5-4BB8-A758-B252CC776A8A}" type="sibTrans" cxnId="{7FC95DC9-6CDF-4D00-8246-2590175482A0}">
      <dgm:prSet/>
      <dgm:spPr/>
      <dgm:t>
        <a:bodyPr/>
        <a:lstStyle/>
        <a:p>
          <a:endParaRPr lang="en-US" sz="2000"/>
        </a:p>
      </dgm:t>
    </dgm:pt>
    <dgm:pt modelId="{5B6C5035-2869-48CD-A740-797BAACB63A4}">
      <dgm:prSet phldrT="[Text]" custT="1"/>
      <dgm:spPr/>
      <dgm:t>
        <a:bodyPr/>
        <a:lstStyle/>
        <a:p>
          <a:r>
            <a:rPr lang="mn-M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Мэдэхгүй буюу чадахгүй байдал </a:t>
          </a:r>
          <a:endParaRPr lang="en-US" sz="2000" dirty="0">
            <a:solidFill>
              <a:schemeClr val="tx1"/>
            </a:solidFill>
          </a:endParaRPr>
        </a:p>
      </dgm:t>
    </dgm:pt>
    <dgm:pt modelId="{4520C683-D042-43D2-B478-15FEC7D1C14E}" type="parTrans" cxnId="{4296477A-19AA-49A4-AF14-E771299BA1CD}">
      <dgm:prSet/>
      <dgm:spPr/>
      <dgm:t>
        <a:bodyPr/>
        <a:lstStyle/>
        <a:p>
          <a:endParaRPr lang="en-US" sz="2000"/>
        </a:p>
      </dgm:t>
    </dgm:pt>
    <dgm:pt modelId="{2F2A22AE-0712-48C7-8129-187D6B6E339C}" type="sibTrans" cxnId="{4296477A-19AA-49A4-AF14-E771299BA1CD}">
      <dgm:prSet/>
      <dgm:spPr/>
      <dgm:t>
        <a:bodyPr/>
        <a:lstStyle/>
        <a:p>
          <a:endParaRPr lang="en-US" sz="2000"/>
        </a:p>
      </dgm:t>
    </dgm:pt>
    <dgm:pt modelId="{66ADB93D-A2DC-44AD-8C69-78028D8E3841}">
      <dgm:prSet phldrT="[Text]" phldr="1"/>
      <dgm:spPr/>
      <dgm:t>
        <a:bodyPr/>
        <a:lstStyle/>
        <a:p>
          <a:endParaRPr lang="en-US" sz="2000"/>
        </a:p>
      </dgm:t>
    </dgm:pt>
    <dgm:pt modelId="{C2F19775-9084-46D2-BB78-C5EC046E79E7}" type="parTrans" cxnId="{7B4F004A-E679-46D5-AF8B-DB4F790D7111}">
      <dgm:prSet/>
      <dgm:spPr/>
      <dgm:t>
        <a:bodyPr/>
        <a:lstStyle/>
        <a:p>
          <a:endParaRPr lang="en-US" sz="2000"/>
        </a:p>
      </dgm:t>
    </dgm:pt>
    <dgm:pt modelId="{DD384177-F44D-4BAA-9350-1BFE830F9C40}" type="sibTrans" cxnId="{7B4F004A-E679-46D5-AF8B-DB4F790D7111}">
      <dgm:prSet/>
      <dgm:spPr/>
      <dgm:t>
        <a:bodyPr/>
        <a:lstStyle/>
        <a:p>
          <a:endParaRPr lang="en-US" sz="2000"/>
        </a:p>
      </dgm:t>
    </dgm:pt>
    <dgm:pt modelId="{B6C8C87D-5945-4563-9B00-F1E8CA4F4622}">
      <dgm:prSet phldrT="[Text]" phldr="1"/>
      <dgm:spPr/>
      <dgm:t>
        <a:bodyPr/>
        <a:lstStyle/>
        <a:p>
          <a:endParaRPr lang="en-US" sz="2000"/>
        </a:p>
      </dgm:t>
    </dgm:pt>
    <dgm:pt modelId="{AA29F9CE-2890-43D1-83DB-058C0124A11D}" type="parTrans" cxnId="{988462BB-D9E0-494D-B4EF-3DA875699EC6}">
      <dgm:prSet/>
      <dgm:spPr/>
      <dgm:t>
        <a:bodyPr/>
        <a:lstStyle/>
        <a:p>
          <a:endParaRPr lang="en-US" sz="2000"/>
        </a:p>
      </dgm:t>
    </dgm:pt>
    <dgm:pt modelId="{24DEF90B-F2DF-4B8C-A7D5-2C2DDF22D186}" type="sibTrans" cxnId="{988462BB-D9E0-494D-B4EF-3DA875699EC6}">
      <dgm:prSet/>
      <dgm:spPr/>
      <dgm:t>
        <a:bodyPr/>
        <a:lstStyle/>
        <a:p>
          <a:endParaRPr lang="en-US" sz="2000"/>
        </a:p>
      </dgm:t>
    </dgm:pt>
    <dgm:pt modelId="{AA7A84B0-027E-413E-9617-30BAAEB1B584}">
      <dgm:prSet phldrT="[Text]" phldr="1"/>
      <dgm:spPr/>
      <dgm:t>
        <a:bodyPr/>
        <a:lstStyle/>
        <a:p>
          <a:endParaRPr lang="en-US" sz="2000"/>
        </a:p>
      </dgm:t>
    </dgm:pt>
    <dgm:pt modelId="{2F03820E-46A6-49BE-9591-3EE0FCE82593}" type="parTrans" cxnId="{2159B1BC-ADCF-49E0-A204-4087322F9EEC}">
      <dgm:prSet/>
      <dgm:spPr/>
      <dgm:t>
        <a:bodyPr/>
        <a:lstStyle/>
        <a:p>
          <a:endParaRPr lang="en-US" sz="2000"/>
        </a:p>
      </dgm:t>
    </dgm:pt>
    <dgm:pt modelId="{FF89142E-E7A9-4F10-B68A-24D6D8BE98CA}" type="sibTrans" cxnId="{2159B1BC-ADCF-49E0-A204-4087322F9EEC}">
      <dgm:prSet/>
      <dgm:spPr/>
      <dgm:t>
        <a:bodyPr/>
        <a:lstStyle/>
        <a:p>
          <a:endParaRPr lang="en-US" sz="2000"/>
        </a:p>
      </dgm:t>
    </dgm:pt>
    <dgm:pt modelId="{B1C0D57E-150F-43EA-AFBC-A57846C440AE}">
      <dgm:prSet phldrT="[Text]" phldr="1"/>
      <dgm:spPr/>
      <dgm:t>
        <a:bodyPr/>
        <a:lstStyle/>
        <a:p>
          <a:endParaRPr lang="en-US" sz="2000"/>
        </a:p>
      </dgm:t>
    </dgm:pt>
    <dgm:pt modelId="{BFC876AE-433F-42DD-99B1-20858D00069C}" type="parTrans" cxnId="{B1B6CAE7-AC73-4612-A6B7-F82F7FFBA5C0}">
      <dgm:prSet/>
      <dgm:spPr/>
      <dgm:t>
        <a:bodyPr/>
        <a:lstStyle/>
        <a:p>
          <a:endParaRPr lang="en-US" sz="2000"/>
        </a:p>
      </dgm:t>
    </dgm:pt>
    <dgm:pt modelId="{C8E85BB9-D35C-4B44-9716-34C98FC9631B}" type="sibTrans" cxnId="{B1B6CAE7-AC73-4612-A6B7-F82F7FFBA5C0}">
      <dgm:prSet/>
      <dgm:spPr/>
      <dgm:t>
        <a:bodyPr/>
        <a:lstStyle/>
        <a:p>
          <a:endParaRPr lang="en-US" sz="2000"/>
        </a:p>
      </dgm:t>
    </dgm:pt>
    <dgm:pt modelId="{E00A958A-321F-4EE9-9B8E-34C283F8AE10}">
      <dgm:prSet phldrT="[Text]" phldr="1"/>
      <dgm:spPr/>
      <dgm:t>
        <a:bodyPr/>
        <a:lstStyle/>
        <a:p>
          <a:endParaRPr lang="en-US" sz="2000"/>
        </a:p>
      </dgm:t>
    </dgm:pt>
    <dgm:pt modelId="{88BFD72E-8E2F-456E-A06B-45E0CCCA26E5}" type="parTrans" cxnId="{813D2D11-7B68-4899-871F-97B85EB9D727}">
      <dgm:prSet/>
      <dgm:spPr/>
      <dgm:t>
        <a:bodyPr/>
        <a:lstStyle/>
        <a:p>
          <a:endParaRPr lang="en-US" sz="2000"/>
        </a:p>
      </dgm:t>
    </dgm:pt>
    <dgm:pt modelId="{7DA906A9-F789-44FE-84A7-646FCE759878}" type="sibTrans" cxnId="{813D2D11-7B68-4899-871F-97B85EB9D727}">
      <dgm:prSet/>
      <dgm:spPr/>
      <dgm:t>
        <a:bodyPr/>
        <a:lstStyle/>
        <a:p>
          <a:endParaRPr lang="en-US" sz="2000"/>
        </a:p>
      </dgm:t>
    </dgm:pt>
    <dgm:pt modelId="{4FC2A7A1-DE0F-4F42-9B0F-882448A6DE85}">
      <dgm:prSet phldrT="[Text]" phldr="1"/>
      <dgm:spPr/>
      <dgm:t>
        <a:bodyPr/>
        <a:lstStyle/>
        <a:p>
          <a:endParaRPr lang="en-US" sz="2000"/>
        </a:p>
      </dgm:t>
    </dgm:pt>
    <dgm:pt modelId="{086758E9-48CC-4C16-AE85-8E6858AC11CD}" type="parTrans" cxnId="{08454602-FAF8-4BCA-A8DE-60C839576E2F}">
      <dgm:prSet/>
      <dgm:spPr/>
      <dgm:t>
        <a:bodyPr/>
        <a:lstStyle/>
        <a:p>
          <a:endParaRPr lang="en-US" sz="2000"/>
        </a:p>
      </dgm:t>
    </dgm:pt>
    <dgm:pt modelId="{D6884377-E091-49F9-ABDE-81572E1B234B}" type="sibTrans" cxnId="{08454602-FAF8-4BCA-A8DE-60C839576E2F}">
      <dgm:prSet/>
      <dgm:spPr/>
      <dgm:t>
        <a:bodyPr/>
        <a:lstStyle/>
        <a:p>
          <a:endParaRPr lang="en-US" sz="2000"/>
        </a:p>
      </dgm:t>
    </dgm:pt>
    <dgm:pt modelId="{3AA8D702-C6C0-40E0-BF44-242DF827954D}">
      <dgm:prSet phldrT="[Text]" phldr="1"/>
      <dgm:spPr/>
      <dgm:t>
        <a:bodyPr/>
        <a:lstStyle/>
        <a:p>
          <a:endParaRPr lang="en-US" sz="2000"/>
        </a:p>
      </dgm:t>
    </dgm:pt>
    <dgm:pt modelId="{662146CB-472F-43CF-A575-1F93FBB811AE}" type="parTrans" cxnId="{67EE29D6-205A-4824-B478-7AB0EDA836DD}">
      <dgm:prSet/>
      <dgm:spPr/>
      <dgm:t>
        <a:bodyPr/>
        <a:lstStyle/>
        <a:p>
          <a:endParaRPr lang="en-US" sz="2000"/>
        </a:p>
      </dgm:t>
    </dgm:pt>
    <dgm:pt modelId="{4810A2BC-E249-4BEB-B676-DAD4D07655BB}" type="sibTrans" cxnId="{67EE29D6-205A-4824-B478-7AB0EDA836DD}">
      <dgm:prSet/>
      <dgm:spPr/>
      <dgm:t>
        <a:bodyPr/>
        <a:lstStyle/>
        <a:p>
          <a:endParaRPr lang="en-US" sz="2000"/>
        </a:p>
      </dgm:t>
    </dgm:pt>
    <dgm:pt modelId="{CCC2FF07-7CC6-4180-9F94-E5677E9F3C8D}">
      <dgm:prSet phldrT="[Text]" phldr="1"/>
      <dgm:spPr/>
      <dgm:t>
        <a:bodyPr/>
        <a:lstStyle/>
        <a:p>
          <a:endParaRPr lang="en-US" sz="2000"/>
        </a:p>
      </dgm:t>
    </dgm:pt>
    <dgm:pt modelId="{6438BA17-ECC7-4094-9302-050A54F1C3FA}" type="parTrans" cxnId="{3B8D5528-C623-4D95-8D5C-72B8E8F31E8E}">
      <dgm:prSet/>
      <dgm:spPr/>
      <dgm:t>
        <a:bodyPr/>
        <a:lstStyle/>
        <a:p>
          <a:endParaRPr lang="en-US" sz="2000"/>
        </a:p>
      </dgm:t>
    </dgm:pt>
    <dgm:pt modelId="{D5050052-E734-4B47-90DB-A7B66D05BD65}" type="sibTrans" cxnId="{3B8D5528-C623-4D95-8D5C-72B8E8F31E8E}">
      <dgm:prSet/>
      <dgm:spPr/>
      <dgm:t>
        <a:bodyPr/>
        <a:lstStyle/>
        <a:p>
          <a:endParaRPr lang="en-US" sz="2000"/>
        </a:p>
      </dgm:t>
    </dgm:pt>
    <dgm:pt modelId="{5994AB67-2004-46C0-94F3-499FE33258A4}">
      <dgm:prSet/>
      <dgm:spPr/>
      <dgm:t>
        <a:bodyPr/>
        <a:lstStyle/>
        <a:p>
          <a:endParaRPr lang="en-US" sz="2000"/>
        </a:p>
      </dgm:t>
    </dgm:pt>
    <dgm:pt modelId="{2DE00FCD-F847-40D6-BFAB-0ACC46833FA9}" type="parTrans" cxnId="{C995C493-7845-4B5D-A0A2-D377DB849450}">
      <dgm:prSet/>
      <dgm:spPr/>
      <dgm:t>
        <a:bodyPr/>
        <a:lstStyle/>
        <a:p>
          <a:endParaRPr lang="en-US" sz="2000"/>
        </a:p>
      </dgm:t>
    </dgm:pt>
    <dgm:pt modelId="{F90FD876-7F93-4D98-947D-764108593266}" type="sibTrans" cxnId="{C995C493-7845-4B5D-A0A2-D377DB849450}">
      <dgm:prSet/>
      <dgm:spPr/>
      <dgm:t>
        <a:bodyPr/>
        <a:lstStyle/>
        <a:p>
          <a:endParaRPr lang="en-US" sz="2000"/>
        </a:p>
      </dgm:t>
    </dgm:pt>
    <dgm:pt modelId="{A4C0C69F-914A-4B5D-A102-C530EA005709}">
      <dgm:prSet/>
      <dgm:spPr/>
      <dgm:t>
        <a:bodyPr/>
        <a:lstStyle/>
        <a:p>
          <a:endParaRPr lang="en-US" sz="2000"/>
        </a:p>
      </dgm:t>
    </dgm:pt>
    <dgm:pt modelId="{F2797389-0ABD-441B-AAF2-52965DA8D038}" type="parTrans" cxnId="{129A18E5-AAE3-4EB6-9AE5-16FD267935F3}">
      <dgm:prSet/>
      <dgm:spPr/>
      <dgm:t>
        <a:bodyPr/>
        <a:lstStyle/>
        <a:p>
          <a:endParaRPr lang="en-US" sz="2000"/>
        </a:p>
      </dgm:t>
    </dgm:pt>
    <dgm:pt modelId="{2ED5F34E-0B01-4126-B6FF-0D595E8E5903}" type="sibTrans" cxnId="{129A18E5-AAE3-4EB6-9AE5-16FD267935F3}">
      <dgm:prSet/>
      <dgm:spPr/>
      <dgm:t>
        <a:bodyPr/>
        <a:lstStyle/>
        <a:p>
          <a:endParaRPr lang="en-US" sz="2000"/>
        </a:p>
      </dgm:t>
    </dgm:pt>
    <dgm:pt modelId="{43C8661F-1E86-4392-98DE-AB8A5BBB03B5}">
      <dgm:prSet phldrT="[Text]" phldr="1"/>
      <dgm:spPr/>
      <dgm:t>
        <a:bodyPr/>
        <a:lstStyle/>
        <a:p>
          <a:endParaRPr lang="en-US" sz="2000"/>
        </a:p>
      </dgm:t>
    </dgm:pt>
    <dgm:pt modelId="{740F9770-56BF-40F2-9CEE-F479A4D8D661}" type="parTrans" cxnId="{F703DC6F-2D75-46D3-89D7-3442FF0C09A9}">
      <dgm:prSet/>
      <dgm:spPr/>
      <dgm:t>
        <a:bodyPr/>
        <a:lstStyle/>
        <a:p>
          <a:endParaRPr lang="en-US" sz="2000"/>
        </a:p>
      </dgm:t>
    </dgm:pt>
    <dgm:pt modelId="{3C3A158E-A205-4D5B-9FDB-2A8C118795BC}" type="sibTrans" cxnId="{F703DC6F-2D75-46D3-89D7-3442FF0C09A9}">
      <dgm:prSet/>
      <dgm:spPr/>
      <dgm:t>
        <a:bodyPr/>
        <a:lstStyle/>
        <a:p>
          <a:endParaRPr lang="en-US" sz="2000"/>
        </a:p>
      </dgm:t>
    </dgm:pt>
    <dgm:pt modelId="{420D0269-59F9-4F46-ABB6-979DF01AB499}">
      <dgm:prSet phldrT="[Text]" phldr="1"/>
      <dgm:spPr/>
      <dgm:t>
        <a:bodyPr/>
        <a:lstStyle/>
        <a:p>
          <a:endParaRPr lang="en-US" sz="2000"/>
        </a:p>
      </dgm:t>
    </dgm:pt>
    <dgm:pt modelId="{7B86B54E-AEA2-4A8B-8FAF-A8A26B60B02A}" type="parTrans" cxnId="{8EFC9ADB-123B-4A60-AF85-F04827D99B00}">
      <dgm:prSet/>
      <dgm:spPr/>
      <dgm:t>
        <a:bodyPr/>
        <a:lstStyle/>
        <a:p>
          <a:endParaRPr lang="en-US" sz="2000"/>
        </a:p>
      </dgm:t>
    </dgm:pt>
    <dgm:pt modelId="{08BBD988-146D-4019-ABAE-284F9A8BEE6B}" type="sibTrans" cxnId="{8EFC9ADB-123B-4A60-AF85-F04827D99B00}">
      <dgm:prSet/>
      <dgm:spPr/>
      <dgm:t>
        <a:bodyPr/>
        <a:lstStyle/>
        <a:p>
          <a:endParaRPr lang="en-US" sz="2000"/>
        </a:p>
      </dgm:t>
    </dgm:pt>
    <dgm:pt modelId="{676374AA-3E4E-4F70-9A3E-C3D6D99C2735}" type="pres">
      <dgm:prSet presAssocID="{BDB06CB9-D7C9-4FF6-B7A4-005C59E6C54F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D502A3B2-CA7E-455C-B434-B4F2F65160FA}" type="pres">
      <dgm:prSet presAssocID="{14850492-A674-475C-92E7-0F58146B1E6D}" presName="singleCycle" presStyleCnt="0"/>
      <dgm:spPr/>
    </dgm:pt>
    <dgm:pt modelId="{778460FF-B6E1-4DB3-8489-85F3EEA13A99}" type="pres">
      <dgm:prSet presAssocID="{14850492-A674-475C-92E7-0F58146B1E6D}" presName="singleCenter" presStyleLbl="node1" presStyleIdx="0" presStyleCnt="8" custScaleX="123123" custScaleY="128238">
        <dgm:presLayoutVars>
          <dgm:chMax val="7"/>
          <dgm:chPref val="7"/>
        </dgm:presLayoutVars>
      </dgm:prSet>
      <dgm:spPr/>
    </dgm:pt>
    <dgm:pt modelId="{5CF76A41-DF6E-4178-B8E7-D10090304509}" type="pres">
      <dgm:prSet presAssocID="{8683FD4C-EE7D-4FB7-9953-869335A7D149}" presName="Name56" presStyleLbl="parChTrans1D2" presStyleIdx="0" presStyleCnt="7"/>
      <dgm:spPr/>
    </dgm:pt>
    <dgm:pt modelId="{2D2DB07E-3BA7-4227-926F-2237C11D4B33}" type="pres">
      <dgm:prSet presAssocID="{2BC2F6C5-E5DE-4F27-A794-DC4E1B00CD0D}" presName="text0" presStyleLbl="node1" presStyleIdx="1" presStyleCnt="8" custScaleX="142205">
        <dgm:presLayoutVars>
          <dgm:bulletEnabled val="1"/>
        </dgm:presLayoutVars>
      </dgm:prSet>
      <dgm:spPr/>
    </dgm:pt>
    <dgm:pt modelId="{03BA4DFA-A0EC-4BB1-8D9F-E6D9BE1BF20F}" type="pres">
      <dgm:prSet presAssocID="{359C70A9-5A32-4E43-B08C-BBD0EDE6AA1F}" presName="Name56" presStyleLbl="parChTrans1D2" presStyleIdx="1" presStyleCnt="7"/>
      <dgm:spPr/>
    </dgm:pt>
    <dgm:pt modelId="{9421846D-8AE9-4D7C-A0C5-5DEC1B662C56}" type="pres">
      <dgm:prSet presAssocID="{6CC171A1-32B4-4608-8BB6-0FFE54943E41}" presName="text0" presStyleLbl="node1" presStyleIdx="2" presStyleCnt="8" custScaleX="148336" custScaleY="103981" custRadScaleRad="144096" custRadScaleInc="33374">
        <dgm:presLayoutVars>
          <dgm:bulletEnabled val="1"/>
        </dgm:presLayoutVars>
      </dgm:prSet>
      <dgm:spPr/>
    </dgm:pt>
    <dgm:pt modelId="{F721946E-3220-4F22-96DB-5DB4B5F8E458}" type="pres">
      <dgm:prSet presAssocID="{BD9DDAC2-ADEF-4903-AD3C-64A903A94C3E}" presName="Name56" presStyleLbl="parChTrans1D2" presStyleIdx="2" presStyleCnt="7"/>
      <dgm:spPr/>
    </dgm:pt>
    <dgm:pt modelId="{550FB6A9-1548-4D5E-87AC-E73DDAF045B0}" type="pres">
      <dgm:prSet presAssocID="{58FA6834-0A80-4BA3-B006-F9B34095D70B}" presName="text0" presStyleLbl="node1" presStyleIdx="3" presStyleCnt="8" custScaleX="154677" custScaleY="126724" custRadScaleRad="132516" custRadScaleInc="3457">
        <dgm:presLayoutVars>
          <dgm:bulletEnabled val="1"/>
        </dgm:presLayoutVars>
      </dgm:prSet>
      <dgm:spPr/>
    </dgm:pt>
    <dgm:pt modelId="{26B4D514-278A-4949-A50A-C689224CDCC0}" type="pres">
      <dgm:prSet presAssocID="{E1F20DA7-C3DE-4F84-A58D-0860F3C5BF4A}" presName="Name56" presStyleLbl="parChTrans1D2" presStyleIdx="3" presStyleCnt="7"/>
      <dgm:spPr/>
    </dgm:pt>
    <dgm:pt modelId="{DE391C7D-2613-44FA-A749-0156AE7BF127}" type="pres">
      <dgm:prSet presAssocID="{E5B4299C-351B-4348-8117-26FFCB17AEA6}" presName="text0" presStyleLbl="node1" presStyleIdx="4" presStyleCnt="8" custScaleX="148281" custScaleY="103778" custRadScaleRad="103933" custRadScaleInc="-6451">
        <dgm:presLayoutVars>
          <dgm:bulletEnabled val="1"/>
        </dgm:presLayoutVars>
      </dgm:prSet>
      <dgm:spPr/>
    </dgm:pt>
    <dgm:pt modelId="{D41EA6AD-B733-49E9-AF19-E72E7705EE4A}" type="pres">
      <dgm:prSet presAssocID="{4520C683-D042-43D2-B478-15FEC7D1C14E}" presName="Name56" presStyleLbl="parChTrans1D2" presStyleIdx="4" presStyleCnt="7"/>
      <dgm:spPr/>
    </dgm:pt>
    <dgm:pt modelId="{ED819DA5-ED5F-48B7-9A42-36E24F77F942}" type="pres">
      <dgm:prSet presAssocID="{5B6C5035-2869-48CD-A740-797BAACB63A4}" presName="text0" presStyleLbl="node1" presStyleIdx="5" presStyleCnt="8" custScaleX="154197" custScaleY="104384" custRadScaleRad="114526" custRadScaleInc="32263">
        <dgm:presLayoutVars>
          <dgm:bulletEnabled val="1"/>
        </dgm:presLayoutVars>
      </dgm:prSet>
      <dgm:spPr/>
    </dgm:pt>
    <dgm:pt modelId="{27526F24-BBCC-48C2-8DA0-93919A15231D}" type="pres">
      <dgm:prSet presAssocID="{58A0DF94-433F-44BB-9407-0A48AEB5AD95}" presName="Name56" presStyleLbl="parChTrans1D2" presStyleIdx="5" presStyleCnt="7"/>
      <dgm:spPr/>
    </dgm:pt>
    <dgm:pt modelId="{5188DDC7-8354-4C7B-9B7E-C9B183E682F7}" type="pres">
      <dgm:prSet presAssocID="{88697885-EF77-4BDE-BFDB-817CE6EA46FB}" presName="text0" presStyleLbl="node1" presStyleIdx="6" presStyleCnt="8" custScaleX="150439" custScaleY="126129" custRadScaleRad="125795" custRadScaleInc="21414">
        <dgm:presLayoutVars>
          <dgm:bulletEnabled val="1"/>
        </dgm:presLayoutVars>
      </dgm:prSet>
      <dgm:spPr/>
    </dgm:pt>
    <dgm:pt modelId="{C3775A79-0A54-491A-B336-6B244439DD36}" type="pres">
      <dgm:prSet presAssocID="{7DD4C03C-106E-4FF4-96AA-BD7B01E2C349}" presName="Name56" presStyleLbl="parChTrans1D2" presStyleIdx="6" presStyleCnt="7"/>
      <dgm:spPr/>
    </dgm:pt>
    <dgm:pt modelId="{A7A0791F-A1FF-475B-BF07-8F4C01113648}" type="pres">
      <dgm:prSet presAssocID="{6B1C4B67-6284-4DB2-B03A-4A2C5CC24B09}" presName="text0" presStyleLbl="node1" presStyleIdx="7" presStyleCnt="8" custScaleX="153573" custScaleY="115121" custRadScaleRad="134369" custRadScaleInc="-19639">
        <dgm:presLayoutVars>
          <dgm:bulletEnabled val="1"/>
        </dgm:presLayoutVars>
      </dgm:prSet>
      <dgm:spPr/>
    </dgm:pt>
  </dgm:ptLst>
  <dgm:cxnLst>
    <dgm:cxn modelId="{08454602-FAF8-4BCA-A8DE-60C839576E2F}" srcId="{14850492-A674-475C-92E7-0F58146B1E6D}" destId="{4FC2A7A1-DE0F-4F42-9B0F-882448A6DE85}" srcOrd="8" destOrd="0" parTransId="{086758E9-48CC-4C16-AE85-8E6858AC11CD}" sibTransId="{D6884377-E091-49F9-ABDE-81572E1B234B}"/>
    <dgm:cxn modelId="{00674707-85B2-4A34-AF90-F74792AD304B}" srcId="{14850492-A674-475C-92E7-0F58146B1E6D}" destId="{6B1C4B67-6284-4DB2-B03A-4A2C5CC24B09}" srcOrd="6" destOrd="0" parTransId="{7DD4C03C-106E-4FF4-96AA-BD7B01E2C349}" sibTransId="{E18E9360-7AA7-43B4-836A-633F35A19E49}"/>
    <dgm:cxn modelId="{813D2D11-7B68-4899-871F-97B85EB9D727}" srcId="{14850492-A674-475C-92E7-0F58146B1E6D}" destId="{E00A958A-321F-4EE9-9B8E-34C283F8AE10}" srcOrd="11" destOrd="0" parTransId="{88BFD72E-8E2F-456E-A06B-45E0CCCA26E5}" sibTransId="{7DA906A9-F789-44FE-84A7-646FCE759878}"/>
    <dgm:cxn modelId="{1423A215-DC79-4180-B6B6-340DC5A66C70}" type="presOf" srcId="{4520C683-D042-43D2-B478-15FEC7D1C14E}" destId="{D41EA6AD-B733-49E9-AF19-E72E7705EE4A}" srcOrd="0" destOrd="0" presId="urn:microsoft.com/office/officeart/2008/layout/RadialCluster"/>
    <dgm:cxn modelId="{7E1CBF25-2C75-4C6A-8BDC-4D64BE3FA97B}" srcId="{14850492-A674-475C-92E7-0F58146B1E6D}" destId="{2BC2F6C5-E5DE-4F27-A794-DC4E1B00CD0D}" srcOrd="0" destOrd="0" parTransId="{8683FD4C-EE7D-4FB7-9953-869335A7D149}" sibTransId="{4F94BF87-7795-4423-AF58-814470744C90}"/>
    <dgm:cxn modelId="{3B8D5528-C623-4D95-8D5C-72B8E8F31E8E}" srcId="{14850492-A674-475C-92E7-0F58146B1E6D}" destId="{CCC2FF07-7CC6-4180-9F94-E5677E9F3C8D}" srcOrd="10" destOrd="0" parTransId="{6438BA17-ECC7-4094-9302-050A54F1C3FA}" sibTransId="{D5050052-E734-4B47-90DB-A7B66D05BD65}"/>
    <dgm:cxn modelId="{14F1E52A-386D-45D5-A5E2-BD807C555BE6}" type="presOf" srcId="{BD9DDAC2-ADEF-4903-AD3C-64A903A94C3E}" destId="{F721946E-3220-4F22-96DB-5DB4B5F8E458}" srcOrd="0" destOrd="0" presId="urn:microsoft.com/office/officeart/2008/layout/RadialCluster"/>
    <dgm:cxn modelId="{EBF8FB2D-E1C5-4065-AA31-442FA96B5867}" type="presOf" srcId="{BDB06CB9-D7C9-4FF6-B7A4-005C59E6C54F}" destId="{676374AA-3E4E-4F70-9A3E-C3D6D99C2735}" srcOrd="0" destOrd="0" presId="urn:microsoft.com/office/officeart/2008/layout/RadialCluster"/>
    <dgm:cxn modelId="{5593312E-B210-4759-BDB3-45EEDF7F67FF}" type="presOf" srcId="{7DD4C03C-106E-4FF4-96AA-BD7B01E2C349}" destId="{C3775A79-0A54-491A-B336-6B244439DD36}" srcOrd="0" destOrd="0" presId="urn:microsoft.com/office/officeart/2008/layout/RadialCluster"/>
    <dgm:cxn modelId="{4FC4EC3C-D8A8-491E-A874-079F7B79CA52}" type="presOf" srcId="{58FA6834-0A80-4BA3-B006-F9B34095D70B}" destId="{550FB6A9-1548-4D5E-87AC-E73DDAF045B0}" srcOrd="0" destOrd="0" presId="urn:microsoft.com/office/officeart/2008/layout/RadialCluster"/>
    <dgm:cxn modelId="{56FDBD3F-BD1F-4421-8836-F34E26DA7584}" type="presOf" srcId="{88697885-EF77-4BDE-BFDB-817CE6EA46FB}" destId="{5188DDC7-8354-4C7B-9B7E-C9B183E682F7}" srcOrd="0" destOrd="0" presId="urn:microsoft.com/office/officeart/2008/layout/RadialCluster"/>
    <dgm:cxn modelId="{9DAF7F42-EE39-48D0-A7EE-40A4FA846D52}" type="presOf" srcId="{14850492-A674-475C-92E7-0F58146B1E6D}" destId="{778460FF-B6E1-4DB3-8489-85F3EEA13A99}" srcOrd="0" destOrd="0" presId="urn:microsoft.com/office/officeart/2008/layout/RadialCluster"/>
    <dgm:cxn modelId="{77E47C68-8BF8-4BE4-929F-8B52F00B4B8E}" srcId="{14850492-A674-475C-92E7-0F58146B1E6D}" destId="{58FA6834-0A80-4BA3-B006-F9B34095D70B}" srcOrd="2" destOrd="0" parTransId="{BD9DDAC2-ADEF-4903-AD3C-64A903A94C3E}" sibTransId="{9E2A151E-8800-434A-901D-157B6C67E002}"/>
    <dgm:cxn modelId="{7B4F004A-E679-46D5-AF8B-DB4F790D7111}" srcId="{BDB06CB9-D7C9-4FF6-B7A4-005C59E6C54F}" destId="{66ADB93D-A2DC-44AD-8C69-78028D8E3841}" srcOrd="1" destOrd="0" parTransId="{C2F19775-9084-46D2-BB78-C5EC046E79E7}" sibTransId="{DD384177-F44D-4BAA-9350-1BFE830F9C40}"/>
    <dgm:cxn modelId="{D6DE3B6A-9872-40ED-B07A-B72AFD637733}" type="presOf" srcId="{8683FD4C-EE7D-4FB7-9953-869335A7D149}" destId="{5CF76A41-DF6E-4178-B8E7-D10090304509}" srcOrd="0" destOrd="0" presId="urn:microsoft.com/office/officeart/2008/layout/RadialCluster"/>
    <dgm:cxn modelId="{F703DC6F-2D75-46D3-89D7-3442FF0C09A9}" srcId="{14850492-A674-475C-92E7-0F58146B1E6D}" destId="{43C8661F-1E86-4392-98DE-AB8A5BBB03B5}" srcOrd="7" destOrd="0" parTransId="{740F9770-56BF-40F2-9CEE-F479A4D8D661}" sibTransId="{3C3A158E-A205-4D5B-9FDB-2A8C118795BC}"/>
    <dgm:cxn modelId="{D8579370-ACC0-42FF-9A7B-F0562DEB07C0}" type="presOf" srcId="{2BC2F6C5-E5DE-4F27-A794-DC4E1B00CD0D}" destId="{2D2DB07E-3BA7-4227-926F-2237C11D4B33}" srcOrd="0" destOrd="0" presId="urn:microsoft.com/office/officeart/2008/layout/RadialCluster"/>
    <dgm:cxn modelId="{5D1C9F57-34EF-47DB-A8B9-79EB87EEC67F}" srcId="{BDB06CB9-D7C9-4FF6-B7A4-005C59E6C54F}" destId="{14850492-A674-475C-92E7-0F58146B1E6D}" srcOrd="0" destOrd="0" parTransId="{5DB89C9A-3B54-4C73-A98C-E60F57334E06}" sibTransId="{884B96D9-2EA7-4343-8B60-21FFFD08A571}"/>
    <dgm:cxn modelId="{4296477A-19AA-49A4-AF14-E771299BA1CD}" srcId="{14850492-A674-475C-92E7-0F58146B1E6D}" destId="{5B6C5035-2869-48CD-A740-797BAACB63A4}" srcOrd="4" destOrd="0" parTransId="{4520C683-D042-43D2-B478-15FEC7D1C14E}" sibTransId="{2F2A22AE-0712-48C7-8129-187D6B6E339C}"/>
    <dgm:cxn modelId="{D209AF7B-B034-430B-B1AD-CAAB49E8BF6D}" type="presOf" srcId="{58A0DF94-433F-44BB-9407-0A48AEB5AD95}" destId="{27526F24-BBCC-48C2-8DA0-93919A15231D}" srcOrd="0" destOrd="0" presId="urn:microsoft.com/office/officeart/2008/layout/RadialCluster"/>
    <dgm:cxn modelId="{58FFC38B-1E4E-4DCE-B97C-98A842F1D60D}" type="presOf" srcId="{5B6C5035-2869-48CD-A740-797BAACB63A4}" destId="{ED819DA5-ED5F-48B7-9A42-36E24F77F942}" srcOrd="0" destOrd="0" presId="urn:microsoft.com/office/officeart/2008/layout/RadialCluster"/>
    <dgm:cxn modelId="{C995C493-7845-4B5D-A0A2-D377DB849450}" srcId="{BDB06CB9-D7C9-4FF6-B7A4-005C59E6C54F}" destId="{5994AB67-2004-46C0-94F3-499FE33258A4}" srcOrd="2" destOrd="0" parTransId="{2DE00FCD-F847-40D6-BFAB-0ACC46833FA9}" sibTransId="{F90FD876-7F93-4D98-947D-764108593266}"/>
    <dgm:cxn modelId="{D2E429AF-963A-4511-904A-CD0A0FF739DC}" type="presOf" srcId="{6B1C4B67-6284-4DB2-B03A-4A2C5CC24B09}" destId="{A7A0791F-A1FF-475B-BF07-8F4C01113648}" srcOrd="0" destOrd="0" presId="urn:microsoft.com/office/officeart/2008/layout/RadialCluster"/>
    <dgm:cxn modelId="{BBD3CBB4-F64D-492A-8E65-5116D0975655}" type="presOf" srcId="{E5B4299C-351B-4348-8117-26FFCB17AEA6}" destId="{DE391C7D-2613-44FA-A749-0156AE7BF127}" srcOrd="0" destOrd="0" presId="urn:microsoft.com/office/officeart/2008/layout/RadialCluster"/>
    <dgm:cxn modelId="{988462BB-D9E0-494D-B4EF-3DA875699EC6}" srcId="{14850492-A674-475C-92E7-0F58146B1E6D}" destId="{B6C8C87D-5945-4563-9B00-F1E8CA4F4622}" srcOrd="13" destOrd="0" parTransId="{AA29F9CE-2890-43D1-83DB-058C0124A11D}" sibTransId="{24DEF90B-F2DF-4B8C-A7D5-2C2DDF22D186}"/>
    <dgm:cxn modelId="{2159B1BC-ADCF-49E0-A204-4087322F9EEC}" srcId="{14850492-A674-475C-92E7-0F58146B1E6D}" destId="{AA7A84B0-027E-413E-9617-30BAAEB1B584}" srcOrd="14" destOrd="0" parTransId="{2F03820E-46A6-49BE-9591-3EE0FCE82593}" sibTransId="{FF89142E-E7A9-4F10-B68A-24D6D8BE98CA}"/>
    <dgm:cxn modelId="{487919C4-5999-4CDE-BDF1-5CC2214226F6}" srcId="{14850492-A674-475C-92E7-0F58146B1E6D}" destId="{6CC171A1-32B4-4608-8BB6-0FFE54943E41}" srcOrd="1" destOrd="0" parTransId="{359C70A9-5A32-4E43-B08C-BBD0EDE6AA1F}" sibTransId="{691CDB7D-EE16-4F5B-8C40-9333A8046DFC}"/>
    <dgm:cxn modelId="{7FC95DC9-6CDF-4D00-8246-2590175482A0}" srcId="{14850492-A674-475C-92E7-0F58146B1E6D}" destId="{E5B4299C-351B-4348-8117-26FFCB17AEA6}" srcOrd="3" destOrd="0" parTransId="{E1F20DA7-C3DE-4F84-A58D-0860F3C5BF4A}" sibTransId="{99062255-51A5-4BB8-A758-B252CC776A8A}"/>
    <dgm:cxn modelId="{67EE29D6-205A-4824-B478-7AB0EDA836DD}" srcId="{14850492-A674-475C-92E7-0F58146B1E6D}" destId="{3AA8D702-C6C0-40E0-BF44-242DF827954D}" srcOrd="9" destOrd="0" parTransId="{662146CB-472F-43CF-A575-1F93FBB811AE}" sibTransId="{4810A2BC-E249-4BEB-B676-DAD4D07655BB}"/>
    <dgm:cxn modelId="{8EFC9ADB-123B-4A60-AF85-F04827D99B00}" srcId="{BDB06CB9-D7C9-4FF6-B7A4-005C59E6C54F}" destId="{420D0269-59F9-4F46-ABB6-979DF01AB499}" srcOrd="4" destOrd="0" parTransId="{7B86B54E-AEA2-4A8B-8FAF-A8A26B60B02A}" sibTransId="{08BBD988-146D-4019-ABAE-284F9A8BEE6B}"/>
    <dgm:cxn modelId="{2C012ADF-9270-4A77-BFCA-436CD16FE051}" type="presOf" srcId="{6CC171A1-32B4-4608-8BB6-0FFE54943E41}" destId="{9421846D-8AE9-4D7C-A0C5-5DEC1B662C56}" srcOrd="0" destOrd="0" presId="urn:microsoft.com/office/officeart/2008/layout/RadialCluster"/>
    <dgm:cxn modelId="{EE579EE3-D635-480A-9328-336948DB525A}" type="presOf" srcId="{E1F20DA7-C3DE-4F84-A58D-0860F3C5BF4A}" destId="{26B4D514-278A-4949-A50A-C689224CDCC0}" srcOrd="0" destOrd="0" presId="urn:microsoft.com/office/officeart/2008/layout/RadialCluster"/>
    <dgm:cxn modelId="{129A18E5-AAE3-4EB6-9AE5-16FD267935F3}" srcId="{BDB06CB9-D7C9-4FF6-B7A4-005C59E6C54F}" destId="{A4C0C69F-914A-4B5D-A102-C530EA005709}" srcOrd="3" destOrd="0" parTransId="{F2797389-0ABD-441B-AAF2-52965DA8D038}" sibTransId="{2ED5F34E-0B01-4126-B6FF-0D595E8E5903}"/>
    <dgm:cxn modelId="{B1B6CAE7-AC73-4612-A6B7-F82F7FFBA5C0}" srcId="{14850492-A674-475C-92E7-0F58146B1E6D}" destId="{B1C0D57E-150F-43EA-AFBC-A57846C440AE}" srcOrd="12" destOrd="0" parTransId="{BFC876AE-433F-42DD-99B1-20858D00069C}" sibTransId="{C8E85BB9-D35C-4B44-9716-34C98FC9631B}"/>
    <dgm:cxn modelId="{367EBAEC-3B9B-4E2C-9ACF-74DEDF71C005}" type="presOf" srcId="{359C70A9-5A32-4E43-B08C-BBD0EDE6AA1F}" destId="{03BA4DFA-A0EC-4BB1-8D9F-E6D9BE1BF20F}" srcOrd="0" destOrd="0" presId="urn:microsoft.com/office/officeart/2008/layout/RadialCluster"/>
    <dgm:cxn modelId="{3D9513ED-317D-4521-81AE-03E0B4CD237E}" srcId="{14850492-A674-475C-92E7-0F58146B1E6D}" destId="{88697885-EF77-4BDE-BFDB-817CE6EA46FB}" srcOrd="5" destOrd="0" parTransId="{58A0DF94-433F-44BB-9407-0A48AEB5AD95}" sibTransId="{0A0BEA30-CFDC-4570-84A2-8DBC8FF0A9D3}"/>
    <dgm:cxn modelId="{B3C92504-4BBC-46D0-B190-07B35EBD94E5}" type="presParOf" srcId="{676374AA-3E4E-4F70-9A3E-C3D6D99C2735}" destId="{D502A3B2-CA7E-455C-B434-B4F2F65160FA}" srcOrd="0" destOrd="0" presId="urn:microsoft.com/office/officeart/2008/layout/RadialCluster"/>
    <dgm:cxn modelId="{B8FFB11D-84EE-4E6F-9558-AD66BF8D8B2D}" type="presParOf" srcId="{D502A3B2-CA7E-455C-B434-B4F2F65160FA}" destId="{778460FF-B6E1-4DB3-8489-85F3EEA13A99}" srcOrd="0" destOrd="0" presId="urn:microsoft.com/office/officeart/2008/layout/RadialCluster"/>
    <dgm:cxn modelId="{B762E437-584C-4288-96D9-FDACFA671154}" type="presParOf" srcId="{D502A3B2-CA7E-455C-B434-B4F2F65160FA}" destId="{5CF76A41-DF6E-4178-B8E7-D10090304509}" srcOrd="1" destOrd="0" presId="urn:microsoft.com/office/officeart/2008/layout/RadialCluster"/>
    <dgm:cxn modelId="{60317C49-FD79-47B0-A5EE-F674F8DD5D9D}" type="presParOf" srcId="{D502A3B2-CA7E-455C-B434-B4F2F65160FA}" destId="{2D2DB07E-3BA7-4227-926F-2237C11D4B33}" srcOrd="2" destOrd="0" presId="urn:microsoft.com/office/officeart/2008/layout/RadialCluster"/>
    <dgm:cxn modelId="{409D2693-0C93-491D-AE6D-6393499DC37B}" type="presParOf" srcId="{D502A3B2-CA7E-455C-B434-B4F2F65160FA}" destId="{03BA4DFA-A0EC-4BB1-8D9F-E6D9BE1BF20F}" srcOrd="3" destOrd="0" presId="urn:microsoft.com/office/officeart/2008/layout/RadialCluster"/>
    <dgm:cxn modelId="{CAACDEFD-3D45-466A-AA94-58A89F64E00F}" type="presParOf" srcId="{D502A3B2-CA7E-455C-B434-B4F2F65160FA}" destId="{9421846D-8AE9-4D7C-A0C5-5DEC1B662C56}" srcOrd="4" destOrd="0" presId="urn:microsoft.com/office/officeart/2008/layout/RadialCluster"/>
    <dgm:cxn modelId="{B1A0096F-5770-46E6-9487-B80882323AD3}" type="presParOf" srcId="{D502A3B2-CA7E-455C-B434-B4F2F65160FA}" destId="{F721946E-3220-4F22-96DB-5DB4B5F8E458}" srcOrd="5" destOrd="0" presId="urn:microsoft.com/office/officeart/2008/layout/RadialCluster"/>
    <dgm:cxn modelId="{6A581F49-42EE-4B90-97C7-0EE95D81540F}" type="presParOf" srcId="{D502A3B2-CA7E-455C-B434-B4F2F65160FA}" destId="{550FB6A9-1548-4D5E-87AC-E73DDAF045B0}" srcOrd="6" destOrd="0" presId="urn:microsoft.com/office/officeart/2008/layout/RadialCluster"/>
    <dgm:cxn modelId="{30776AE1-4029-436A-9D6F-7152B5CE6D3C}" type="presParOf" srcId="{D502A3B2-CA7E-455C-B434-B4F2F65160FA}" destId="{26B4D514-278A-4949-A50A-C689224CDCC0}" srcOrd="7" destOrd="0" presId="urn:microsoft.com/office/officeart/2008/layout/RadialCluster"/>
    <dgm:cxn modelId="{FC47E5BE-C454-49BF-8C9D-CA9607AB3FEB}" type="presParOf" srcId="{D502A3B2-CA7E-455C-B434-B4F2F65160FA}" destId="{DE391C7D-2613-44FA-A749-0156AE7BF127}" srcOrd="8" destOrd="0" presId="urn:microsoft.com/office/officeart/2008/layout/RadialCluster"/>
    <dgm:cxn modelId="{E32446D3-A434-44AE-B05A-6B9CDC3B5157}" type="presParOf" srcId="{D502A3B2-CA7E-455C-B434-B4F2F65160FA}" destId="{D41EA6AD-B733-49E9-AF19-E72E7705EE4A}" srcOrd="9" destOrd="0" presId="urn:microsoft.com/office/officeart/2008/layout/RadialCluster"/>
    <dgm:cxn modelId="{22584E96-CBE5-4F5B-9A4F-54C843649DAB}" type="presParOf" srcId="{D502A3B2-CA7E-455C-B434-B4F2F65160FA}" destId="{ED819DA5-ED5F-48B7-9A42-36E24F77F942}" srcOrd="10" destOrd="0" presId="urn:microsoft.com/office/officeart/2008/layout/RadialCluster"/>
    <dgm:cxn modelId="{1654142D-FF51-49DE-9036-AB2F3D1BA16E}" type="presParOf" srcId="{D502A3B2-CA7E-455C-B434-B4F2F65160FA}" destId="{27526F24-BBCC-48C2-8DA0-93919A15231D}" srcOrd="11" destOrd="0" presId="urn:microsoft.com/office/officeart/2008/layout/RadialCluster"/>
    <dgm:cxn modelId="{4BFAFD4D-B150-4A0A-868C-65E89D0DA9E0}" type="presParOf" srcId="{D502A3B2-CA7E-455C-B434-B4F2F65160FA}" destId="{5188DDC7-8354-4C7B-9B7E-C9B183E682F7}" srcOrd="12" destOrd="0" presId="urn:microsoft.com/office/officeart/2008/layout/RadialCluster"/>
    <dgm:cxn modelId="{5A58BC5D-AA44-41DC-BEF3-EF9589343032}" type="presParOf" srcId="{D502A3B2-CA7E-455C-B434-B4F2F65160FA}" destId="{C3775A79-0A54-491A-B336-6B244439DD36}" srcOrd="13" destOrd="0" presId="urn:microsoft.com/office/officeart/2008/layout/RadialCluster"/>
    <dgm:cxn modelId="{02DE9560-987A-40EE-91CA-CF4F69F1D380}" type="presParOf" srcId="{D502A3B2-CA7E-455C-B434-B4F2F65160FA}" destId="{A7A0791F-A1FF-475B-BF07-8F4C01113648}" srcOrd="14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C5C6C96-A786-4269-BA0F-DFB5D8C54B23}" type="doc">
      <dgm:prSet loTypeId="urn:microsoft.com/office/officeart/2008/layout/PictureStrip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4507727-0DB8-43E0-8F2F-702606409F71}">
      <dgm:prSet phldrT="[Text]" custT="1"/>
      <dgm:spPr/>
      <dgm:t>
        <a:bodyPr/>
        <a:lstStyle/>
        <a:p>
          <a:r>
            <a:rPr lang="mn-MN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Үүрэг даалгавар, хийгдэх ажлууд тэдгээрийн үргэлжлэх хугацааг бичиж тэмдэглэж авна. </a:t>
          </a:r>
          <a:endParaRPr lang="en-US" sz="2400" dirty="0"/>
        </a:p>
      </dgm:t>
    </dgm:pt>
    <dgm:pt modelId="{91AA5D72-66BD-4350-928D-6F08740D0E8A}" type="parTrans" cxnId="{6423AEB9-004F-4610-983B-4CE1354F6BDC}">
      <dgm:prSet/>
      <dgm:spPr/>
      <dgm:t>
        <a:bodyPr/>
        <a:lstStyle/>
        <a:p>
          <a:endParaRPr lang="en-US" sz="2400"/>
        </a:p>
      </dgm:t>
    </dgm:pt>
    <dgm:pt modelId="{955BD892-540B-4F52-AE13-E72F71621B61}" type="sibTrans" cxnId="{6423AEB9-004F-4610-983B-4CE1354F6BDC}">
      <dgm:prSet/>
      <dgm:spPr/>
      <dgm:t>
        <a:bodyPr/>
        <a:lstStyle/>
        <a:p>
          <a:endParaRPr lang="en-US" sz="2400"/>
        </a:p>
      </dgm:t>
    </dgm:pt>
    <dgm:pt modelId="{1741B417-9B4B-4527-B87B-1DE0DFB6970D}">
      <dgm:prSet phldrT="[Text]" custT="1"/>
      <dgm:spPr/>
      <dgm:t>
        <a:bodyPr/>
        <a:lstStyle/>
        <a:p>
          <a:r>
            <a:rPr lang="mn-MN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Төлөвлөж буй ажлуудыг гүйцэтгэх хугацаа </a:t>
          </a:r>
          <a:endParaRPr lang="en-US" sz="2400" dirty="0"/>
        </a:p>
      </dgm:t>
    </dgm:pt>
    <dgm:pt modelId="{F9AA968F-B48F-4DCA-9B9B-041B56ADC808}" type="parTrans" cxnId="{9B5C40EA-BDB5-4DB7-9997-DD21AF9C0259}">
      <dgm:prSet/>
      <dgm:spPr/>
      <dgm:t>
        <a:bodyPr/>
        <a:lstStyle/>
        <a:p>
          <a:endParaRPr lang="en-US" sz="2400"/>
        </a:p>
      </dgm:t>
    </dgm:pt>
    <dgm:pt modelId="{416D0B0B-271F-45C2-B2A3-6CF10A636654}" type="sibTrans" cxnId="{9B5C40EA-BDB5-4DB7-9997-DD21AF9C0259}">
      <dgm:prSet/>
      <dgm:spPr/>
      <dgm:t>
        <a:bodyPr/>
        <a:lstStyle/>
        <a:p>
          <a:endParaRPr lang="en-US" sz="2400"/>
        </a:p>
      </dgm:t>
    </dgm:pt>
    <dgm:pt modelId="{2828DD1E-66E5-4520-B678-8D303924141C}">
      <dgm:prSet phldrT="[Text]" custT="1"/>
      <dgm:spPr/>
      <dgm:t>
        <a:bodyPr/>
        <a:lstStyle/>
        <a:p>
          <a:r>
            <a:rPr lang="mn-MN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Шийдвэр гаргах буюу тухайн ажлыг ямар дарааллаар хийх төлөвлөсөн цагийг хэмнэх үүрэг даалгавраа бусдад шилжүүлэх боломжуудын талаар эцсийн шийдвэр гаргах </a:t>
          </a:r>
          <a:endParaRPr lang="en-US" sz="2400" dirty="0"/>
        </a:p>
      </dgm:t>
    </dgm:pt>
    <dgm:pt modelId="{E929288B-6D4C-4681-AD7B-0A93812C5A09}" type="parTrans" cxnId="{DD1DE6BE-5FA5-4CF0-92F8-E5F44AEB18DE}">
      <dgm:prSet/>
      <dgm:spPr/>
      <dgm:t>
        <a:bodyPr/>
        <a:lstStyle/>
        <a:p>
          <a:endParaRPr lang="en-US" sz="2400"/>
        </a:p>
      </dgm:t>
    </dgm:pt>
    <dgm:pt modelId="{3E7D9F04-082C-4B5F-8E85-125986DE4761}" type="sibTrans" cxnId="{DD1DE6BE-5FA5-4CF0-92F8-E5F44AEB18DE}">
      <dgm:prSet/>
      <dgm:spPr/>
      <dgm:t>
        <a:bodyPr/>
        <a:lstStyle/>
        <a:p>
          <a:endParaRPr lang="en-US" sz="2400"/>
        </a:p>
      </dgm:t>
    </dgm:pt>
    <dgm:pt modelId="{C72F2946-02B1-410B-B78A-F7C092341027}">
      <dgm:prSet phldrT="[Text]" custT="1"/>
      <dgm:spPr/>
      <dgm:t>
        <a:bodyPr/>
        <a:lstStyle/>
        <a:p>
          <a:r>
            <a:rPr lang="mn-MN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Эргэх холбоо буюу хяналт</a:t>
          </a:r>
          <a:r>
            <a: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mn-MN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биелэгдээгүй</a:t>
          </a:r>
          <a:r>
            <a: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mn-MN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зүйлст анхаарах</a:t>
          </a:r>
          <a:endParaRPr lang="en-US" sz="2400" dirty="0"/>
        </a:p>
      </dgm:t>
    </dgm:pt>
    <dgm:pt modelId="{CBF44E8C-0E64-4215-9AAF-D033F8DFAEE7}" type="parTrans" cxnId="{DF4CE346-D196-4513-91A7-C7BCEFDB484D}">
      <dgm:prSet/>
      <dgm:spPr/>
      <dgm:t>
        <a:bodyPr/>
        <a:lstStyle/>
        <a:p>
          <a:endParaRPr lang="en-US" sz="2400"/>
        </a:p>
      </dgm:t>
    </dgm:pt>
    <dgm:pt modelId="{CC969267-9C90-4F50-B780-735A854CDA7B}" type="sibTrans" cxnId="{DF4CE346-D196-4513-91A7-C7BCEFDB484D}">
      <dgm:prSet/>
      <dgm:spPr/>
      <dgm:t>
        <a:bodyPr/>
        <a:lstStyle/>
        <a:p>
          <a:endParaRPr lang="en-US" sz="2400"/>
        </a:p>
      </dgm:t>
    </dgm:pt>
    <dgm:pt modelId="{E6FBF51A-DF1C-4903-B5B1-59C8BBABF571}" type="pres">
      <dgm:prSet presAssocID="{DC5C6C96-A786-4269-BA0F-DFB5D8C54B23}" presName="Name0" presStyleCnt="0">
        <dgm:presLayoutVars>
          <dgm:dir/>
          <dgm:resizeHandles val="exact"/>
        </dgm:presLayoutVars>
      </dgm:prSet>
      <dgm:spPr/>
    </dgm:pt>
    <dgm:pt modelId="{0C4EB7AC-8A9C-4DB7-BE84-8B69049A119B}" type="pres">
      <dgm:prSet presAssocID="{F4507727-0DB8-43E0-8F2F-702606409F71}" presName="composite" presStyleCnt="0"/>
      <dgm:spPr/>
    </dgm:pt>
    <dgm:pt modelId="{38972D70-481E-45A9-85E2-DD7F5C5457D8}" type="pres">
      <dgm:prSet presAssocID="{F4507727-0DB8-43E0-8F2F-702606409F71}" presName="rect1" presStyleLbl="trAlignAcc1" presStyleIdx="0" presStyleCnt="4" custLinFactNeighborX="1461" custLinFactNeighborY="-33646">
        <dgm:presLayoutVars>
          <dgm:bulletEnabled val="1"/>
        </dgm:presLayoutVars>
      </dgm:prSet>
      <dgm:spPr/>
    </dgm:pt>
    <dgm:pt modelId="{555F1351-CBA6-4F2F-92F0-A959D2DA7BFE}" type="pres">
      <dgm:prSet presAssocID="{F4507727-0DB8-43E0-8F2F-702606409F71}" presName="rect2" presStyleLbl="fgImgPlace1" presStyleIdx="0" presStyleCnt="4" custLinFactNeighborX="2828" custLinFactNeighborY="-34356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</dgm:pt>
    <dgm:pt modelId="{22D0495E-EFAF-415F-B348-DCA79A19C7F8}" type="pres">
      <dgm:prSet presAssocID="{955BD892-540B-4F52-AE13-E72F71621B61}" presName="sibTrans" presStyleCnt="0"/>
      <dgm:spPr/>
    </dgm:pt>
    <dgm:pt modelId="{2FED4CE2-164D-499B-BC45-EE854BDAAB62}" type="pres">
      <dgm:prSet presAssocID="{1741B417-9B4B-4527-B87B-1DE0DFB6970D}" presName="composite" presStyleCnt="0"/>
      <dgm:spPr/>
    </dgm:pt>
    <dgm:pt modelId="{B43BB4D3-6AD3-47A4-A1F1-CA1C3552B775}" type="pres">
      <dgm:prSet presAssocID="{1741B417-9B4B-4527-B87B-1DE0DFB6970D}" presName="rect1" presStyleLbl="trAlignAcc1" presStyleIdx="1" presStyleCnt="4" custScaleY="105212" custLinFactNeighborX="289" custLinFactNeighborY="-37411">
        <dgm:presLayoutVars>
          <dgm:bulletEnabled val="1"/>
        </dgm:presLayoutVars>
      </dgm:prSet>
      <dgm:spPr/>
    </dgm:pt>
    <dgm:pt modelId="{35A60742-432A-4410-BE09-FF5D3675AC90}" type="pres">
      <dgm:prSet presAssocID="{1741B417-9B4B-4527-B87B-1DE0DFB6970D}" presName="rect2" presStyleLbl="fgImgPlace1" presStyleIdx="1" presStyleCnt="4" custLinFactNeighborX="5726" custLinFactNeighborY="-26085"/>
      <dgm:spPr>
        <a:blipFill rotWithShape="1">
          <a:blip xmlns:r="http://schemas.openxmlformats.org/officeDocument/2006/relationships" r:embed="rId2"/>
          <a:stretch>
            <a:fillRect/>
          </a:stretch>
        </a:blipFill>
      </dgm:spPr>
    </dgm:pt>
    <dgm:pt modelId="{2F538D89-D5A6-4595-813F-9B029723228F}" type="pres">
      <dgm:prSet presAssocID="{416D0B0B-271F-45C2-B2A3-6CF10A636654}" presName="sibTrans" presStyleCnt="0"/>
      <dgm:spPr/>
    </dgm:pt>
    <dgm:pt modelId="{F877121D-6684-45EB-A05F-72C97ED0D5C6}" type="pres">
      <dgm:prSet presAssocID="{2828DD1E-66E5-4520-B678-8D303924141C}" presName="composite" presStyleCnt="0"/>
      <dgm:spPr/>
    </dgm:pt>
    <dgm:pt modelId="{6294A40C-80EC-4023-92C7-996666329C23}" type="pres">
      <dgm:prSet presAssocID="{2828DD1E-66E5-4520-B678-8D303924141C}" presName="rect1" presStyleLbl="trAlignAcc1" presStyleIdx="2" presStyleCnt="4" custScaleY="154362">
        <dgm:presLayoutVars>
          <dgm:bulletEnabled val="1"/>
        </dgm:presLayoutVars>
      </dgm:prSet>
      <dgm:spPr/>
    </dgm:pt>
    <dgm:pt modelId="{F51F648E-851F-4524-847B-1F4B57DED364}" type="pres">
      <dgm:prSet presAssocID="{2828DD1E-66E5-4520-B678-8D303924141C}" presName="rect2" presStyleLbl="fgImgPlace1" presStyleIdx="2" presStyleCnt="4"/>
      <dgm:spPr>
        <a:blipFill rotWithShape="1">
          <a:blip xmlns:r="http://schemas.openxmlformats.org/officeDocument/2006/relationships" r:embed="rId3"/>
          <a:stretch>
            <a:fillRect/>
          </a:stretch>
        </a:blipFill>
      </dgm:spPr>
    </dgm:pt>
    <dgm:pt modelId="{7841E041-5127-4B21-AF1D-7BFB7584FF03}" type="pres">
      <dgm:prSet presAssocID="{3E7D9F04-082C-4B5F-8E85-125986DE4761}" presName="sibTrans" presStyleCnt="0"/>
      <dgm:spPr/>
    </dgm:pt>
    <dgm:pt modelId="{D12AC589-562C-430D-A6D6-1A7B0C040326}" type="pres">
      <dgm:prSet presAssocID="{C72F2946-02B1-410B-B78A-F7C092341027}" presName="composite" presStyleCnt="0"/>
      <dgm:spPr/>
    </dgm:pt>
    <dgm:pt modelId="{982F9FAD-B563-4C0E-AA6A-D50270E42557}" type="pres">
      <dgm:prSet presAssocID="{C72F2946-02B1-410B-B78A-F7C092341027}" presName="rect1" presStyleLbl="trAlignAcc1" presStyleIdx="3" presStyleCnt="4" custScaleY="132919">
        <dgm:presLayoutVars>
          <dgm:bulletEnabled val="1"/>
        </dgm:presLayoutVars>
      </dgm:prSet>
      <dgm:spPr/>
    </dgm:pt>
    <dgm:pt modelId="{0F19A8C6-71F2-4BF7-BF30-D5A445BA99F7}" type="pres">
      <dgm:prSet presAssocID="{C72F2946-02B1-410B-B78A-F7C092341027}" presName="rect2" presStyleLbl="fgImgPlace1" presStyleIdx="3" presStyleCnt="4"/>
      <dgm:spPr>
        <a:blipFill rotWithShape="1">
          <a:blip xmlns:r="http://schemas.openxmlformats.org/officeDocument/2006/relationships" r:embed="rId4"/>
          <a:stretch>
            <a:fillRect/>
          </a:stretch>
        </a:blipFill>
      </dgm:spPr>
    </dgm:pt>
  </dgm:ptLst>
  <dgm:cxnLst>
    <dgm:cxn modelId="{9690550A-F875-4E99-A58E-F637890CBE1A}" type="presOf" srcId="{2828DD1E-66E5-4520-B678-8D303924141C}" destId="{6294A40C-80EC-4023-92C7-996666329C23}" srcOrd="0" destOrd="0" presId="urn:microsoft.com/office/officeart/2008/layout/PictureStrips"/>
    <dgm:cxn modelId="{DF4CE346-D196-4513-91A7-C7BCEFDB484D}" srcId="{DC5C6C96-A786-4269-BA0F-DFB5D8C54B23}" destId="{C72F2946-02B1-410B-B78A-F7C092341027}" srcOrd="3" destOrd="0" parTransId="{CBF44E8C-0E64-4215-9AAF-D033F8DFAEE7}" sibTransId="{CC969267-9C90-4F50-B780-735A854CDA7B}"/>
    <dgm:cxn modelId="{AF2A9468-5DBD-4A92-9111-E0F2BF07D595}" type="presOf" srcId="{1741B417-9B4B-4527-B87B-1DE0DFB6970D}" destId="{B43BB4D3-6AD3-47A4-A1F1-CA1C3552B775}" srcOrd="0" destOrd="0" presId="urn:microsoft.com/office/officeart/2008/layout/PictureStrips"/>
    <dgm:cxn modelId="{F4C6C16D-2395-4891-ABA6-63D8D4D878CA}" type="presOf" srcId="{C72F2946-02B1-410B-B78A-F7C092341027}" destId="{982F9FAD-B563-4C0E-AA6A-D50270E42557}" srcOrd="0" destOrd="0" presId="urn:microsoft.com/office/officeart/2008/layout/PictureStrips"/>
    <dgm:cxn modelId="{3A4A2356-E200-4CE2-9AAB-3A010EB24A1F}" type="presOf" srcId="{F4507727-0DB8-43E0-8F2F-702606409F71}" destId="{38972D70-481E-45A9-85E2-DD7F5C5457D8}" srcOrd="0" destOrd="0" presId="urn:microsoft.com/office/officeart/2008/layout/PictureStrips"/>
    <dgm:cxn modelId="{6423AEB9-004F-4610-983B-4CE1354F6BDC}" srcId="{DC5C6C96-A786-4269-BA0F-DFB5D8C54B23}" destId="{F4507727-0DB8-43E0-8F2F-702606409F71}" srcOrd="0" destOrd="0" parTransId="{91AA5D72-66BD-4350-928D-6F08740D0E8A}" sibTransId="{955BD892-540B-4F52-AE13-E72F71621B61}"/>
    <dgm:cxn modelId="{DD1DE6BE-5FA5-4CF0-92F8-E5F44AEB18DE}" srcId="{DC5C6C96-A786-4269-BA0F-DFB5D8C54B23}" destId="{2828DD1E-66E5-4520-B678-8D303924141C}" srcOrd="2" destOrd="0" parTransId="{E929288B-6D4C-4681-AD7B-0A93812C5A09}" sibTransId="{3E7D9F04-082C-4B5F-8E85-125986DE4761}"/>
    <dgm:cxn modelId="{E1D60FD5-D2A7-4832-AC14-4F41778B3B19}" type="presOf" srcId="{DC5C6C96-A786-4269-BA0F-DFB5D8C54B23}" destId="{E6FBF51A-DF1C-4903-B5B1-59C8BBABF571}" srcOrd="0" destOrd="0" presId="urn:microsoft.com/office/officeart/2008/layout/PictureStrips"/>
    <dgm:cxn modelId="{9B5C40EA-BDB5-4DB7-9997-DD21AF9C0259}" srcId="{DC5C6C96-A786-4269-BA0F-DFB5D8C54B23}" destId="{1741B417-9B4B-4527-B87B-1DE0DFB6970D}" srcOrd="1" destOrd="0" parTransId="{F9AA968F-B48F-4DCA-9B9B-041B56ADC808}" sibTransId="{416D0B0B-271F-45C2-B2A3-6CF10A636654}"/>
    <dgm:cxn modelId="{BB0C8CD6-CC71-4AAA-92CC-CE328DD5D6A4}" type="presParOf" srcId="{E6FBF51A-DF1C-4903-B5B1-59C8BBABF571}" destId="{0C4EB7AC-8A9C-4DB7-BE84-8B69049A119B}" srcOrd="0" destOrd="0" presId="urn:microsoft.com/office/officeart/2008/layout/PictureStrips"/>
    <dgm:cxn modelId="{A24489D5-2469-4DE1-B68D-26929D22EA5B}" type="presParOf" srcId="{0C4EB7AC-8A9C-4DB7-BE84-8B69049A119B}" destId="{38972D70-481E-45A9-85E2-DD7F5C5457D8}" srcOrd="0" destOrd="0" presId="urn:microsoft.com/office/officeart/2008/layout/PictureStrips"/>
    <dgm:cxn modelId="{ED81A1A3-B8C0-4557-80FD-E7C37C5F44DF}" type="presParOf" srcId="{0C4EB7AC-8A9C-4DB7-BE84-8B69049A119B}" destId="{555F1351-CBA6-4F2F-92F0-A959D2DA7BFE}" srcOrd="1" destOrd="0" presId="urn:microsoft.com/office/officeart/2008/layout/PictureStrips"/>
    <dgm:cxn modelId="{99FE28E9-50F5-4FFE-A61F-0E310549F7E6}" type="presParOf" srcId="{E6FBF51A-DF1C-4903-B5B1-59C8BBABF571}" destId="{22D0495E-EFAF-415F-B348-DCA79A19C7F8}" srcOrd="1" destOrd="0" presId="urn:microsoft.com/office/officeart/2008/layout/PictureStrips"/>
    <dgm:cxn modelId="{ED59051B-A9DD-4740-95E9-4E0B5DDE209E}" type="presParOf" srcId="{E6FBF51A-DF1C-4903-B5B1-59C8BBABF571}" destId="{2FED4CE2-164D-499B-BC45-EE854BDAAB62}" srcOrd="2" destOrd="0" presId="urn:microsoft.com/office/officeart/2008/layout/PictureStrips"/>
    <dgm:cxn modelId="{295E53F9-FDE9-442D-B76D-2066AB47D305}" type="presParOf" srcId="{2FED4CE2-164D-499B-BC45-EE854BDAAB62}" destId="{B43BB4D3-6AD3-47A4-A1F1-CA1C3552B775}" srcOrd="0" destOrd="0" presId="urn:microsoft.com/office/officeart/2008/layout/PictureStrips"/>
    <dgm:cxn modelId="{1FB6BA0E-7AD0-4940-B25E-04868270D5A8}" type="presParOf" srcId="{2FED4CE2-164D-499B-BC45-EE854BDAAB62}" destId="{35A60742-432A-4410-BE09-FF5D3675AC90}" srcOrd="1" destOrd="0" presId="urn:microsoft.com/office/officeart/2008/layout/PictureStrips"/>
    <dgm:cxn modelId="{1CBCD0B9-B319-4302-B109-A40CF977C43D}" type="presParOf" srcId="{E6FBF51A-DF1C-4903-B5B1-59C8BBABF571}" destId="{2F538D89-D5A6-4595-813F-9B029723228F}" srcOrd="3" destOrd="0" presId="urn:microsoft.com/office/officeart/2008/layout/PictureStrips"/>
    <dgm:cxn modelId="{BD8B6B2E-F885-422A-A325-AF766B5CEB5B}" type="presParOf" srcId="{E6FBF51A-DF1C-4903-B5B1-59C8BBABF571}" destId="{F877121D-6684-45EB-A05F-72C97ED0D5C6}" srcOrd="4" destOrd="0" presId="urn:microsoft.com/office/officeart/2008/layout/PictureStrips"/>
    <dgm:cxn modelId="{D29FA09B-29D3-4AAB-AFE2-87A2D764D033}" type="presParOf" srcId="{F877121D-6684-45EB-A05F-72C97ED0D5C6}" destId="{6294A40C-80EC-4023-92C7-996666329C23}" srcOrd="0" destOrd="0" presId="urn:microsoft.com/office/officeart/2008/layout/PictureStrips"/>
    <dgm:cxn modelId="{C81B6AA4-57F8-4861-BA8E-66C9C1EB29BB}" type="presParOf" srcId="{F877121D-6684-45EB-A05F-72C97ED0D5C6}" destId="{F51F648E-851F-4524-847B-1F4B57DED364}" srcOrd="1" destOrd="0" presId="urn:microsoft.com/office/officeart/2008/layout/PictureStrips"/>
    <dgm:cxn modelId="{71776D14-C00D-4C73-AA58-6FF1F2EFA318}" type="presParOf" srcId="{E6FBF51A-DF1C-4903-B5B1-59C8BBABF571}" destId="{7841E041-5127-4B21-AF1D-7BFB7584FF03}" srcOrd="5" destOrd="0" presId="urn:microsoft.com/office/officeart/2008/layout/PictureStrips"/>
    <dgm:cxn modelId="{D0EC68D3-CB39-4156-9264-01D6F2F57E45}" type="presParOf" srcId="{E6FBF51A-DF1C-4903-B5B1-59C8BBABF571}" destId="{D12AC589-562C-430D-A6D6-1A7B0C040326}" srcOrd="6" destOrd="0" presId="urn:microsoft.com/office/officeart/2008/layout/PictureStrips"/>
    <dgm:cxn modelId="{F9FE67A8-871A-4E65-AF74-C1B8E9C41D00}" type="presParOf" srcId="{D12AC589-562C-430D-A6D6-1A7B0C040326}" destId="{982F9FAD-B563-4C0E-AA6A-D50270E42557}" srcOrd="0" destOrd="0" presId="urn:microsoft.com/office/officeart/2008/layout/PictureStrips"/>
    <dgm:cxn modelId="{0A93CD6B-E1A4-4C4A-B4AF-A580D6B22DCF}" type="presParOf" srcId="{D12AC589-562C-430D-A6D6-1A7B0C040326}" destId="{0F19A8C6-71F2-4BF7-BF30-D5A445BA99F7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8404E1D-C9EB-4E04-B661-77B6F6E30BF2}" type="doc">
      <dgm:prSet loTypeId="urn:microsoft.com/office/officeart/2008/layout/AlternatingHexagons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C7D901EE-D844-40D7-A11B-3CB9AC4D85B8}">
      <dgm:prSet phldrT="[Text]" custT="1"/>
      <dgm:spPr/>
      <dgm:t>
        <a:bodyPr/>
        <a:lstStyle/>
        <a:p>
          <a:r>
            <a:rPr lang="mn-MN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Ажлаа 7 хоногоор төлөвлө </a:t>
          </a:r>
          <a:endParaRPr lang="en-US" sz="2000" dirty="0"/>
        </a:p>
      </dgm:t>
    </dgm:pt>
    <dgm:pt modelId="{9C6D157A-C535-4E53-A7B4-52AB729A705A}" type="parTrans" cxnId="{30386C42-70CF-4691-AFE7-2CB258E4C44D}">
      <dgm:prSet/>
      <dgm:spPr/>
      <dgm:t>
        <a:bodyPr/>
        <a:lstStyle/>
        <a:p>
          <a:endParaRPr lang="en-US" sz="2000"/>
        </a:p>
      </dgm:t>
    </dgm:pt>
    <dgm:pt modelId="{99C04F34-AE8C-4A83-B756-C3B84671E961}" type="sibTrans" cxnId="{30386C42-70CF-4691-AFE7-2CB258E4C44D}">
      <dgm:prSet custT="1"/>
      <dgm:spPr/>
      <dgm:t>
        <a:bodyPr/>
        <a:lstStyle/>
        <a:p>
          <a:endParaRPr lang="en-US" sz="2000"/>
        </a:p>
      </dgm:t>
    </dgm:pt>
    <dgm:pt modelId="{1404D711-E5EC-42D7-AC40-78B0C589C2DF}">
      <dgm:prSet phldrT="[Text]" custT="1"/>
      <dgm:spPr/>
      <dgm:t>
        <a:bodyPr/>
        <a:lstStyle/>
        <a:p>
          <a:r>
            <a:rPr lang="mn-MN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Хамгийн том төлөвлөгөөнүүдээ гаргах </a:t>
          </a:r>
          <a:endParaRPr lang="en-US" sz="2000" dirty="0"/>
        </a:p>
      </dgm:t>
    </dgm:pt>
    <dgm:pt modelId="{921CFE0F-4F6A-4F6B-BF71-296D1B1A61FE}" type="parTrans" cxnId="{5507C0E8-948F-45A2-A8CE-AE3D221AA733}">
      <dgm:prSet/>
      <dgm:spPr/>
      <dgm:t>
        <a:bodyPr/>
        <a:lstStyle/>
        <a:p>
          <a:endParaRPr lang="en-US" sz="2000"/>
        </a:p>
      </dgm:t>
    </dgm:pt>
    <dgm:pt modelId="{8901C015-ADCA-40EE-9332-7216B59AF319}" type="sibTrans" cxnId="{5507C0E8-948F-45A2-A8CE-AE3D221AA733}">
      <dgm:prSet custT="1"/>
      <dgm:spPr/>
      <dgm:t>
        <a:bodyPr/>
        <a:lstStyle/>
        <a:p>
          <a:endParaRPr lang="en-US" sz="2000"/>
        </a:p>
      </dgm:t>
    </dgm:pt>
    <dgm:pt modelId="{F69AEA37-CEFF-4ABB-A22A-BE760A6E4FCB}">
      <dgm:prSet phldrT="[Text]" custT="1"/>
      <dgm:spPr/>
      <dgm:t>
        <a:bodyPr/>
        <a:lstStyle/>
        <a:p>
          <a:r>
            <a:rPr lang="mn-MN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Том ажлаасаа эхлээд хий </a:t>
          </a:r>
          <a:endParaRPr lang="en-US" sz="2000" dirty="0"/>
        </a:p>
      </dgm:t>
    </dgm:pt>
    <dgm:pt modelId="{7473A30C-0897-4979-BA55-0623791F2F6A}" type="parTrans" cxnId="{CE9A62C2-AC99-4E2F-8AAF-B31ECF888FCC}">
      <dgm:prSet/>
      <dgm:spPr/>
      <dgm:t>
        <a:bodyPr/>
        <a:lstStyle/>
        <a:p>
          <a:endParaRPr lang="en-US" sz="2000"/>
        </a:p>
      </dgm:t>
    </dgm:pt>
    <dgm:pt modelId="{2F67D802-BF19-4D0D-95B8-BD6F1C9E3385}" type="sibTrans" cxnId="{CE9A62C2-AC99-4E2F-8AAF-B31ECF888FCC}">
      <dgm:prSet custT="1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en-US" sz="2000"/>
        </a:p>
      </dgm:t>
    </dgm:pt>
    <dgm:pt modelId="{7402C178-D5C7-4E71-A218-2227539606EC}">
      <dgm:prSet phldrT="[Text]" custT="1"/>
      <dgm:spPr/>
      <dgm:t>
        <a:bodyPr/>
        <a:lstStyle/>
        <a:p>
          <a:pPr algn="ctr"/>
          <a:r>
            <a:rPr lang="mn-MN" sz="2400" b="1" cap="all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Өдрийн төлөвлөгөө </a:t>
          </a:r>
          <a:endParaRPr lang="en-US" sz="2400" b="1" cap="all" baseline="0" dirty="0">
            <a:solidFill>
              <a:schemeClr val="tx1"/>
            </a:solidFill>
          </a:endParaRPr>
        </a:p>
      </dgm:t>
    </dgm:pt>
    <dgm:pt modelId="{9C33744E-61AB-4627-B6C7-1C0E8F8784FA}" type="parTrans" cxnId="{C6A8393A-C7FC-4E15-8AB8-9873CA5CB7A6}">
      <dgm:prSet/>
      <dgm:spPr/>
      <dgm:t>
        <a:bodyPr/>
        <a:lstStyle/>
        <a:p>
          <a:endParaRPr lang="en-US" sz="2000"/>
        </a:p>
      </dgm:t>
    </dgm:pt>
    <dgm:pt modelId="{3C2FA4B4-D1E3-44EC-A62C-0EA047954789}" type="sibTrans" cxnId="{C6A8393A-C7FC-4E15-8AB8-9873CA5CB7A6}">
      <dgm:prSet/>
      <dgm:spPr/>
      <dgm:t>
        <a:bodyPr/>
        <a:lstStyle/>
        <a:p>
          <a:endParaRPr lang="en-US" sz="2000"/>
        </a:p>
      </dgm:t>
    </dgm:pt>
    <dgm:pt modelId="{AFAD1A0A-C4FC-4AB3-9290-5B4F33DDD5AC}">
      <dgm:prSet custT="1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endParaRPr lang="en-US" sz="2000" dirty="0">
            <a:solidFill>
              <a:prstClr val="black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E556D77-BF54-410B-9CE1-D7A7B7DF1D3D}" type="parTrans" cxnId="{BE0F1706-896B-4750-B5CC-C75FF7A20A26}">
      <dgm:prSet/>
      <dgm:spPr/>
      <dgm:t>
        <a:bodyPr/>
        <a:lstStyle/>
        <a:p>
          <a:endParaRPr lang="en-US" sz="2000"/>
        </a:p>
      </dgm:t>
    </dgm:pt>
    <dgm:pt modelId="{24E6C9E9-A12D-4941-ACB3-750D4E950BE1}" type="sibTrans" cxnId="{BE0F1706-896B-4750-B5CC-C75FF7A20A26}">
      <dgm:prSet custT="1"/>
      <dgm:spPr/>
      <dgm:t>
        <a:bodyPr/>
        <a:lstStyle/>
        <a:p>
          <a:endParaRPr lang="en-US" sz="2000"/>
        </a:p>
      </dgm:t>
    </dgm:pt>
    <dgm:pt modelId="{A375CB9D-2145-4BB5-B435-7F59B56315A7}" type="pres">
      <dgm:prSet presAssocID="{B8404E1D-C9EB-4E04-B661-77B6F6E30BF2}" presName="Name0" presStyleCnt="0">
        <dgm:presLayoutVars>
          <dgm:chMax/>
          <dgm:chPref/>
          <dgm:dir/>
          <dgm:animLvl val="lvl"/>
        </dgm:presLayoutVars>
      </dgm:prSet>
      <dgm:spPr/>
    </dgm:pt>
    <dgm:pt modelId="{38CAB5BE-FDC2-412B-BDD2-560330C568D8}" type="pres">
      <dgm:prSet presAssocID="{C7D901EE-D844-40D7-A11B-3CB9AC4D85B8}" presName="composite" presStyleCnt="0"/>
      <dgm:spPr/>
    </dgm:pt>
    <dgm:pt modelId="{1E44F32D-D157-406C-974F-2F827090EF89}" type="pres">
      <dgm:prSet presAssocID="{C7D901EE-D844-40D7-A11B-3CB9AC4D85B8}" presName="Parent1" presStyleLbl="node1" presStyleIdx="0" presStyleCnt="8" custScaleX="130512" custLinFactNeighborX="43461" custLinFactNeighborY="4595">
        <dgm:presLayoutVars>
          <dgm:chMax val="1"/>
          <dgm:chPref val="1"/>
          <dgm:bulletEnabled val="1"/>
        </dgm:presLayoutVars>
      </dgm:prSet>
      <dgm:spPr/>
    </dgm:pt>
    <dgm:pt modelId="{3F6A35A8-63E8-42DA-91EF-3F2CDA72F33E}" type="pres">
      <dgm:prSet presAssocID="{C7D901EE-D844-40D7-A11B-3CB9AC4D85B8}" presName="Childtext1" presStyleLbl="revTx" presStyleIdx="0" presStyleCnt="4" custScaleX="74273" custScaleY="78835" custLinFactX="17115" custLinFactNeighborX="100000" custLinFactNeighborY="82288">
        <dgm:presLayoutVars>
          <dgm:chMax val="0"/>
          <dgm:chPref val="0"/>
          <dgm:bulletEnabled val="1"/>
        </dgm:presLayoutVars>
      </dgm:prSet>
      <dgm:spPr/>
    </dgm:pt>
    <dgm:pt modelId="{EB2A5CAE-9EE1-46BF-8F59-9CE50344F155}" type="pres">
      <dgm:prSet presAssocID="{C7D901EE-D844-40D7-A11B-3CB9AC4D85B8}" presName="BalanceSpacing" presStyleCnt="0"/>
      <dgm:spPr/>
    </dgm:pt>
    <dgm:pt modelId="{25207085-9BD1-492E-A35A-9612DA86320A}" type="pres">
      <dgm:prSet presAssocID="{C7D901EE-D844-40D7-A11B-3CB9AC4D85B8}" presName="BalanceSpacing1" presStyleCnt="0"/>
      <dgm:spPr/>
    </dgm:pt>
    <dgm:pt modelId="{D9ABC61A-0542-42AE-BBCD-30FB5DA2CD7E}" type="pres">
      <dgm:prSet presAssocID="{99C04F34-AE8C-4A83-B756-C3B84671E961}" presName="Accent1Text" presStyleLbl="node1" presStyleIdx="1" presStyleCnt="8" custScaleX="152887"/>
      <dgm:spPr/>
    </dgm:pt>
    <dgm:pt modelId="{FB4F77ED-4B6B-4AED-936B-1EF2C16578A2}" type="pres">
      <dgm:prSet presAssocID="{99C04F34-AE8C-4A83-B756-C3B84671E961}" presName="spaceBetweenRectangles" presStyleCnt="0"/>
      <dgm:spPr/>
    </dgm:pt>
    <dgm:pt modelId="{E049D454-C539-4F00-91C0-1BAC671425B8}" type="pres">
      <dgm:prSet presAssocID="{1404D711-E5EC-42D7-AC40-78B0C589C2DF}" presName="composite" presStyleCnt="0"/>
      <dgm:spPr/>
    </dgm:pt>
    <dgm:pt modelId="{56C9F53B-51A2-4B22-A0B1-2E7AF437A143}" type="pres">
      <dgm:prSet presAssocID="{1404D711-E5EC-42D7-AC40-78B0C589C2DF}" presName="Parent1" presStyleLbl="node1" presStyleIdx="2" presStyleCnt="8" custScaleX="144251" custLinFactNeighborX="-4329" custLinFactNeighborY="3589">
        <dgm:presLayoutVars>
          <dgm:chMax val="1"/>
          <dgm:chPref val="1"/>
          <dgm:bulletEnabled val="1"/>
        </dgm:presLayoutVars>
      </dgm:prSet>
      <dgm:spPr/>
    </dgm:pt>
    <dgm:pt modelId="{65F4AB53-AB81-408F-BBC8-1801304AED65}" type="pres">
      <dgm:prSet presAssocID="{1404D711-E5EC-42D7-AC40-78B0C589C2DF}" presName="Childtext1" presStyleLbl="revTx" presStyleIdx="1" presStyleCnt="4" custScaleX="136319" custLinFactY="40297" custLinFactNeighborX="-4968" custLinFactNeighborY="100000">
        <dgm:presLayoutVars>
          <dgm:chMax val="0"/>
          <dgm:chPref val="0"/>
          <dgm:bulletEnabled val="1"/>
        </dgm:presLayoutVars>
      </dgm:prSet>
      <dgm:spPr/>
    </dgm:pt>
    <dgm:pt modelId="{00B52313-2C3D-4D3F-966A-1DE736610B9A}" type="pres">
      <dgm:prSet presAssocID="{1404D711-E5EC-42D7-AC40-78B0C589C2DF}" presName="BalanceSpacing" presStyleCnt="0"/>
      <dgm:spPr/>
    </dgm:pt>
    <dgm:pt modelId="{E2C613D3-D27B-4E31-B3DF-34B84308E1D7}" type="pres">
      <dgm:prSet presAssocID="{1404D711-E5EC-42D7-AC40-78B0C589C2DF}" presName="BalanceSpacing1" presStyleCnt="0"/>
      <dgm:spPr/>
    </dgm:pt>
    <dgm:pt modelId="{6819FA86-528F-4229-8D47-4B7E41DFEC7E}" type="pres">
      <dgm:prSet presAssocID="{8901C015-ADCA-40EE-9332-7216B59AF319}" presName="Accent1Text" presStyleLbl="node1" presStyleIdx="3" presStyleCnt="8" custScaleX="142552" custScaleY="103748" custLinFactNeighborX="30981" custLinFactNeighborY="3589"/>
      <dgm:spPr/>
    </dgm:pt>
    <dgm:pt modelId="{770362AE-6B8A-40FA-8F1C-E699A480AE14}" type="pres">
      <dgm:prSet presAssocID="{8901C015-ADCA-40EE-9332-7216B59AF319}" presName="spaceBetweenRectangles" presStyleCnt="0"/>
      <dgm:spPr/>
    </dgm:pt>
    <dgm:pt modelId="{AC3C88AA-5685-4208-87C9-5E0B20DC72B1}" type="pres">
      <dgm:prSet presAssocID="{F69AEA37-CEFF-4ABB-A22A-BE760A6E4FCB}" presName="composite" presStyleCnt="0"/>
      <dgm:spPr/>
    </dgm:pt>
    <dgm:pt modelId="{4CDB2666-1C11-4069-B899-BC887DA8BF43}" type="pres">
      <dgm:prSet presAssocID="{F69AEA37-CEFF-4ABB-A22A-BE760A6E4FCB}" presName="Parent1" presStyleLbl="node1" presStyleIdx="4" presStyleCnt="8" custScaleX="126175" custLinFactNeighborX="39512" custLinFactNeighborY="-6517">
        <dgm:presLayoutVars>
          <dgm:chMax val="1"/>
          <dgm:chPref val="1"/>
          <dgm:bulletEnabled val="1"/>
        </dgm:presLayoutVars>
      </dgm:prSet>
      <dgm:spPr/>
    </dgm:pt>
    <dgm:pt modelId="{A35A7A4B-3441-4AB2-92CE-B5FAB5E7942A}" type="pres">
      <dgm:prSet presAssocID="{F69AEA37-CEFF-4ABB-A22A-BE760A6E4FCB}" presName="Childtext1" presStyleLbl="revTx" presStyleIdx="2" presStyleCnt="4" custScaleX="157173" custScaleY="151928" custLinFactNeighborX="50396" custLinFactNeighborY="-19755">
        <dgm:presLayoutVars>
          <dgm:chMax val="0"/>
          <dgm:chPref val="0"/>
          <dgm:bulletEnabled val="1"/>
        </dgm:presLayoutVars>
      </dgm:prSet>
      <dgm:spPr/>
    </dgm:pt>
    <dgm:pt modelId="{8AA5B9D9-CC7C-4FE9-8DB6-67054F6A039A}" type="pres">
      <dgm:prSet presAssocID="{F69AEA37-CEFF-4ABB-A22A-BE760A6E4FCB}" presName="BalanceSpacing" presStyleCnt="0"/>
      <dgm:spPr/>
    </dgm:pt>
    <dgm:pt modelId="{05332116-2CC5-4423-BE58-D909BED1CEC2}" type="pres">
      <dgm:prSet presAssocID="{F69AEA37-CEFF-4ABB-A22A-BE760A6E4FCB}" presName="BalanceSpacing1" presStyleCnt="0"/>
      <dgm:spPr/>
    </dgm:pt>
    <dgm:pt modelId="{B1D7D4DA-5CE0-4191-BAF9-57EE6ABC0B78}" type="pres">
      <dgm:prSet presAssocID="{2F67D802-BF19-4D0D-95B8-BD6F1C9E3385}" presName="Accent1Text" presStyleLbl="node1" presStyleIdx="5" presStyleCnt="8" custScaleX="84910" custScaleY="71942" custLinFactX="-6394" custLinFactY="-75589" custLinFactNeighborX="-100000" custLinFactNeighborY="-100000"/>
      <dgm:spPr/>
    </dgm:pt>
    <dgm:pt modelId="{EA2667DD-BDF0-4FF9-8B81-30D42EE1611D}" type="pres">
      <dgm:prSet presAssocID="{2F67D802-BF19-4D0D-95B8-BD6F1C9E3385}" presName="spaceBetweenRectangles" presStyleCnt="0"/>
      <dgm:spPr/>
    </dgm:pt>
    <dgm:pt modelId="{BE979E94-8B18-42AE-84A2-71A5ED300CD9}" type="pres">
      <dgm:prSet presAssocID="{AFAD1A0A-C4FC-4AB3-9290-5B4F33DDD5AC}" presName="composite" presStyleCnt="0"/>
      <dgm:spPr/>
    </dgm:pt>
    <dgm:pt modelId="{DD88483E-E27E-4E25-9133-0B9E2D230807}" type="pres">
      <dgm:prSet presAssocID="{AFAD1A0A-C4FC-4AB3-9290-5B4F33DDD5AC}" presName="Parent1" presStyleLbl="node1" presStyleIdx="6" presStyleCnt="8" custScaleX="61400" custScaleY="63895" custLinFactNeighborX="21798" custLinFactNeighborY="1042">
        <dgm:presLayoutVars>
          <dgm:chMax val="1"/>
          <dgm:chPref val="1"/>
          <dgm:bulletEnabled val="1"/>
        </dgm:presLayoutVars>
      </dgm:prSet>
      <dgm:spPr/>
    </dgm:pt>
    <dgm:pt modelId="{340BA651-3895-4EAD-815F-482A0E47FCEA}" type="pres">
      <dgm:prSet presAssocID="{AFAD1A0A-C4FC-4AB3-9290-5B4F33DDD5AC}" presName="Childtext1" presStyleLbl="revTx" presStyleIdx="3" presStyleCnt="4" custLinFactY="100000" custLinFactNeighborX="33562" custLinFactNeighborY="121511">
        <dgm:presLayoutVars>
          <dgm:chMax val="0"/>
          <dgm:chPref val="0"/>
          <dgm:bulletEnabled val="1"/>
        </dgm:presLayoutVars>
      </dgm:prSet>
      <dgm:spPr/>
    </dgm:pt>
    <dgm:pt modelId="{BCD8AE20-8A5B-4DE6-851E-0436B9785332}" type="pres">
      <dgm:prSet presAssocID="{AFAD1A0A-C4FC-4AB3-9290-5B4F33DDD5AC}" presName="BalanceSpacing" presStyleCnt="0"/>
      <dgm:spPr/>
    </dgm:pt>
    <dgm:pt modelId="{6D37A751-E60E-41A6-A41F-4B7E38213F67}" type="pres">
      <dgm:prSet presAssocID="{AFAD1A0A-C4FC-4AB3-9290-5B4F33DDD5AC}" presName="BalanceSpacing1" presStyleCnt="0"/>
      <dgm:spPr/>
    </dgm:pt>
    <dgm:pt modelId="{1C018639-31BF-43BA-AC19-6B3F73BAA438}" type="pres">
      <dgm:prSet presAssocID="{24E6C9E9-A12D-4941-ACB3-750D4E950BE1}" presName="Accent1Text" presStyleLbl="node1" presStyleIdx="7" presStyleCnt="8" custScaleX="137142" custLinFactNeighborX="18648" custLinFactNeighborY="-3090"/>
      <dgm:spPr/>
    </dgm:pt>
  </dgm:ptLst>
  <dgm:cxnLst>
    <dgm:cxn modelId="{A71BBF02-E24A-49A1-99F8-71FD004105B5}" type="presOf" srcId="{C7D901EE-D844-40D7-A11B-3CB9AC4D85B8}" destId="{1E44F32D-D157-406C-974F-2F827090EF89}" srcOrd="0" destOrd="0" presId="urn:microsoft.com/office/officeart/2008/layout/AlternatingHexagons"/>
    <dgm:cxn modelId="{BE0F1706-896B-4750-B5CC-C75FF7A20A26}" srcId="{B8404E1D-C9EB-4E04-B661-77B6F6E30BF2}" destId="{AFAD1A0A-C4FC-4AB3-9290-5B4F33DDD5AC}" srcOrd="3" destOrd="0" parTransId="{5E556D77-BF54-410B-9CE1-D7A7B7DF1D3D}" sibTransId="{24E6C9E9-A12D-4941-ACB3-750D4E950BE1}"/>
    <dgm:cxn modelId="{C6A8393A-C7FC-4E15-8AB8-9873CA5CB7A6}" srcId="{F69AEA37-CEFF-4ABB-A22A-BE760A6E4FCB}" destId="{7402C178-D5C7-4E71-A218-2227539606EC}" srcOrd="0" destOrd="0" parTransId="{9C33744E-61AB-4627-B6C7-1C0E8F8784FA}" sibTransId="{3C2FA4B4-D1E3-44EC-A62C-0EA047954789}"/>
    <dgm:cxn modelId="{CC342A61-ED40-4854-B2EC-5C55699BEA89}" type="presOf" srcId="{7402C178-D5C7-4E71-A218-2227539606EC}" destId="{A35A7A4B-3441-4AB2-92CE-B5FAB5E7942A}" srcOrd="0" destOrd="0" presId="urn:microsoft.com/office/officeart/2008/layout/AlternatingHexagons"/>
    <dgm:cxn modelId="{30386C42-70CF-4691-AFE7-2CB258E4C44D}" srcId="{B8404E1D-C9EB-4E04-B661-77B6F6E30BF2}" destId="{C7D901EE-D844-40D7-A11B-3CB9AC4D85B8}" srcOrd="0" destOrd="0" parTransId="{9C6D157A-C535-4E53-A7B4-52AB729A705A}" sibTransId="{99C04F34-AE8C-4A83-B756-C3B84671E961}"/>
    <dgm:cxn modelId="{9D772E50-5183-480A-BC7C-D809774029C1}" type="presOf" srcId="{2F67D802-BF19-4D0D-95B8-BD6F1C9E3385}" destId="{B1D7D4DA-5CE0-4191-BAF9-57EE6ABC0B78}" srcOrd="0" destOrd="0" presId="urn:microsoft.com/office/officeart/2008/layout/AlternatingHexagons"/>
    <dgm:cxn modelId="{2E08E694-D6AC-4C19-9F2B-B2001DEF8DE9}" type="presOf" srcId="{B8404E1D-C9EB-4E04-B661-77B6F6E30BF2}" destId="{A375CB9D-2145-4BB5-B435-7F59B56315A7}" srcOrd="0" destOrd="0" presId="urn:microsoft.com/office/officeart/2008/layout/AlternatingHexagons"/>
    <dgm:cxn modelId="{720A4896-82BA-4BF7-BE78-AF67412C81FD}" type="presOf" srcId="{24E6C9E9-A12D-4941-ACB3-750D4E950BE1}" destId="{1C018639-31BF-43BA-AC19-6B3F73BAA438}" srcOrd="0" destOrd="0" presId="urn:microsoft.com/office/officeart/2008/layout/AlternatingHexagons"/>
    <dgm:cxn modelId="{83BCA6A3-92B2-4734-A779-3ACD2E4AF4BD}" type="presOf" srcId="{8901C015-ADCA-40EE-9332-7216B59AF319}" destId="{6819FA86-528F-4229-8D47-4B7E41DFEC7E}" srcOrd="0" destOrd="0" presId="urn:microsoft.com/office/officeart/2008/layout/AlternatingHexagons"/>
    <dgm:cxn modelId="{1B72CEA9-CFA2-4B53-8C99-A120C9A96A2D}" type="presOf" srcId="{99C04F34-AE8C-4A83-B756-C3B84671E961}" destId="{D9ABC61A-0542-42AE-BBCD-30FB5DA2CD7E}" srcOrd="0" destOrd="0" presId="urn:microsoft.com/office/officeart/2008/layout/AlternatingHexagons"/>
    <dgm:cxn modelId="{CE9A62C2-AC99-4E2F-8AAF-B31ECF888FCC}" srcId="{B8404E1D-C9EB-4E04-B661-77B6F6E30BF2}" destId="{F69AEA37-CEFF-4ABB-A22A-BE760A6E4FCB}" srcOrd="2" destOrd="0" parTransId="{7473A30C-0897-4979-BA55-0623791F2F6A}" sibTransId="{2F67D802-BF19-4D0D-95B8-BD6F1C9E3385}"/>
    <dgm:cxn modelId="{D151E0D2-0C0E-47BA-88A1-62725153B489}" type="presOf" srcId="{1404D711-E5EC-42D7-AC40-78B0C589C2DF}" destId="{56C9F53B-51A2-4B22-A0B1-2E7AF437A143}" srcOrd="0" destOrd="0" presId="urn:microsoft.com/office/officeart/2008/layout/AlternatingHexagons"/>
    <dgm:cxn modelId="{17E966DA-EB54-4516-882A-70E5A76CDB4A}" type="presOf" srcId="{F69AEA37-CEFF-4ABB-A22A-BE760A6E4FCB}" destId="{4CDB2666-1C11-4069-B899-BC887DA8BF43}" srcOrd="0" destOrd="0" presId="urn:microsoft.com/office/officeart/2008/layout/AlternatingHexagons"/>
    <dgm:cxn modelId="{5507C0E8-948F-45A2-A8CE-AE3D221AA733}" srcId="{B8404E1D-C9EB-4E04-B661-77B6F6E30BF2}" destId="{1404D711-E5EC-42D7-AC40-78B0C589C2DF}" srcOrd="1" destOrd="0" parTransId="{921CFE0F-4F6A-4F6B-BF71-296D1B1A61FE}" sibTransId="{8901C015-ADCA-40EE-9332-7216B59AF319}"/>
    <dgm:cxn modelId="{25385CF0-9886-42B7-B7E6-65606FB2E758}" type="presOf" srcId="{AFAD1A0A-C4FC-4AB3-9290-5B4F33DDD5AC}" destId="{DD88483E-E27E-4E25-9133-0B9E2D230807}" srcOrd="0" destOrd="0" presId="urn:microsoft.com/office/officeart/2008/layout/AlternatingHexagons"/>
    <dgm:cxn modelId="{FB92A7C3-931B-4DB8-8027-C583C3A2D7C2}" type="presParOf" srcId="{A375CB9D-2145-4BB5-B435-7F59B56315A7}" destId="{38CAB5BE-FDC2-412B-BDD2-560330C568D8}" srcOrd="0" destOrd="0" presId="urn:microsoft.com/office/officeart/2008/layout/AlternatingHexagons"/>
    <dgm:cxn modelId="{6C34C51F-6C1A-45A6-B676-B142FD592F17}" type="presParOf" srcId="{38CAB5BE-FDC2-412B-BDD2-560330C568D8}" destId="{1E44F32D-D157-406C-974F-2F827090EF89}" srcOrd="0" destOrd="0" presId="urn:microsoft.com/office/officeart/2008/layout/AlternatingHexagons"/>
    <dgm:cxn modelId="{057A1CE4-F35E-48F8-AB79-FAC089982AD5}" type="presParOf" srcId="{38CAB5BE-FDC2-412B-BDD2-560330C568D8}" destId="{3F6A35A8-63E8-42DA-91EF-3F2CDA72F33E}" srcOrd="1" destOrd="0" presId="urn:microsoft.com/office/officeart/2008/layout/AlternatingHexagons"/>
    <dgm:cxn modelId="{4D3EC55D-6A7E-4A08-9A95-F722EA6042B8}" type="presParOf" srcId="{38CAB5BE-FDC2-412B-BDD2-560330C568D8}" destId="{EB2A5CAE-9EE1-46BF-8F59-9CE50344F155}" srcOrd="2" destOrd="0" presId="urn:microsoft.com/office/officeart/2008/layout/AlternatingHexagons"/>
    <dgm:cxn modelId="{12E3D5C7-A085-46B3-BAC0-FC0CA718732A}" type="presParOf" srcId="{38CAB5BE-FDC2-412B-BDD2-560330C568D8}" destId="{25207085-9BD1-492E-A35A-9612DA86320A}" srcOrd="3" destOrd="0" presId="urn:microsoft.com/office/officeart/2008/layout/AlternatingHexagons"/>
    <dgm:cxn modelId="{4B7927A1-F9CD-4067-A1AA-0C5D6DB7E65B}" type="presParOf" srcId="{38CAB5BE-FDC2-412B-BDD2-560330C568D8}" destId="{D9ABC61A-0542-42AE-BBCD-30FB5DA2CD7E}" srcOrd="4" destOrd="0" presId="urn:microsoft.com/office/officeart/2008/layout/AlternatingHexagons"/>
    <dgm:cxn modelId="{48D414B4-52F8-4135-9462-E2812EE87FB7}" type="presParOf" srcId="{A375CB9D-2145-4BB5-B435-7F59B56315A7}" destId="{FB4F77ED-4B6B-4AED-936B-1EF2C16578A2}" srcOrd="1" destOrd="0" presId="urn:microsoft.com/office/officeart/2008/layout/AlternatingHexagons"/>
    <dgm:cxn modelId="{7DF924D3-5A36-43FC-82F4-3A1816D076E6}" type="presParOf" srcId="{A375CB9D-2145-4BB5-B435-7F59B56315A7}" destId="{E049D454-C539-4F00-91C0-1BAC671425B8}" srcOrd="2" destOrd="0" presId="urn:microsoft.com/office/officeart/2008/layout/AlternatingHexagons"/>
    <dgm:cxn modelId="{7DE30E18-585B-43E5-A889-7E116329145C}" type="presParOf" srcId="{E049D454-C539-4F00-91C0-1BAC671425B8}" destId="{56C9F53B-51A2-4B22-A0B1-2E7AF437A143}" srcOrd="0" destOrd="0" presId="urn:microsoft.com/office/officeart/2008/layout/AlternatingHexagons"/>
    <dgm:cxn modelId="{93163F9B-2F11-4028-9D4D-B18ACC045B9D}" type="presParOf" srcId="{E049D454-C539-4F00-91C0-1BAC671425B8}" destId="{65F4AB53-AB81-408F-BBC8-1801304AED65}" srcOrd="1" destOrd="0" presId="urn:microsoft.com/office/officeart/2008/layout/AlternatingHexagons"/>
    <dgm:cxn modelId="{36981D7E-5817-48BB-8701-3602ECDF3693}" type="presParOf" srcId="{E049D454-C539-4F00-91C0-1BAC671425B8}" destId="{00B52313-2C3D-4D3F-966A-1DE736610B9A}" srcOrd="2" destOrd="0" presId="urn:microsoft.com/office/officeart/2008/layout/AlternatingHexagons"/>
    <dgm:cxn modelId="{9E9DC909-E241-4512-B4C8-965D3E96FBEA}" type="presParOf" srcId="{E049D454-C539-4F00-91C0-1BAC671425B8}" destId="{E2C613D3-D27B-4E31-B3DF-34B84308E1D7}" srcOrd="3" destOrd="0" presId="urn:microsoft.com/office/officeart/2008/layout/AlternatingHexagons"/>
    <dgm:cxn modelId="{867D15BA-D432-4848-9B61-3DFED443C3F2}" type="presParOf" srcId="{E049D454-C539-4F00-91C0-1BAC671425B8}" destId="{6819FA86-528F-4229-8D47-4B7E41DFEC7E}" srcOrd="4" destOrd="0" presId="urn:microsoft.com/office/officeart/2008/layout/AlternatingHexagons"/>
    <dgm:cxn modelId="{4FDC801E-3E22-4A81-9005-AF49A646F829}" type="presParOf" srcId="{A375CB9D-2145-4BB5-B435-7F59B56315A7}" destId="{770362AE-6B8A-40FA-8F1C-E699A480AE14}" srcOrd="3" destOrd="0" presId="urn:microsoft.com/office/officeart/2008/layout/AlternatingHexagons"/>
    <dgm:cxn modelId="{25BCB10D-DCA9-4B5C-9FA1-3F00307C753C}" type="presParOf" srcId="{A375CB9D-2145-4BB5-B435-7F59B56315A7}" destId="{AC3C88AA-5685-4208-87C9-5E0B20DC72B1}" srcOrd="4" destOrd="0" presId="urn:microsoft.com/office/officeart/2008/layout/AlternatingHexagons"/>
    <dgm:cxn modelId="{55D42D37-645E-401C-8166-013D2FA1F78E}" type="presParOf" srcId="{AC3C88AA-5685-4208-87C9-5E0B20DC72B1}" destId="{4CDB2666-1C11-4069-B899-BC887DA8BF43}" srcOrd="0" destOrd="0" presId="urn:microsoft.com/office/officeart/2008/layout/AlternatingHexagons"/>
    <dgm:cxn modelId="{3BB55667-9814-4427-AD35-A18463F7D25D}" type="presParOf" srcId="{AC3C88AA-5685-4208-87C9-5E0B20DC72B1}" destId="{A35A7A4B-3441-4AB2-92CE-B5FAB5E7942A}" srcOrd="1" destOrd="0" presId="urn:microsoft.com/office/officeart/2008/layout/AlternatingHexagons"/>
    <dgm:cxn modelId="{6C3CB682-86F5-41D3-8892-F1964AFF6A16}" type="presParOf" srcId="{AC3C88AA-5685-4208-87C9-5E0B20DC72B1}" destId="{8AA5B9D9-CC7C-4FE9-8DB6-67054F6A039A}" srcOrd="2" destOrd="0" presId="urn:microsoft.com/office/officeart/2008/layout/AlternatingHexagons"/>
    <dgm:cxn modelId="{DAC5F2D2-6604-4804-8F62-DE3A44C7D138}" type="presParOf" srcId="{AC3C88AA-5685-4208-87C9-5E0B20DC72B1}" destId="{05332116-2CC5-4423-BE58-D909BED1CEC2}" srcOrd="3" destOrd="0" presId="urn:microsoft.com/office/officeart/2008/layout/AlternatingHexagons"/>
    <dgm:cxn modelId="{54561A06-404A-4EAD-BB18-D90016C5529D}" type="presParOf" srcId="{AC3C88AA-5685-4208-87C9-5E0B20DC72B1}" destId="{B1D7D4DA-5CE0-4191-BAF9-57EE6ABC0B78}" srcOrd="4" destOrd="0" presId="urn:microsoft.com/office/officeart/2008/layout/AlternatingHexagons"/>
    <dgm:cxn modelId="{365873AE-CE0C-4436-856F-B02280D6C04C}" type="presParOf" srcId="{A375CB9D-2145-4BB5-B435-7F59B56315A7}" destId="{EA2667DD-BDF0-4FF9-8B81-30D42EE1611D}" srcOrd="5" destOrd="0" presId="urn:microsoft.com/office/officeart/2008/layout/AlternatingHexagons"/>
    <dgm:cxn modelId="{3D9C13B1-63B7-489F-A67A-14E2DADD9683}" type="presParOf" srcId="{A375CB9D-2145-4BB5-B435-7F59B56315A7}" destId="{BE979E94-8B18-42AE-84A2-71A5ED300CD9}" srcOrd="6" destOrd="0" presId="urn:microsoft.com/office/officeart/2008/layout/AlternatingHexagons"/>
    <dgm:cxn modelId="{2EE07C61-04DF-469B-9DCB-1A52008EADBA}" type="presParOf" srcId="{BE979E94-8B18-42AE-84A2-71A5ED300CD9}" destId="{DD88483E-E27E-4E25-9133-0B9E2D230807}" srcOrd="0" destOrd="0" presId="urn:microsoft.com/office/officeart/2008/layout/AlternatingHexagons"/>
    <dgm:cxn modelId="{B26F847B-FF5C-46DF-BB60-0E8EC42A4EE1}" type="presParOf" srcId="{BE979E94-8B18-42AE-84A2-71A5ED300CD9}" destId="{340BA651-3895-4EAD-815F-482A0E47FCEA}" srcOrd="1" destOrd="0" presId="urn:microsoft.com/office/officeart/2008/layout/AlternatingHexagons"/>
    <dgm:cxn modelId="{CB7C755A-38DC-4439-AF59-2B12257A783B}" type="presParOf" srcId="{BE979E94-8B18-42AE-84A2-71A5ED300CD9}" destId="{BCD8AE20-8A5B-4DE6-851E-0436B9785332}" srcOrd="2" destOrd="0" presId="urn:microsoft.com/office/officeart/2008/layout/AlternatingHexagons"/>
    <dgm:cxn modelId="{7E646970-23D2-4ED5-B535-EFE1D5DC72EB}" type="presParOf" srcId="{BE979E94-8B18-42AE-84A2-71A5ED300CD9}" destId="{6D37A751-E60E-41A6-A41F-4B7E38213F67}" srcOrd="3" destOrd="0" presId="urn:microsoft.com/office/officeart/2008/layout/AlternatingHexagons"/>
    <dgm:cxn modelId="{6D232174-2FA1-49FD-96FB-F02A1C120A4D}" type="presParOf" srcId="{BE979E94-8B18-42AE-84A2-71A5ED300CD9}" destId="{1C018639-31BF-43BA-AC19-6B3F73BAA438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B945CF-A845-49CF-8681-36CEC90773AC}">
      <dsp:nvSpPr>
        <dsp:cNvPr id="0" name=""/>
        <dsp:cNvSpPr/>
      </dsp:nvSpPr>
      <dsp:spPr>
        <a:xfrm>
          <a:off x="5273428" y="2704975"/>
          <a:ext cx="3306080" cy="3306080"/>
        </a:xfrm>
        <a:prstGeom prst="gear9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Төлөвлөсөн ажлаа заавал гүйцэтгэх чадвар</a:t>
          </a:r>
          <a:endParaRPr lang="en-US" sz="2400" kern="1200" dirty="0"/>
        </a:p>
      </dsp:txBody>
      <dsp:txXfrm>
        <a:off x="5938097" y="3479408"/>
        <a:ext cx="1976742" cy="1699394"/>
      </dsp:txXfrm>
    </dsp:sp>
    <dsp:sp modelId="{AD7AAC11-5FED-461B-98CF-346AD8119D97}">
      <dsp:nvSpPr>
        <dsp:cNvPr id="0" name=""/>
        <dsp:cNvSpPr/>
      </dsp:nvSpPr>
      <dsp:spPr>
        <a:xfrm>
          <a:off x="3333095" y="1923537"/>
          <a:ext cx="2404422" cy="2404422"/>
        </a:xfrm>
        <a:prstGeom prst="gear6">
          <a:avLst/>
        </a:prstGeom>
        <a:solidFill>
          <a:schemeClr val="accent4">
            <a:hueOff val="-9434940"/>
            <a:satOff val="7921"/>
            <a:lumOff val="-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Хувийн асуудлаа шийдэх чадвар</a:t>
          </a:r>
          <a:endParaRPr lang="en-US" sz="2400" kern="1200" dirty="0">
            <a:solidFill>
              <a:schemeClr val="tx1"/>
            </a:solidFill>
          </a:endParaRPr>
        </a:p>
      </dsp:txBody>
      <dsp:txXfrm>
        <a:off x="3938415" y="2532516"/>
        <a:ext cx="1193782" cy="1186464"/>
      </dsp:txXfrm>
    </dsp:sp>
    <dsp:sp modelId="{195BC32A-258C-4B45-BC6D-06E56E686C08}">
      <dsp:nvSpPr>
        <dsp:cNvPr id="0" name=""/>
        <dsp:cNvSpPr/>
      </dsp:nvSpPr>
      <dsp:spPr>
        <a:xfrm rot="20700000">
          <a:off x="4679817" y="264731"/>
          <a:ext cx="2355843" cy="2355843"/>
        </a:xfrm>
        <a:prstGeom prst="gear6">
          <a:avLst/>
        </a:prstGeom>
        <a:solidFill>
          <a:schemeClr val="accent4">
            <a:hueOff val="-18869879"/>
            <a:satOff val="15842"/>
            <a:lumOff val="-235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Цагийн менеж-мент</a:t>
          </a:r>
          <a:endParaRPr lang="en-US" sz="2400" kern="1200" dirty="0"/>
        </a:p>
      </dsp:txBody>
      <dsp:txXfrm rot="-20700000">
        <a:off x="5196523" y="781437"/>
        <a:ext cx="1322432" cy="1322432"/>
      </dsp:txXfrm>
    </dsp:sp>
    <dsp:sp modelId="{839F7412-1537-4C57-801D-601AD8D0809F}">
      <dsp:nvSpPr>
        <dsp:cNvPr id="0" name=""/>
        <dsp:cNvSpPr/>
      </dsp:nvSpPr>
      <dsp:spPr>
        <a:xfrm>
          <a:off x="5022848" y="2194387"/>
          <a:ext cx="4231783" cy="4231783"/>
        </a:xfrm>
        <a:prstGeom prst="circularArrow">
          <a:avLst>
            <a:gd name="adj1" fmla="val 4687"/>
            <a:gd name="adj2" fmla="val 299029"/>
            <a:gd name="adj3" fmla="val 2547392"/>
            <a:gd name="adj4" fmla="val 15795577"/>
            <a:gd name="adj5" fmla="val 5469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73D4FA-B5AA-4077-BAAB-7DFBCF346837}">
      <dsp:nvSpPr>
        <dsp:cNvPr id="0" name=""/>
        <dsp:cNvSpPr/>
      </dsp:nvSpPr>
      <dsp:spPr>
        <a:xfrm>
          <a:off x="2907277" y="1383733"/>
          <a:ext cx="3074655" cy="3074655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4">
            <a:hueOff val="-9434940"/>
            <a:satOff val="7921"/>
            <a:lumOff val="-117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0B8E21-42E8-4F1B-AAB8-B18EA6E16713}">
      <dsp:nvSpPr>
        <dsp:cNvPr id="0" name=""/>
        <dsp:cNvSpPr/>
      </dsp:nvSpPr>
      <dsp:spPr>
        <a:xfrm>
          <a:off x="4134886" y="-259083"/>
          <a:ext cx="3315097" cy="3315097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4">
            <a:hueOff val="-18869879"/>
            <a:satOff val="15842"/>
            <a:lumOff val="-235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DDFD46-2477-4EA7-9756-099723FC1915}">
      <dsp:nvSpPr>
        <dsp:cNvPr id="0" name=""/>
        <dsp:cNvSpPr/>
      </dsp:nvSpPr>
      <dsp:spPr>
        <a:xfrm>
          <a:off x="5759160" y="2414985"/>
          <a:ext cx="5135175" cy="12211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0795"/>
              </a:lnTo>
              <a:lnTo>
                <a:pt x="5135175" y="1210795"/>
              </a:lnTo>
              <a:lnTo>
                <a:pt x="5135175" y="1221138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66D3ED-5364-4BA2-B984-8506A23670C5}">
      <dsp:nvSpPr>
        <dsp:cNvPr id="0" name=""/>
        <dsp:cNvSpPr/>
      </dsp:nvSpPr>
      <dsp:spPr>
        <a:xfrm>
          <a:off x="5759160" y="826474"/>
          <a:ext cx="4922238" cy="1588510"/>
        </a:xfrm>
        <a:custGeom>
          <a:avLst/>
          <a:gdLst/>
          <a:ahLst/>
          <a:cxnLst/>
          <a:rect l="0" t="0" r="0" b="0"/>
          <a:pathLst>
            <a:path>
              <a:moveTo>
                <a:pt x="0" y="1588510"/>
              </a:moveTo>
              <a:lnTo>
                <a:pt x="4922238" y="0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8F31B3-2241-49D0-AA23-257BC03088CA}">
      <dsp:nvSpPr>
        <dsp:cNvPr id="0" name=""/>
        <dsp:cNvSpPr/>
      </dsp:nvSpPr>
      <dsp:spPr>
        <a:xfrm>
          <a:off x="5759160" y="1983303"/>
          <a:ext cx="3159882" cy="431681"/>
        </a:xfrm>
        <a:custGeom>
          <a:avLst/>
          <a:gdLst/>
          <a:ahLst/>
          <a:cxnLst/>
          <a:rect l="0" t="0" r="0" b="0"/>
          <a:pathLst>
            <a:path>
              <a:moveTo>
                <a:pt x="0" y="431681"/>
              </a:moveTo>
              <a:lnTo>
                <a:pt x="3159882" y="0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824C8B-C6B2-456B-A3B7-573EE81DE239}">
      <dsp:nvSpPr>
        <dsp:cNvPr id="0" name=""/>
        <dsp:cNvSpPr/>
      </dsp:nvSpPr>
      <dsp:spPr>
        <a:xfrm>
          <a:off x="5759160" y="2414985"/>
          <a:ext cx="1855137" cy="6026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2299"/>
              </a:lnTo>
              <a:lnTo>
                <a:pt x="1855137" y="592299"/>
              </a:lnTo>
              <a:lnTo>
                <a:pt x="1855137" y="602642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7C3C1A-9879-41EE-B4BE-9A1C5FE8F2CF}">
      <dsp:nvSpPr>
        <dsp:cNvPr id="0" name=""/>
        <dsp:cNvSpPr/>
      </dsp:nvSpPr>
      <dsp:spPr>
        <a:xfrm>
          <a:off x="5759160" y="2414985"/>
          <a:ext cx="232167" cy="21105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00245"/>
              </a:lnTo>
              <a:lnTo>
                <a:pt x="232167" y="2100245"/>
              </a:lnTo>
              <a:lnTo>
                <a:pt x="232167" y="2110589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426F06-DFCC-4B81-8FE5-DC3BE8189B30}">
      <dsp:nvSpPr>
        <dsp:cNvPr id="0" name=""/>
        <dsp:cNvSpPr/>
      </dsp:nvSpPr>
      <dsp:spPr>
        <a:xfrm>
          <a:off x="3040514" y="2414985"/>
          <a:ext cx="2718645" cy="1504396"/>
        </a:xfrm>
        <a:custGeom>
          <a:avLst/>
          <a:gdLst/>
          <a:ahLst/>
          <a:cxnLst/>
          <a:rect l="0" t="0" r="0" b="0"/>
          <a:pathLst>
            <a:path>
              <a:moveTo>
                <a:pt x="2718645" y="0"/>
              </a:moveTo>
              <a:lnTo>
                <a:pt x="2718645" y="1494053"/>
              </a:lnTo>
              <a:lnTo>
                <a:pt x="0" y="1494053"/>
              </a:lnTo>
              <a:lnTo>
                <a:pt x="0" y="1504396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9D7A44-669D-42C4-B2DA-463A26434824}">
      <dsp:nvSpPr>
        <dsp:cNvPr id="0" name=""/>
        <dsp:cNvSpPr/>
      </dsp:nvSpPr>
      <dsp:spPr>
        <a:xfrm>
          <a:off x="2789550" y="2205802"/>
          <a:ext cx="2969609" cy="209183"/>
        </a:xfrm>
        <a:custGeom>
          <a:avLst/>
          <a:gdLst/>
          <a:ahLst/>
          <a:cxnLst/>
          <a:rect l="0" t="0" r="0" b="0"/>
          <a:pathLst>
            <a:path>
              <a:moveTo>
                <a:pt x="2969609" y="209183"/>
              </a:moveTo>
              <a:lnTo>
                <a:pt x="0" y="0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54371B-27CF-469F-9F6E-F01E16E708EA}">
      <dsp:nvSpPr>
        <dsp:cNvPr id="0" name=""/>
        <dsp:cNvSpPr/>
      </dsp:nvSpPr>
      <dsp:spPr>
        <a:xfrm>
          <a:off x="1467505" y="976372"/>
          <a:ext cx="4291655" cy="1438612"/>
        </a:xfrm>
        <a:custGeom>
          <a:avLst/>
          <a:gdLst/>
          <a:ahLst/>
          <a:cxnLst/>
          <a:rect l="0" t="0" r="0" b="0"/>
          <a:pathLst>
            <a:path>
              <a:moveTo>
                <a:pt x="4291655" y="1438612"/>
              </a:moveTo>
              <a:lnTo>
                <a:pt x="0" y="0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E332C8-69E3-4F74-AE21-2069AE6C43DD}">
      <dsp:nvSpPr>
        <dsp:cNvPr id="0" name=""/>
        <dsp:cNvSpPr/>
      </dsp:nvSpPr>
      <dsp:spPr>
        <a:xfrm>
          <a:off x="1040596" y="2414985"/>
          <a:ext cx="4718564" cy="765293"/>
        </a:xfrm>
        <a:custGeom>
          <a:avLst/>
          <a:gdLst/>
          <a:ahLst/>
          <a:cxnLst/>
          <a:rect l="0" t="0" r="0" b="0"/>
          <a:pathLst>
            <a:path>
              <a:moveTo>
                <a:pt x="4718564" y="0"/>
              </a:moveTo>
              <a:lnTo>
                <a:pt x="4718564" y="754949"/>
              </a:lnTo>
              <a:lnTo>
                <a:pt x="0" y="754949"/>
              </a:lnTo>
              <a:lnTo>
                <a:pt x="0" y="765293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527E8D-F86B-4F29-9D34-BE26DCC7F455}">
      <dsp:nvSpPr>
        <dsp:cNvPr id="0" name=""/>
        <dsp:cNvSpPr/>
      </dsp:nvSpPr>
      <dsp:spPr>
        <a:xfrm>
          <a:off x="5726061" y="2348786"/>
          <a:ext cx="66198" cy="66198"/>
        </a:xfrm>
        <a:prstGeom prst="ellipse">
          <a:avLst/>
        </a:prstGeom>
        <a:blipFill>
          <a:blip xmlns:r="http://schemas.openxmlformats.org/officeDocument/2006/relationships" r:embed="rId1">
            <a:duotone>
              <a:schemeClr val="accent4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4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C84E576-B75E-4AE9-BF5E-060B8D5B81E5}">
      <dsp:nvSpPr>
        <dsp:cNvPr id="0" name=""/>
        <dsp:cNvSpPr/>
      </dsp:nvSpPr>
      <dsp:spPr>
        <a:xfrm rot="20514677">
          <a:off x="6544654" y="858330"/>
          <a:ext cx="1985958" cy="634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ТАНЫ ХҮСЧ БУЙ ТӨВ</a:t>
          </a:r>
          <a:endParaRPr lang="en-US" sz="2400" kern="1200" dirty="0"/>
        </a:p>
      </dsp:txBody>
      <dsp:txXfrm>
        <a:off x="6544654" y="858330"/>
        <a:ext cx="1985958" cy="634920"/>
      </dsp:txXfrm>
    </dsp:sp>
    <dsp:sp modelId="{3F85A696-EAF6-424D-A7D5-6D02AE3BC199}">
      <dsp:nvSpPr>
        <dsp:cNvPr id="0" name=""/>
        <dsp:cNvSpPr/>
      </dsp:nvSpPr>
      <dsp:spPr>
        <a:xfrm>
          <a:off x="378609" y="3180278"/>
          <a:ext cx="1323972" cy="1157865"/>
        </a:xfrm>
        <a:prstGeom prst="ellipse">
          <a:avLst/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C432BC3-D6BF-4244-A828-D4CED6429055}">
      <dsp:nvSpPr>
        <dsp:cNvPr id="0" name=""/>
        <dsp:cNvSpPr/>
      </dsp:nvSpPr>
      <dsp:spPr>
        <a:xfrm>
          <a:off x="524934" y="4348146"/>
          <a:ext cx="1037775" cy="5540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Хувь хүн </a:t>
          </a:r>
          <a:endParaRPr lang="en-US" sz="2000" kern="1200" dirty="0"/>
        </a:p>
      </dsp:txBody>
      <dsp:txXfrm>
        <a:off x="524934" y="4348146"/>
        <a:ext cx="1037775" cy="554054"/>
      </dsp:txXfrm>
    </dsp:sp>
    <dsp:sp modelId="{A8111B7C-DCA6-48CC-B536-D811684D9656}">
      <dsp:nvSpPr>
        <dsp:cNvPr id="0" name=""/>
        <dsp:cNvSpPr/>
      </dsp:nvSpPr>
      <dsp:spPr>
        <a:xfrm>
          <a:off x="893254" y="976372"/>
          <a:ext cx="1148501" cy="837663"/>
        </a:xfrm>
        <a:prstGeom prst="ellipse">
          <a:avLst/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AB317B6-6D8C-4FE6-8211-B8E8CBB91816}">
      <dsp:nvSpPr>
        <dsp:cNvPr id="0" name=""/>
        <dsp:cNvSpPr/>
      </dsp:nvSpPr>
      <dsp:spPr>
        <a:xfrm>
          <a:off x="953793" y="1834477"/>
          <a:ext cx="982396" cy="3722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Гэр бүл </a:t>
          </a:r>
          <a:endParaRPr lang="en-US" sz="2000" kern="1200" dirty="0"/>
        </a:p>
      </dsp:txBody>
      <dsp:txXfrm>
        <a:off x="953793" y="1834477"/>
        <a:ext cx="982396" cy="372251"/>
      </dsp:txXfrm>
    </dsp:sp>
    <dsp:sp modelId="{145AD3B6-A211-48AD-A651-2F149E9BC9C5}">
      <dsp:nvSpPr>
        <dsp:cNvPr id="0" name=""/>
        <dsp:cNvSpPr/>
      </dsp:nvSpPr>
      <dsp:spPr>
        <a:xfrm>
          <a:off x="2277520" y="2205802"/>
          <a:ext cx="1024059" cy="905628"/>
        </a:xfrm>
        <a:prstGeom prst="ellipse">
          <a:avLst/>
        </a:prstGeom>
        <a:blipFill rotWithShape="1">
          <a:blip xmlns:r="http://schemas.openxmlformats.org/officeDocument/2006/relationships" r:embed="rId4"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A7C6F73-7510-43E1-97DA-D4F7897D2195}">
      <dsp:nvSpPr>
        <dsp:cNvPr id="0" name=""/>
        <dsp:cNvSpPr/>
      </dsp:nvSpPr>
      <dsp:spPr>
        <a:xfrm>
          <a:off x="3259150" y="2598514"/>
          <a:ext cx="1320424" cy="393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Боловсрол</a:t>
          </a:r>
          <a:endParaRPr lang="en-US" sz="2000" kern="1200" dirty="0"/>
        </a:p>
      </dsp:txBody>
      <dsp:txXfrm>
        <a:off x="3259150" y="2598514"/>
        <a:ext cx="1320424" cy="393889"/>
      </dsp:txXfrm>
    </dsp:sp>
    <dsp:sp modelId="{84B83CDA-63F7-476F-B3D3-5E7758CD52C1}">
      <dsp:nvSpPr>
        <dsp:cNvPr id="0" name=""/>
        <dsp:cNvSpPr/>
      </dsp:nvSpPr>
      <dsp:spPr>
        <a:xfrm>
          <a:off x="2378528" y="3919382"/>
          <a:ext cx="1323972" cy="1224203"/>
        </a:xfrm>
        <a:prstGeom prst="ellipse">
          <a:avLst/>
        </a:prstGeom>
        <a:blipFill rotWithShape="1">
          <a:blip xmlns:r="http://schemas.openxmlformats.org/officeDocument/2006/relationships" r:embed="rId5"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D0F76BC-0142-4E5A-A28D-476CA06CE1E8}">
      <dsp:nvSpPr>
        <dsp:cNvPr id="0" name=""/>
        <dsp:cNvSpPr/>
      </dsp:nvSpPr>
      <dsp:spPr>
        <a:xfrm>
          <a:off x="3492867" y="4155416"/>
          <a:ext cx="1308953" cy="534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Мөнгө, санхүү </a:t>
          </a:r>
          <a:endParaRPr lang="en-US" sz="2000" kern="1200" dirty="0"/>
        </a:p>
      </dsp:txBody>
      <dsp:txXfrm>
        <a:off x="3492867" y="4155416"/>
        <a:ext cx="1308953" cy="534248"/>
      </dsp:txXfrm>
    </dsp:sp>
    <dsp:sp modelId="{B2A34CD3-653B-4D97-8ED0-A54097F14FD0}">
      <dsp:nvSpPr>
        <dsp:cNvPr id="0" name=""/>
        <dsp:cNvSpPr/>
      </dsp:nvSpPr>
      <dsp:spPr>
        <a:xfrm>
          <a:off x="5329341" y="4525574"/>
          <a:ext cx="1323972" cy="1035334"/>
        </a:xfrm>
        <a:prstGeom prst="ellipse">
          <a:avLst/>
        </a:prstGeom>
        <a:blipFill rotWithShape="1">
          <a:blip xmlns:r="http://schemas.openxmlformats.org/officeDocument/2006/relationships" r:embed="rId6"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13B420F-64BB-4DDE-8654-8243621B303B}">
      <dsp:nvSpPr>
        <dsp:cNvPr id="0" name=""/>
        <dsp:cNvSpPr/>
      </dsp:nvSpPr>
      <dsp:spPr>
        <a:xfrm>
          <a:off x="6679542" y="4585429"/>
          <a:ext cx="1618452" cy="684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Ажил, хөдөлмөр </a:t>
          </a:r>
          <a:endParaRPr lang="en-US" sz="2000" kern="1200" dirty="0"/>
        </a:p>
      </dsp:txBody>
      <dsp:txXfrm>
        <a:off x="6679542" y="4585429"/>
        <a:ext cx="1618452" cy="684023"/>
      </dsp:txXfrm>
    </dsp:sp>
    <dsp:sp modelId="{6533AD98-63A6-4293-98BB-99319C444806}">
      <dsp:nvSpPr>
        <dsp:cNvPr id="0" name=""/>
        <dsp:cNvSpPr/>
      </dsp:nvSpPr>
      <dsp:spPr>
        <a:xfrm>
          <a:off x="7052571" y="3017627"/>
          <a:ext cx="1123453" cy="1078206"/>
        </a:xfrm>
        <a:prstGeom prst="ellipse">
          <a:avLst/>
        </a:prstGeom>
        <a:blipFill rotWithShape="1">
          <a:blip xmlns:r="http://schemas.openxmlformats.org/officeDocument/2006/relationships" r:embed="rId7"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7AF2D8E-C3C8-443C-AD50-2B2CBF14B133}">
      <dsp:nvSpPr>
        <dsp:cNvPr id="0" name=""/>
        <dsp:cNvSpPr/>
      </dsp:nvSpPr>
      <dsp:spPr>
        <a:xfrm>
          <a:off x="6089959" y="3085476"/>
          <a:ext cx="985550" cy="5187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Чөлөөт цаг </a:t>
          </a:r>
          <a:endParaRPr lang="en-US" sz="2000" kern="1200" dirty="0"/>
        </a:p>
      </dsp:txBody>
      <dsp:txXfrm>
        <a:off x="6089959" y="3085476"/>
        <a:ext cx="985550" cy="518786"/>
      </dsp:txXfrm>
    </dsp:sp>
    <dsp:sp modelId="{22AB9A74-321A-4853-8698-F604BD283A9B}">
      <dsp:nvSpPr>
        <dsp:cNvPr id="0" name=""/>
        <dsp:cNvSpPr/>
      </dsp:nvSpPr>
      <dsp:spPr>
        <a:xfrm>
          <a:off x="8398392" y="1983303"/>
          <a:ext cx="1041300" cy="1015289"/>
        </a:xfrm>
        <a:prstGeom prst="ellipse">
          <a:avLst/>
        </a:prstGeom>
        <a:blipFill rotWithShape="1">
          <a:blip xmlns:r="http://schemas.openxmlformats.org/officeDocument/2006/relationships" r:embed="rId8"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C0AD011-066A-48F6-B9DE-0AAC9BB535A5}">
      <dsp:nvSpPr>
        <dsp:cNvPr id="0" name=""/>
        <dsp:cNvSpPr/>
      </dsp:nvSpPr>
      <dsp:spPr>
        <a:xfrm>
          <a:off x="8465652" y="3009065"/>
          <a:ext cx="926595" cy="513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Найз нөхөд </a:t>
          </a:r>
          <a:endParaRPr lang="en-US" sz="2000" kern="1200" dirty="0"/>
        </a:p>
      </dsp:txBody>
      <dsp:txXfrm>
        <a:off x="8465652" y="3009065"/>
        <a:ext cx="926595" cy="513069"/>
      </dsp:txXfrm>
    </dsp:sp>
    <dsp:sp modelId="{D7D49BB2-DB3F-4E40-83FC-285848B89E19}">
      <dsp:nvSpPr>
        <dsp:cNvPr id="0" name=""/>
        <dsp:cNvSpPr/>
      </dsp:nvSpPr>
      <dsp:spPr>
        <a:xfrm>
          <a:off x="10031943" y="826474"/>
          <a:ext cx="1298909" cy="1115483"/>
        </a:xfrm>
        <a:prstGeom prst="ellipse">
          <a:avLst/>
        </a:prstGeom>
        <a:blipFill rotWithShape="1">
          <a:blip xmlns:r="http://schemas.openxmlformats.org/officeDocument/2006/relationships" r:embed="rId9"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9F25743-2853-4646-BDFF-6C4055A0BA00}">
      <dsp:nvSpPr>
        <dsp:cNvPr id="0" name=""/>
        <dsp:cNvSpPr/>
      </dsp:nvSpPr>
      <dsp:spPr>
        <a:xfrm>
          <a:off x="10055218" y="1917183"/>
          <a:ext cx="1366931" cy="620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Дайсан, өрсөлдөгч </a:t>
          </a:r>
          <a:endParaRPr lang="en-US" sz="2000" kern="1200" dirty="0"/>
        </a:p>
      </dsp:txBody>
      <dsp:txXfrm>
        <a:off x="10055218" y="1917183"/>
        <a:ext cx="1366931" cy="620796"/>
      </dsp:txXfrm>
    </dsp:sp>
    <dsp:sp modelId="{6FF83B3C-3D2C-432C-A2D6-7AE98E117619}">
      <dsp:nvSpPr>
        <dsp:cNvPr id="0" name=""/>
        <dsp:cNvSpPr/>
      </dsp:nvSpPr>
      <dsp:spPr>
        <a:xfrm>
          <a:off x="10402921" y="3636124"/>
          <a:ext cx="982829" cy="1052899"/>
        </a:xfrm>
        <a:prstGeom prst="ellipse">
          <a:avLst/>
        </a:prstGeom>
        <a:blipFill rotWithShape="1">
          <a:blip xmlns:r="http://schemas.openxmlformats.org/officeDocument/2006/relationships" r:embed="rId10"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837772F-FA33-45B7-93F9-09463D60DA5A}">
      <dsp:nvSpPr>
        <dsp:cNvPr id="0" name=""/>
        <dsp:cNvSpPr/>
      </dsp:nvSpPr>
      <dsp:spPr>
        <a:xfrm>
          <a:off x="10398643" y="4604389"/>
          <a:ext cx="1039081" cy="644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Сүсэг бишрэл</a:t>
          </a:r>
          <a:endParaRPr lang="en-US" sz="2000" kern="1200" dirty="0"/>
        </a:p>
      </dsp:txBody>
      <dsp:txXfrm>
        <a:off x="10398643" y="4604389"/>
        <a:ext cx="1039081" cy="6440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34DC9F-751E-4D7F-B468-E76D5522B498}">
      <dsp:nvSpPr>
        <dsp:cNvPr id="0" name=""/>
        <dsp:cNvSpPr/>
      </dsp:nvSpPr>
      <dsp:spPr>
        <a:xfrm>
          <a:off x="4199972" y="1979671"/>
          <a:ext cx="2999426" cy="2205675"/>
        </a:xfrm>
        <a:prstGeom prst="ellipse">
          <a:avLst/>
        </a:prstGeom>
        <a:solidFill>
          <a:schemeClr val="accent6">
            <a:tint val="69000"/>
            <a:satMod val="105000"/>
            <a:lumMod val="110000"/>
          </a:schemeClr>
        </a:solidFill>
        <a:ln w="9525" cap="flat" cmpd="sng" algn="ctr">
          <a:solidFill>
            <a:schemeClr val="accent6">
              <a:shade val="60000"/>
            </a:schemeClr>
          </a:solidFill>
          <a:prstDash val="solid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3200" b="1" kern="1200" cap="all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Хувь тавилан</a:t>
          </a:r>
          <a:endParaRPr lang="en-US" sz="3200" b="1" kern="1200" cap="all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39228" y="2302685"/>
        <a:ext cx="2120914" cy="1559647"/>
      </dsp:txXfrm>
    </dsp:sp>
    <dsp:sp modelId="{CEB24388-AA61-4E3C-B78C-E7042FA183AF}">
      <dsp:nvSpPr>
        <dsp:cNvPr id="0" name=""/>
        <dsp:cNvSpPr/>
      </dsp:nvSpPr>
      <dsp:spPr>
        <a:xfrm rot="16200000">
          <a:off x="5604586" y="1871229"/>
          <a:ext cx="190198" cy="26684"/>
        </a:xfrm>
        <a:custGeom>
          <a:avLst/>
          <a:gdLst/>
          <a:ahLst/>
          <a:cxnLst/>
          <a:rect l="0" t="0" r="0" b="0"/>
          <a:pathLst>
            <a:path>
              <a:moveTo>
                <a:pt x="0" y="13342"/>
              </a:moveTo>
              <a:lnTo>
                <a:pt x="190198" y="1334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694931" y="1879817"/>
        <a:ext cx="9509" cy="9509"/>
      </dsp:txXfrm>
    </dsp:sp>
    <dsp:sp modelId="{CAAA4CD9-4DC9-4B6B-A27C-51600C87333B}">
      <dsp:nvSpPr>
        <dsp:cNvPr id="0" name=""/>
        <dsp:cNvSpPr/>
      </dsp:nvSpPr>
      <dsp:spPr>
        <a:xfrm>
          <a:off x="4634045" y="-25826"/>
          <a:ext cx="2131281" cy="181529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3200" kern="1200" cap="none" dirty="0">
              <a:latin typeface="Times New Roman" panose="02020603050405020304" pitchFamily="18" charset="0"/>
              <a:cs typeface="Times New Roman" panose="02020603050405020304" pitchFamily="18" charset="0"/>
            </a:rPr>
            <a:t>Бодол</a:t>
          </a:r>
          <a:endParaRPr lang="en-US" sz="3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946164" y="240018"/>
        <a:ext cx="1507043" cy="1283610"/>
      </dsp:txXfrm>
    </dsp:sp>
    <dsp:sp modelId="{BFA9356A-CE45-40D7-963D-047FBAC9E619}">
      <dsp:nvSpPr>
        <dsp:cNvPr id="0" name=""/>
        <dsp:cNvSpPr/>
      </dsp:nvSpPr>
      <dsp:spPr>
        <a:xfrm rot="20364394">
          <a:off x="7026331" y="2518753"/>
          <a:ext cx="276431" cy="26684"/>
        </a:xfrm>
        <a:custGeom>
          <a:avLst/>
          <a:gdLst/>
          <a:ahLst/>
          <a:cxnLst/>
          <a:rect l="0" t="0" r="0" b="0"/>
          <a:pathLst>
            <a:path>
              <a:moveTo>
                <a:pt x="0" y="13342"/>
              </a:moveTo>
              <a:lnTo>
                <a:pt x="276431" y="1334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157636" y="2525184"/>
        <a:ext cx="13821" cy="13821"/>
      </dsp:txXfrm>
    </dsp:sp>
    <dsp:sp modelId="{4AB782BA-21FA-4D5E-851B-5EBC860C2238}">
      <dsp:nvSpPr>
        <dsp:cNvPr id="0" name=""/>
        <dsp:cNvSpPr/>
      </dsp:nvSpPr>
      <dsp:spPr>
        <a:xfrm>
          <a:off x="7199399" y="1286990"/>
          <a:ext cx="2066100" cy="1687692"/>
        </a:xfrm>
        <a:prstGeom prst="ellipse">
          <a:avLst/>
        </a:prstGeom>
        <a:solidFill>
          <a:schemeClr val="accent4">
            <a:hueOff val="-4717470"/>
            <a:satOff val="3960"/>
            <a:lumOff val="-58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3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Үг</a:t>
          </a:r>
          <a:endParaRPr lang="en-US" sz="3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501972" y="1534147"/>
        <a:ext cx="1460954" cy="1193378"/>
      </dsp:txXfrm>
    </dsp:sp>
    <dsp:sp modelId="{DA65DFD2-3029-4800-B807-4DD9F34FB0EC}">
      <dsp:nvSpPr>
        <dsp:cNvPr id="0" name=""/>
        <dsp:cNvSpPr/>
      </dsp:nvSpPr>
      <dsp:spPr>
        <a:xfrm rot="2643557">
          <a:off x="6559484" y="4064855"/>
          <a:ext cx="338269" cy="26684"/>
        </a:xfrm>
        <a:custGeom>
          <a:avLst/>
          <a:gdLst/>
          <a:ahLst/>
          <a:cxnLst/>
          <a:rect l="0" t="0" r="0" b="0"/>
          <a:pathLst>
            <a:path>
              <a:moveTo>
                <a:pt x="0" y="13342"/>
              </a:moveTo>
              <a:lnTo>
                <a:pt x="338269" y="1334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20162" y="4069741"/>
        <a:ext cx="16913" cy="16913"/>
      </dsp:txXfrm>
    </dsp:sp>
    <dsp:sp modelId="{3D9E41B6-6C6B-4422-8891-DE7CBF930D90}">
      <dsp:nvSpPr>
        <dsp:cNvPr id="0" name=""/>
        <dsp:cNvSpPr/>
      </dsp:nvSpPr>
      <dsp:spPr>
        <a:xfrm>
          <a:off x="6484574" y="3981638"/>
          <a:ext cx="2109898" cy="1762525"/>
        </a:xfrm>
        <a:prstGeom prst="ellipse">
          <a:avLst/>
        </a:prstGeom>
        <a:solidFill>
          <a:schemeClr val="accent4">
            <a:hueOff val="-9434940"/>
            <a:satOff val="7921"/>
            <a:lumOff val="-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3200" kern="12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Үйлдэл</a:t>
          </a:r>
          <a:endParaRPr lang="en-US" sz="3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93561" y="4239754"/>
        <a:ext cx="1491924" cy="1246293"/>
      </dsp:txXfrm>
    </dsp:sp>
    <dsp:sp modelId="{C86900EF-7AA5-4D59-80B6-1D226ECC6EFC}">
      <dsp:nvSpPr>
        <dsp:cNvPr id="0" name=""/>
        <dsp:cNvSpPr/>
      </dsp:nvSpPr>
      <dsp:spPr>
        <a:xfrm rot="7963991">
          <a:off x="4631474" y="4080054"/>
          <a:ext cx="268615" cy="26684"/>
        </a:xfrm>
        <a:custGeom>
          <a:avLst/>
          <a:gdLst/>
          <a:ahLst/>
          <a:cxnLst/>
          <a:rect l="0" t="0" r="0" b="0"/>
          <a:pathLst>
            <a:path>
              <a:moveTo>
                <a:pt x="0" y="13342"/>
              </a:moveTo>
              <a:lnTo>
                <a:pt x="268615" y="1334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4759066" y="4086680"/>
        <a:ext cx="13430" cy="13430"/>
      </dsp:txXfrm>
    </dsp:sp>
    <dsp:sp modelId="{862BEEDE-382D-4098-8033-47F9BC2BDD9F}">
      <dsp:nvSpPr>
        <dsp:cNvPr id="0" name=""/>
        <dsp:cNvSpPr/>
      </dsp:nvSpPr>
      <dsp:spPr>
        <a:xfrm>
          <a:off x="2987842" y="4026622"/>
          <a:ext cx="2116372" cy="1691715"/>
        </a:xfrm>
        <a:prstGeom prst="ellipse">
          <a:avLst/>
        </a:prstGeom>
        <a:solidFill>
          <a:schemeClr val="accent4">
            <a:hueOff val="-14152409"/>
            <a:satOff val="11881"/>
            <a:lumOff val="-1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3200" kern="12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Зуршил</a:t>
          </a:r>
          <a:endParaRPr lang="en-US" sz="3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297778" y="4274368"/>
        <a:ext cx="1496500" cy="1196223"/>
      </dsp:txXfrm>
    </dsp:sp>
    <dsp:sp modelId="{B6F3FF8E-91D1-4D01-9B3E-BBA5FF15BD34}">
      <dsp:nvSpPr>
        <dsp:cNvPr id="0" name=""/>
        <dsp:cNvSpPr/>
      </dsp:nvSpPr>
      <dsp:spPr>
        <a:xfrm rot="11702815">
          <a:off x="4207203" y="2679426"/>
          <a:ext cx="85402" cy="26684"/>
        </a:xfrm>
        <a:custGeom>
          <a:avLst/>
          <a:gdLst/>
          <a:ahLst/>
          <a:cxnLst/>
          <a:rect l="0" t="0" r="0" b="0"/>
          <a:pathLst>
            <a:path>
              <a:moveTo>
                <a:pt x="0" y="13342"/>
              </a:moveTo>
              <a:lnTo>
                <a:pt x="85402" y="1334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4247769" y="2690633"/>
        <a:ext cx="4270" cy="4270"/>
      </dsp:txXfrm>
    </dsp:sp>
    <dsp:sp modelId="{B725503D-2D8A-4E2A-A622-BEC0427E97C1}">
      <dsp:nvSpPr>
        <dsp:cNvPr id="0" name=""/>
        <dsp:cNvSpPr/>
      </dsp:nvSpPr>
      <dsp:spPr>
        <a:xfrm>
          <a:off x="2202003" y="1591682"/>
          <a:ext cx="2059896" cy="1654865"/>
        </a:xfrm>
        <a:prstGeom prst="ellipse">
          <a:avLst/>
        </a:prstGeom>
        <a:solidFill>
          <a:schemeClr val="accent4">
            <a:hueOff val="-18869879"/>
            <a:satOff val="15842"/>
            <a:lumOff val="-235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3200" kern="1200" cap="none" dirty="0">
              <a:latin typeface="Times New Roman" panose="02020603050405020304" pitchFamily="18" charset="0"/>
              <a:cs typeface="Times New Roman" panose="02020603050405020304" pitchFamily="18" charset="0"/>
            </a:rPr>
            <a:t>Зан чанар </a:t>
          </a:r>
          <a:endParaRPr lang="en-US" sz="3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03668" y="1834031"/>
        <a:ext cx="1456566" cy="117016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149887-A057-4F03-AB88-F95FEBF0CB01}">
      <dsp:nvSpPr>
        <dsp:cNvPr id="0" name=""/>
        <dsp:cNvSpPr/>
      </dsp:nvSpPr>
      <dsp:spPr>
        <a:xfrm rot="5400000">
          <a:off x="350272" y="3299113"/>
          <a:ext cx="1036622" cy="1724916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BA0DF0-4DAA-4D4E-8702-A7C96260D902}">
      <dsp:nvSpPr>
        <dsp:cNvPr id="0" name=""/>
        <dsp:cNvSpPr/>
      </dsp:nvSpPr>
      <dsp:spPr>
        <a:xfrm>
          <a:off x="177234" y="3814491"/>
          <a:ext cx="1557264" cy="1365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Учир нь </a:t>
          </a:r>
          <a:r>
            <a:rPr lang="mn-MN" sz="2400" b="1" kern="1200" cap="all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бодол</a:t>
          </a:r>
          <a:r>
            <a:rPr lang="mn-M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үг болдог.</a:t>
          </a:r>
          <a:endParaRPr lang="en-US" sz="2400" kern="1200" dirty="0"/>
        </a:p>
      </dsp:txBody>
      <dsp:txXfrm>
        <a:off x="177234" y="3814491"/>
        <a:ext cx="1557264" cy="1365033"/>
      </dsp:txXfrm>
    </dsp:sp>
    <dsp:sp modelId="{AC70FD7F-9EE6-47EC-960D-EA6D07413A19}">
      <dsp:nvSpPr>
        <dsp:cNvPr id="0" name=""/>
        <dsp:cNvSpPr/>
      </dsp:nvSpPr>
      <dsp:spPr>
        <a:xfrm>
          <a:off x="1440675" y="3172123"/>
          <a:ext cx="293823" cy="293823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3F4C15-82B3-4263-B3BE-2759367FE7AF}">
      <dsp:nvSpPr>
        <dsp:cNvPr id="0" name=""/>
        <dsp:cNvSpPr/>
      </dsp:nvSpPr>
      <dsp:spPr>
        <a:xfrm rot="5400000">
          <a:off x="2256668" y="2827373"/>
          <a:ext cx="1036622" cy="1724916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38D996-A8F1-411E-9909-761CD1816F12}">
      <dsp:nvSpPr>
        <dsp:cNvPr id="0" name=""/>
        <dsp:cNvSpPr/>
      </dsp:nvSpPr>
      <dsp:spPr>
        <a:xfrm>
          <a:off x="2083630" y="3342752"/>
          <a:ext cx="1557264" cy="1365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Учир нь </a:t>
          </a:r>
          <a:r>
            <a:rPr lang="mn-MN" sz="2400" b="1" kern="1200" cap="all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үг</a:t>
          </a:r>
          <a:r>
            <a:rPr lang="mn-M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үйлдэл болдог. </a:t>
          </a:r>
          <a:endParaRPr lang="en-US" sz="2400" kern="1200" dirty="0"/>
        </a:p>
      </dsp:txBody>
      <dsp:txXfrm>
        <a:off x="2083630" y="3342752"/>
        <a:ext cx="1557264" cy="1365033"/>
      </dsp:txXfrm>
    </dsp:sp>
    <dsp:sp modelId="{7A10A43F-9892-4EFE-98D9-104A41B2B942}">
      <dsp:nvSpPr>
        <dsp:cNvPr id="0" name=""/>
        <dsp:cNvSpPr/>
      </dsp:nvSpPr>
      <dsp:spPr>
        <a:xfrm>
          <a:off x="3347071" y="2700383"/>
          <a:ext cx="293823" cy="293823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29615F-A075-4D97-B685-AB5823481796}">
      <dsp:nvSpPr>
        <dsp:cNvPr id="0" name=""/>
        <dsp:cNvSpPr/>
      </dsp:nvSpPr>
      <dsp:spPr>
        <a:xfrm rot="5400000">
          <a:off x="4163064" y="2355634"/>
          <a:ext cx="1036622" cy="1724916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6CE373-9387-4FEC-A4B2-E013C612D77C}">
      <dsp:nvSpPr>
        <dsp:cNvPr id="0" name=""/>
        <dsp:cNvSpPr/>
      </dsp:nvSpPr>
      <dsp:spPr>
        <a:xfrm>
          <a:off x="3990026" y="2871012"/>
          <a:ext cx="1557264" cy="1365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Учир нь </a:t>
          </a:r>
          <a:r>
            <a:rPr lang="mn-MN" sz="2400" b="1" kern="1200" cap="all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үйлдэл </a:t>
          </a:r>
          <a:r>
            <a:rPr lang="mn-M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зуршил болдог.</a:t>
          </a:r>
          <a:endParaRPr lang="en-US" sz="2400" kern="1200" dirty="0"/>
        </a:p>
      </dsp:txBody>
      <dsp:txXfrm>
        <a:off x="3990026" y="2871012"/>
        <a:ext cx="1557264" cy="1365033"/>
      </dsp:txXfrm>
    </dsp:sp>
    <dsp:sp modelId="{8C15E7D7-A11B-4FBA-B8DE-8A97115ED59B}">
      <dsp:nvSpPr>
        <dsp:cNvPr id="0" name=""/>
        <dsp:cNvSpPr/>
      </dsp:nvSpPr>
      <dsp:spPr>
        <a:xfrm>
          <a:off x="5253467" y="2228643"/>
          <a:ext cx="293823" cy="293823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72720E-878A-4AA6-92D5-68C534E1A796}">
      <dsp:nvSpPr>
        <dsp:cNvPr id="0" name=""/>
        <dsp:cNvSpPr/>
      </dsp:nvSpPr>
      <dsp:spPr>
        <a:xfrm rot="5400000">
          <a:off x="6069460" y="1883894"/>
          <a:ext cx="1036622" cy="1724916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A3D6D8-0CFD-4D48-A246-D504764F47F8}">
      <dsp:nvSpPr>
        <dsp:cNvPr id="0" name=""/>
        <dsp:cNvSpPr/>
      </dsp:nvSpPr>
      <dsp:spPr>
        <a:xfrm>
          <a:off x="5896422" y="2399273"/>
          <a:ext cx="1557264" cy="1365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Учир нь </a:t>
          </a:r>
          <a:r>
            <a:rPr lang="mn-MN" sz="2400" b="1" kern="1200" cap="all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зуршил</a:t>
          </a:r>
          <a:r>
            <a:rPr lang="mn-M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зан чанар болдог. </a:t>
          </a:r>
          <a:endParaRPr lang="en-US" sz="2400" kern="1200" dirty="0"/>
        </a:p>
      </dsp:txBody>
      <dsp:txXfrm>
        <a:off x="5896422" y="2399273"/>
        <a:ext cx="1557264" cy="1365033"/>
      </dsp:txXfrm>
    </dsp:sp>
    <dsp:sp modelId="{98489166-07F8-46A9-825A-CC17BFA17345}">
      <dsp:nvSpPr>
        <dsp:cNvPr id="0" name=""/>
        <dsp:cNvSpPr/>
      </dsp:nvSpPr>
      <dsp:spPr>
        <a:xfrm>
          <a:off x="7159863" y="1756904"/>
          <a:ext cx="293823" cy="293823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7161BB-9F37-4273-9D96-0A863AC6CC0A}">
      <dsp:nvSpPr>
        <dsp:cNvPr id="0" name=""/>
        <dsp:cNvSpPr/>
      </dsp:nvSpPr>
      <dsp:spPr>
        <a:xfrm rot="5400000">
          <a:off x="7975856" y="1412155"/>
          <a:ext cx="1036622" cy="1724916"/>
        </a:xfrm>
        <a:prstGeom prst="corner">
          <a:avLst>
            <a:gd name="adj1" fmla="val 16120"/>
            <a:gd name="adj2" fmla="val 1611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34C89B-22E1-4DA9-8B82-AF53D3C72E61}">
      <dsp:nvSpPr>
        <dsp:cNvPr id="0" name=""/>
        <dsp:cNvSpPr/>
      </dsp:nvSpPr>
      <dsp:spPr>
        <a:xfrm>
          <a:off x="7802818" y="1927533"/>
          <a:ext cx="1557264" cy="1365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Учир нь </a:t>
          </a:r>
          <a:r>
            <a:rPr lang="mn-MN" sz="2400" b="1" kern="1200" cap="all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зан чанар </a:t>
          </a:r>
          <a:r>
            <a:rPr lang="mn-M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хувь тавилан болдог.</a:t>
          </a:r>
          <a:endParaRPr lang="en-US" sz="2400" kern="1200" dirty="0"/>
        </a:p>
      </dsp:txBody>
      <dsp:txXfrm>
        <a:off x="7802818" y="1927533"/>
        <a:ext cx="1557264" cy="1365033"/>
      </dsp:txXfrm>
    </dsp:sp>
    <dsp:sp modelId="{F9CE1471-376C-4E7D-9145-5311C6E31918}">
      <dsp:nvSpPr>
        <dsp:cNvPr id="0" name=""/>
        <dsp:cNvSpPr/>
      </dsp:nvSpPr>
      <dsp:spPr>
        <a:xfrm>
          <a:off x="9066259" y="1285164"/>
          <a:ext cx="293823" cy="293823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0D599F-275F-4762-A2BF-71A7DA399D2F}">
      <dsp:nvSpPr>
        <dsp:cNvPr id="0" name=""/>
        <dsp:cNvSpPr/>
      </dsp:nvSpPr>
      <dsp:spPr>
        <a:xfrm rot="5400000">
          <a:off x="9882252" y="940415"/>
          <a:ext cx="1036622" cy="1724916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47D745-0426-440A-9724-F1DFD7545BC7}">
      <dsp:nvSpPr>
        <dsp:cNvPr id="0" name=""/>
        <dsp:cNvSpPr/>
      </dsp:nvSpPr>
      <dsp:spPr>
        <a:xfrm>
          <a:off x="9709213" y="1455794"/>
          <a:ext cx="1557264" cy="1365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 dirty="0"/>
        </a:p>
      </dsp:txBody>
      <dsp:txXfrm>
        <a:off x="9709213" y="1455794"/>
        <a:ext cx="1557264" cy="136503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FDBDB6-CA16-48CF-958D-830ECB769ECC}">
      <dsp:nvSpPr>
        <dsp:cNvPr id="0" name=""/>
        <dsp:cNvSpPr/>
      </dsp:nvSpPr>
      <dsp:spPr>
        <a:xfrm rot="16200000">
          <a:off x="-1040916" y="1042065"/>
          <a:ext cx="5074032" cy="2989900"/>
        </a:xfrm>
        <a:prstGeom prst="flowChartManualOperation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0" rIns="15240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Зорилгын шинжилгээ 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mn-MN" sz="2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mn-MN" sz="2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 dirty="0">
            <a:solidFill>
              <a:schemeClr val="tx1"/>
            </a:solidFill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mn-MN" sz="2400" b="1" i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Би юу хүсч байна вэ? </a:t>
          </a:r>
          <a:endParaRPr lang="en-US" sz="2400" b="1" i="1" kern="1200" dirty="0">
            <a:solidFill>
              <a:schemeClr val="tx1"/>
            </a:solidFill>
          </a:endParaRPr>
        </a:p>
      </dsp:txBody>
      <dsp:txXfrm rot="5400000">
        <a:off x="1150" y="1014805"/>
        <a:ext cx="2989900" cy="3044420"/>
      </dsp:txXfrm>
    </dsp:sp>
    <dsp:sp modelId="{F49BC492-3914-4C1A-9CC5-56E1A9FD8D3F}">
      <dsp:nvSpPr>
        <dsp:cNvPr id="0" name=""/>
        <dsp:cNvSpPr/>
      </dsp:nvSpPr>
      <dsp:spPr>
        <a:xfrm rot="16200000">
          <a:off x="2173226" y="1042065"/>
          <a:ext cx="5074032" cy="2989900"/>
        </a:xfrm>
        <a:prstGeom prst="flowChartManualOperation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0" rIns="15240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Нөхцөл байдлын шинжилгээ 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 dirty="0">
            <a:solidFill>
              <a:schemeClr val="tx1"/>
            </a:solidFill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mn-MN" sz="2400" b="1" i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Би юу чадах вэ?</a:t>
          </a:r>
          <a:endParaRPr lang="en-US" sz="2400" b="1" i="1" kern="1200" dirty="0">
            <a:solidFill>
              <a:schemeClr val="tx1"/>
            </a:solidFill>
          </a:endParaRPr>
        </a:p>
      </dsp:txBody>
      <dsp:txXfrm rot="5400000">
        <a:off x="3215292" y="1014805"/>
        <a:ext cx="2989900" cy="3044420"/>
      </dsp:txXfrm>
    </dsp:sp>
    <dsp:sp modelId="{23CE2951-22B8-4DFB-8C0E-A1C7298B1855}">
      <dsp:nvSpPr>
        <dsp:cNvPr id="0" name=""/>
        <dsp:cNvSpPr/>
      </dsp:nvSpPr>
      <dsp:spPr>
        <a:xfrm rot="16200000">
          <a:off x="5388518" y="1042065"/>
          <a:ext cx="5074032" cy="2989900"/>
        </a:xfrm>
        <a:prstGeom prst="flowChartManualOperation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0" rIns="15240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Зорилтоо томъёолох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mn-MN" sz="2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en-US" sz="2400" kern="1200" dirty="0">
            <a:solidFill>
              <a:schemeClr val="tx1"/>
            </a:solidFill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mn-MN" sz="2400" b="1" i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Би чухам юуг хийх вэ?</a:t>
          </a:r>
          <a:endParaRPr lang="en-US" sz="2400" b="1" i="1" kern="1200" dirty="0">
            <a:solidFill>
              <a:schemeClr val="tx1"/>
            </a:solidFill>
          </a:endParaRPr>
        </a:p>
      </dsp:txBody>
      <dsp:txXfrm rot="5400000">
        <a:off x="6430584" y="1014805"/>
        <a:ext cx="2989900" cy="304442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64CD77-6151-4931-8679-DD21CEF4504D}">
      <dsp:nvSpPr>
        <dsp:cNvPr id="0" name=""/>
        <dsp:cNvSpPr/>
      </dsp:nvSpPr>
      <dsp:spPr>
        <a:xfrm>
          <a:off x="6372545" y="2244436"/>
          <a:ext cx="3045133" cy="2439052"/>
        </a:xfrm>
        <a:prstGeom prst="ellipse">
          <a:avLst/>
        </a:prstGeom>
        <a:blipFill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3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800" b="1" kern="1200" cap="none">
              <a:latin typeface="Times New Roman" panose="02020603050405020304" pitchFamily="18" charset="0"/>
              <a:cs typeface="Times New Roman" panose="02020603050405020304" pitchFamily="18" charset="0"/>
            </a:rPr>
            <a:t>Өөрийгөө хөгжүүл</a:t>
          </a:r>
          <a:endParaRPr lang="en-US" sz="2800" kern="1200" dirty="0"/>
        </a:p>
      </dsp:txBody>
      <dsp:txXfrm>
        <a:off x="6818494" y="2601627"/>
        <a:ext cx="2153235" cy="1724670"/>
      </dsp:txXfrm>
    </dsp:sp>
    <dsp:sp modelId="{020BF370-AF2A-44D2-ADFE-9B68A322CFC0}">
      <dsp:nvSpPr>
        <dsp:cNvPr id="0" name=""/>
        <dsp:cNvSpPr/>
      </dsp:nvSpPr>
      <dsp:spPr>
        <a:xfrm rot="16200000">
          <a:off x="7843799" y="1855526"/>
          <a:ext cx="102626" cy="589994"/>
        </a:xfrm>
        <a:prstGeom prst="rightArrow">
          <a:avLst>
            <a:gd name="adj1" fmla="val 60000"/>
            <a:gd name="adj2" fmla="val 50000"/>
          </a:avLst>
        </a:prstGeom>
        <a:blipFill>
          <a:blip xmlns:r="http://schemas.openxmlformats.org/officeDocument/2006/relationships" r:embed="rId1">
            <a:duotone>
              <a:schemeClr val="accent4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4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>
            <a:solidFill>
              <a:schemeClr val="tx1"/>
            </a:solidFill>
          </a:endParaRPr>
        </a:p>
      </dsp:txBody>
      <dsp:txXfrm>
        <a:off x="7859193" y="1988919"/>
        <a:ext cx="71838" cy="353996"/>
      </dsp:txXfrm>
    </dsp:sp>
    <dsp:sp modelId="{C79B88AE-5C04-46D6-8A1B-D7B11CE10D4C}">
      <dsp:nvSpPr>
        <dsp:cNvPr id="0" name=""/>
        <dsp:cNvSpPr/>
      </dsp:nvSpPr>
      <dsp:spPr>
        <a:xfrm>
          <a:off x="6628742" y="13326"/>
          <a:ext cx="2532740" cy="2037475"/>
        </a:xfrm>
        <a:prstGeom prst="ellipse">
          <a:avLst/>
        </a:prstGeom>
        <a:blipFill>
          <a:blip xmlns:r="http://schemas.openxmlformats.org/officeDocument/2006/relationships" r:embed="rId1">
            <a:duotone>
              <a:schemeClr val="accent4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4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Байнга суралц </a:t>
          </a:r>
          <a:endParaRPr lang="en-US" sz="2400" kern="1200" dirty="0"/>
        </a:p>
      </dsp:txBody>
      <dsp:txXfrm>
        <a:off x="6999653" y="311707"/>
        <a:ext cx="1790918" cy="1440713"/>
      </dsp:txXfrm>
    </dsp:sp>
    <dsp:sp modelId="{3367128E-8CDA-4C06-83A6-20F36093400F}">
      <dsp:nvSpPr>
        <dsp:cNvPr id="0" name=""/>
        <dsp:cNvSpPr/>
      </dsp:nvSpPr>
      <dsp:spPr>
        <a:xfrm rot="20047500">
          <a:off x="9442636" y="2234507"/>
          <a:ext cx="758115" cy="589994"/>
        </a:xfrm>
        <a:prstGeom prst="rightArrow">
          <a:avLst>
            <a:gd name="adj1" fmla="val 60000"/>
            <a:gd name="adj2" fmla="val 50000"/>
          </a:avLst>
        </a:prstGeom>
        <a:blipFill>
          <a:blip xmlns:r="http://schemas.openxmlformats.org/officeDocument/2006/relationships" r:embed="rId1">
            <a:duotone>
              <a:schemeClr val="accent4">
                <a:hueOff val="-3773976"/>
                <a:satOff val="3168"/>
                <a:lumOff val="-471"/>
                <a:alphaOff val="0"/>
                <a:shade val="88000"/>
                <a:lumMod val="88000"/>
              </a:schemeClr>
              <a:schemeClr val="accent4">
                <a:hueOff val="-3773976"/>
                <a:satOff val="3168"/>
                <a:lumOff val="-471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solidFill>
              <a:schemeClr val="tx1"/>
            </a:solidFill>
          </a:endParaRPr>
        </a:p>
      </dsp:txBody>
      <dsp:txXfrm>
        <a:off x="9451508" y="2391128"/>
        <a:ext cx="581117" cy="353996"/>
      </dsp:txXfrm>
    </dsp:sp>
    <dsp:sp modelId="{348CCE09-1C67-42CC-952A-07C331854F25}">
      <dsp:nvSpPr>
        <dsp:cNvPr id="0" name=""/>
        <dsp:cNvSpPr/>
      </dsp:nvSpPr>
      <dsp:spPr>
        <a:xfrm>
          <a:off x="10344004" y="743530"/>
          <a:ext cx="2250202" cy="1973842"/>
        </a:xfrm>
        <a:prstGeom prst="ellipse">
          <a:avLst/>
        </a:prstGeom>
        <a:blipFill>
          <a:blip xmlns:r="http://schemas.openxmlformats.org/officeDocument/2006/relationships" r:embed="rId1">
            <a:duotone>
              <a:schemeClr val="accent4">
                <a:hueOff val="-3773976"/>
                <a:satOff val="3168"/>
                <a:lumOff val="-471"/>
                <a:alphaOff val="0"/>
                <a:shade val="88000"/>
                <a:lumMod val="88000"/>
              </a:schemeClr>
              <a:schemeClr val="accent4">
                <a:hueOff val="-3773976"/>
                <a:satOff val="3168"/>
                <a:lumOff val="-471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Тууштай бай </a:t>
          </a:r>
          <a:endParaRPr lang="en-US" sz="2400" kern="1200" dirty="0"/>
        </a:p>
      </dsp:txBody>
      <dsp:txXfrm>
        <a:off x="10673538" y="1032592"/>
        <a:ext cx="1591134" cy="1395718"/>
      </dsp:txXfrm>
    </dsp:sp>
    <dsp:sp modelId="{09C17DE7-00CB-4AD0-8577-D14FECF49B94}">
      <dsp:nvSpPr>
        <dsp:cNvPr id="0" name=""/>
        <dsp:cNvSpPr/>
      </dsp:nvSpPr>
      <dsp:spPr>
        <a:xfrm rot="1398744">
          <a:off x="9406034" y="3927725"/>
          <a:ext cx="499697" cy="589994"/>
        </a:xfrm>
        <a:prstGeom prst="rightArrow">
          <a:avLst>
            <a:gd name="adj1" fmla="val 60000"/>
            <a:gd name="adj2" fmla="val 50000"/>
          </a:avLst>
        </a:prstGeom>
        <a:blipFill>
          <a:blip xmlns:r="http://schemas.openxmlformats.org/officeDocument/2006/relationships" r:embed="rId1">
            <a:duotone>
              <a:schemeClr val="accent4">
                <a:hueOff val="-7547952"/>
                <a:satOff val="6337"/>
                <a:lumOff val="-941"/>
                <a:alphaOff val="0"/>
                <a:shade val="88000"/>
                <a:lumMod val="88000"/>
              </a:schemeClr>
              <a:schemeClr val="accent4">
                <a:hueOff val="-7547952"/>
                <a:satOff val="6337"/>
                <a:lumOff val="-941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solidFill>
              <a:schemeClr val="tx1"/>
            </a:solidFill>
          </a:endParaRPr>
        </a:p>
      </dsp:txBody>
      <dsp:txXfrm>
        <a:off x="9412153" y="4016061"/>
        <a:ext cx="349788" cy="353996"/>
      </dsp:txXfrm>
    </dsp:sp>
    <dsp:sp modelId="{28A10A8D-AA1E-4713-9D1D-E4034DB0355F}">
      <dsp:nvSpPr>
        <dsp:cNvPr id="0" name=""/>
        <dsp:cNvSpPr/>
      </dsp:nvSpPr>
      <dsp:spPr>
        <a:xfrm>
          <a:off x="9993462" y="3845614"/>
          <a:ext cx="2218360" cy="2001103"/>
        </a:xfrm>
        <a:prstGeom prst="ellipse">
          <a:avLst/>
        </a:prstGeom>
        <a:blipFill>
          <a:blip xmlns:r="http://schemas.openxmlformats.org/officeDocument/2006/relationships" r:embed="rId1">
            <a:duotone>
              <a:schemeClr val="accent4">
                <a:hueOff val="-7547952"/>
                <a:satOff val="6337"/>
                <a:lumOff val="-941"/>
                <a:alphaOff val="0"/>
                <a:shade val="88000"/>
                <a:lumMod val="88000"/>
              </a:schemeClr>
              <a:schemeClr val="accent4">
                <a:hueOff val="-7547952"/>
                <a:satOff val="6337"/>
                <a:lumOff val="-941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Дасгал сургуулилт хийж бай </a:t>
          </a:r>
          <a:endParaRPr lang="en-US" sz="2400" kern="1200" dirty="0">
            <a:solidFill>
              <a:schemeClr val="tx1"/>
            </a:solidFill>
          </a:endParaRPr>
        </a:p>
      </dsp:txBody>
      <dsp:txXfrm>
        <a:off x="10318333" y="4138669"/>
        <a:ext cx="1568618" cy="1414993"/>
      </dsp:txXfrm>
    </dsp:sp>
    <dsp:sp modelId="{2F5CF9C2-480A-4547-969D-AF5F94399CB8}">
      <dsp:nvSpPr>
        <dsp:cNvPr id="0" name=""/>
        <dsp:cNvSpPr/>
      </dsp:nvSpPr>
      <dsp:spPr>
        <a:xfrm rot="5400000">
          <a:off x="7759182" y="4637270"/>
          <a:ext cx="271859" cy="589994"/>
        </a:xfrm>
        <a:prstGeom prst="rightArrow">
          <a:avLst>
            <a:gd name="adj1" fmla="val 60000"/>
            <a:gd name="adj2" fmla="val 50000"/>
          </a:avLst>
        </a:prstGeom>
        <a:blipFill>
          <a:blip xmlns:r="http://schemas.openxmlformats.org/officeDocument/2006/relationships" r:embed="rId1">
            <a:duotone>
              <a:schemeClr val="accent4">
                <a:hueOff val="-11321927"/>
                <a:satOff val="9505"/>
                <a:lumOff val="-1412"/>
                <a:alphaOff val="0"/>
                <a:shade val="88000"/>
                <a:lumMod val="88000"/>
              </a:schemeClr>
              <a:schemeClr val="accent4">
                <a:hueOff val="-11321927"/>
                <a:satOff val="9505"/>
                <a:lumOff val="-1412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solidFill>
              <a:schemeClr val="tx1"/>
            </a:solidFill>
          </a:endParaRPr>
        </a:p>
      </dsp:txBody>
      <dsp:txXfrm>
        <a:off x="7799961" y="4714490"/>
        <a:ext cx="190301" cy="353996"/>
      </dsp:txXfrm>
    </dsp:sp>
    <dsp:sp modelId="{9ADE5093-0267-4188-9CF2-9A246261A0D3}">
      <dsp:nvSpPr>
        <dsp:cNvPr id="0" name=""/>
        <dsp:cNvSpPr/>
      </dsp:nvSpPr>
      <dsp:spPr>
        <a:xfrm>
          <a:off x="6730342" y="5196432"/>
          <a:ext cx="2329539" cy="1398858"/>
        </a:xfrm>
        <a:prstGeom prst="ellipse">
          <a:avLst/>
        </a:prstGeom>
        <a:blipFill>
          <a:blip xmlns:r="http://schemas.openxmlformats.org/officeDocument/2006/relationships" r:embed="rId1">
            <a:duotone>
              <a:schemeClr val="accent4">
                <a:hueOff val="-11321927"/>
                <a:satOff val="9505"/>
                <a:lumOff val="-1412"/>
                <a:alphaOff val="0"/>
                <a:shade val="88000"/>
                <a:lumMod val="88000"/>
              </a:schemeClr>
              <a:schemeClr val="accent4">
                <a:hueOff val="-11321927"/>
                <a:satOff val="9505"/>
                <a:lumOff val="-1412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Өөрийгөө урамшуулж бай </a:t>
          </a:r>
          <a:endParaRPr lang="en-US" sz="2400" kern="1200" dirty="0">
            <a:solidFill>
              <a:schemeClr val="tx1"/>
            </a:solidFill>
          </a:endParaRPr>
        </a:p>
      </dsp:txBody>
      <dsp:txXfrm>
        <a:off x="7071495" y="5401290"/>
        <a:ext cx="1647233" cy="989142"/>
      </dsp:txXfrm>
    </dsp:sp>
    <dsp:sp modelId="{15637ABE-B219-4984-92CB-4F17CCB1CA43}">
      <dsp:nvSpPr>
        <dsp:cNvPr id="0" name=""/>
        <dsp:cNvSpPr/>
      </dsp:nvSpPr>
      <dsp:spPr>
        <a:xfrm rot="9710460">
          <a:off x="5629437" y="3809503"/>
          <a:ext cx="625524" cy="589994"/>
        </a:xfrm>
        <a:prstGeom prst="rightArrow">
          <a:avLst>
            <a:gd name="adj1" fmla="val 60000"/>
            <a:gd name="adj2" fmla="val 50000"/>
          </a:avLst>
        </a:prstGeom>
        <a:blipFill>
          <a:blip xmlns:r="http://schemas.openxmlformats.org/officeDocument/2006/relationships" r:embed="rId1">
            <a:duotone>
              <a:schemeClr val="accent4">
                <a:hueOff val="-15095903"/>
                <a:satOff val="12674"/>
                <a:lumOff val="-1882"/>
                <a:alphaOff val="0"/>
                <a:shade val="88000"/>
                <a:lumMod val="88000"/>
              </a:schemeClr>
              <a:schemeClr val="accent4">
                <a:hueOff val="-15095903"/>
                <a:satOff val="12674"/>
                <a:lumOff val="-1882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solidFill>
              <a:schemeClr val="tx1"/>
            </a:solidFill>
          </a:endParaRPr>
        </a:p>
      </dsp:txBody>
      <dsp:txXfrm rot="10800000">
        <a:off x="5802027" y="3899921"/>
        <a:ext cx="448526" cy="353996"/>
      </dsp:txXfrm>
    </dsp:sp>
    <dsp:sp modelId="{FEB468E4-64B9-48C4-95ED-900E6AC516EF}">
      <dsp:nvSpPr>
        <dsp:cNvPr id="0" name=""/>
        <dsp:cNvSpPr/>
      </dsp:nvSpPr>
      <dsp:spPr>
        <a:xfrm>
          <a:off x="3026122" y="3783276"/>
          <a:ext cx="2450106" cy="1751727"/>
        </a:xfrm>
        <a:prstGeom prst="ellipse">
          <a:avLst/>
        </a:prstGeom>
        <a:blipFill>
          <a:blip xmlns:r="http://schemas.openxmlformats.org/officeDocument/2006/relationships" r:embed="rId1">
            <a:duotone>
              <a:schemeClr val="accent4">
                <a:hueOff val="-15095903"/>
                <a:satOff val="12674"/>
                <a:lumOff val="-1882"/>
                <a:alphaOff val="0"/>
                <a:shade val="88000"/>
                <a:lumMod val="88000"/>
              </a:schemeClr>
              <a:schemeClr val="accent4">
                <a:hueOff val="-15095903"/>
                <a:satOff val="12674"/>
                <a:lumOff val="-1882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Найз нөхдийн харилцаагаа бэхжүүл </a:t>
          </a:r>
          <a:endParaRPr lang="en-US" sz="2400" kern="1200" dirty="0">
            <a:solidFill>
              <a:schemeClr val="tx1"/>
            </a:solidFill>
          </a:endParaRPr>
        </a:p>
      </dsp:txBody>
      <dsp:txXfrm>
        <a:off x="3384932" y="4039810"/>
        <a:ext cx="1732486" cy="1238659"/>
      </dsp:txXfrm>
    </dsp:sp>
    <dsp:sp modelId="{C078D837-8F63-40D2-A222-6E001A858E42}">
      <dsp:nvSpPr>
        <dsp:cNvPr id="0" name=""/>
        <dsp:cNvSpPr/>
      </dsp:nvSpPr>
      <dsp:spPr>
        <a:xfrm rot="12391254">
          <a:off x="5657467" y="2231164"/>
          <a:ext cx="716845" cy="589994"/>
        </a:xfrm>
        <a:prstGeom prst="rightArrow">
          <a:avLst>
            <a:gd name="adj1" fmla="val 60000"/>
            <a:gd name="adj2" fmla="val 50000"/>
          </a:avLst>
        </a:prstGeom>
        <a:blipFill>
          <a:blip xmlns:r="http://schemas.openxmlformats.org/officeDocument/2006/relationships" r:embed="rId1">
            <a:duotone>
              <a:schemeClr val="accent4">
                <a:hueOff val="-18869879"/>
                <a:satOff val="15842"/>
                <a:lumOff val="-2353"/>
                <a:alphaOff val="0"/>
                <a:shade val="88000"/>
                <a:lumMod val="88000"/>
              </a:schemeClr>
              <a:schemeClr val="accent4">
                <a:hueOff val="-18869879"/>
                <a:satOff val="15842"/>
                <a:lumOff val="-2353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solidFill>
              <a:schemeClr val="tx1"/>
            </a:solidFill>
          </a:endParaRPr>
        </a:p>
      </dsp:txBody>
      <dsp:txXfrm rot="10800000">
        <a:off x="5825152" y="2388680"/>
        <a:ext cx="539847" cy="353996"/>
      </dsp:txXfrm>
    </dsp:sp>
    <dsp:sp modelId="{DA0B36DD-13CA-49EC-9A55-8D97E45B3FAC}">
      <dsp:nvSpPr>
        <dsp:cNvPr id="0" name=""/>
        <dsp:cNvSpPr/>
      </dsp:nvSpPr>
      <dsp:spPr>
        <a:xfrm>
          <a:off x="3244213" y="853025"/>
          <a:ext cx="2346406" cy="1750876"/>
        </a:xfrm>
        <a:prstGeom prst="ellipse">
          <a:avLst/>
        </a:prstGeom>
        <a:blipFill>
          <a:blip xmlns:r="http://schemas.openxmlformats.org/officeDocument/2006/relationships" r:embed="rId1">
            <a:duotone>
              <a:schemeClr val="accent4">
                <a:hueOff val="-18869879"/>
                <a:satOff val="15842"/>
                <a:lumOff val="-2353"/>
                <a:alphaOff val="0"/>
                <a:shade val="88000"/>
                <a:lumMod val="88000"/>
              </a:schemeClr>
              <a:schemeClr val="accent4">
                <a:hueOff val="-18869879"/>
                <a:satOff val="15842"/>
                <a:lumOff val="-2353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Өөртөө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итгэ</a:t>
          </a:r>
          <a:br>
            <a:rPr lang="mn-M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US" sz="2400" kern="1200" dirty="0"/>
        </a:p>
      </dsp:txBody>
      <dsp:txXfrm>
        <a:off x="3587836" y="1109435"/>
        <a:ext cx="1659160" cy="123805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DEE9F3-BF7C-47C2-B569-48D7A564599C}">
      <dsp:nvSpPr>
        <dsp:cNvPr id="0" name=""/>
        <dsp:cNvSpPr/>
      </dsp:nvSpPr>
      <dsp:spPr>
        <a:xfrm>
          <a:off x="0" y="0"/>
          <a:ext cx="1099215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938A49-7118-48BA-97A5-8DEB1303E921}">
      <dsp:nvSpPr>
        <dsp:cNvPr id="0" name=""/>
        <dsp:cNvSpPr/>
      </dsp:nvSpPr>
      <dsp:spPr>
        <a:xfrm>
          <a:off x="0" y="0"/>
          <a:ext cx="2198430" cy="53400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3200" b="1" kern="1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Би хэн болохыг хүсч байна? </a:t>
          </a:r>
          <a:endParaRPr lang="en-US" sz="3200" kern="1200" dirty="0">
            <a:solidFill>
              <a:srgbClr val="C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0"/>
        <a:ext cx="2198430" cy="5340048"/>
      </dsp:txXfrm>
    </dsp:sp>
    <dsp:sp modelId="{78487C41-F144-4810-B797-3D489A523AFD}">
      <dsp:nvSpPr>
        <dsp:cNvPr id="0" name=""/>
        <dsp:cNvSpPr/>
      </dsp:nvSpPr>
      <dsp:spPr>
        <a:xfrm>
          <a:off x="2363312" y="42045"/>
          <a:ext cx="8628840" cy="8409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Мөрөөдөлтэй хүн зорилготой байна. </a:t>
          </a:r>
          <a:endParaRPr lang="en-US" sz="2400" kern="1200" dirty="0"/>
        </a:p>
      </dsp:txBody>
      <dsp:txXfrm>
        <a:off x="2363312" y="42045"/>
        <a:ext cx="8628840" cy="840901"/>
      </dsp:txXfrm>
    </dsp:sp>
    <dsp:sp modelId="{0059C00D-BB8A-4F60-A7F5-62EF18EDFFB4}">
      <dsp:nvSpPr>
        <dsp:cNvPr id="0" name=""/>
        <dsp:cNvSpPr/>
      </dsp:nvSpPr>
      <dsp:spPr>
        <a:xfrm>
          <a:off x="2198430" y="882946"/>
          <a:ext cx="879372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D1CFDE-E47E-43D0-B070-B8E69B5276EA}">
      <dsp:nvSpPr>
        <dsp:cNvPr id="0" name=""/>
        <dsp:cNvSpPr/>
      </dsp:nvSpPr>
      <dsp:spPr>
        <a:xfrm>
          <a:off x="2363312" y="924991"/>
          <a:ext cx="8628840" cy="8409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Зорилготой учраас түүнд хүрэх итгэл бий. </a:t>
          </a:r>
          <a:endParaRPr lang="en-US" sz="2400" kern="1200" dirty="0"/>
        </a:p>
      </dsp:txBody>
      <dsp:txXfrm>
        <a:off x="2363312" y="924991"/>
        <a:ext cx="8628840" cy="840901"/>
      </dsp:txXfrm>
    </dsp:sp>
    <dsp:sp modelId="{AF06BB5B-A02D-4651-A4F3-97B94B8A53BC}">
      <dsp:nvSpPr>
        <dsp:cNvPr id="0" name=""/>
        <dsp:cNvSpPr/>
      </dsp:nvSpPr>
      <dsp:spPr>
        <a:xfrm>
          <a:off x="2198430" y="1765892"/>
          <a:ext cx="879372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599DFC-07E9-429D-BF6B-4360D1F3DE8A}">
      <dsp:nvSpPr>
        <dsp:cNvPr id="0" name=""/>
        <dsp:cNvSpPr/>
      </dsp:nvSpPr>
      <dsp:spPr>
        <a:xfrm>
          <a:off x="2363312" y="1807937"/>
          <a:ext cx="8628840" cy="8409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Итгэл үнэмшил дээр төлөвлөгөө бий болно. </a:t>
          </a:r>
          <a:endParaRPr lang="en-US" sz="2400" kern="1200" dirty="0"/>
        </a:p>
      </dsp:txBody>
      <dsp:txXfrm>
        <a:off x="2363312" y="1807937"/>
        <a:ext cx="8628840" cy="840901"/>
      </dsp:txXfrm>
    </dsp:sp>
    <dsp:sp modelId="{E9DFEA0F-D736-4677-A18E-5E3AE6AEB69E}">
      <dsp:nvSpPr>
        <dsp:cNvPr id="0" name=""/>
        <dsp:cNvSpPr/>
      </dsp:nvSpPr>
      <dsp:spPr>
        <a:xfrm>
          <a:off x="2198430" y="2648838"/>
          <a:ext cx="879372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2FA315-0F2E-4CD3-93D4-14A335B9A954}">
      <dsp:nvSpPr>
        <dsp:cNvPr id="0" name=""/>
        <dsp:cNvSpPr/>
      </dsp:nvSpPr>
      <dsp:spPr>
        <a:xfrm>
          <a:off x="2363312" y="2690883"/>
          <a:ext cx="8628840" cy="8409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Төлөвлөсөн учраас биелүүлэх ёстой. </a:t>
          </a:r>
          <a:endParaRPr lang="en-US" sz="2400" kern="1200" dirty="0"/>
        </a:p>
      </dsp:txBody>
      <dsp:txXfrm>
        <a:off x="2363312" y="2690883"/>
        <a:ext cx="8628840" cy="840901"/>
      </dsp:txXfrm>
    </dsp:sp>
    <dsp:sp modelId="{EEB6F28D-1529-46D9-A30F-0B2AC382240F}">
      <dsp:nvSpPr>
        <dsp:cNvPr id="0" name=""/>
        <dsp:cNvSpPr/>
      </dsp:nvSpPr>
      <dsp:spPr>
        <a:xfrm>
          <a:off x="2198430" y="3531784"/>
          <a:ext cx="879372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2BAB5C-D32C-4F30-9811-90E056C81CD6}">
      <dsp:nvSpPr>
        <dsp:cNvPr id="0" name=""/>
        <dsp:cNvSpPr/>
      </dsp:nvSpPr>
      <dsp:spPr>
        <a:xfrm>
          <a:off x="2363312" y="3573829"/>
          <a:ext cx="8628840" cy="8409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Биелүүлж чадвал үр дүн бий болно. </a:t>
          </a:r>
          <a:endParaRPr lang="en-US" sz="2400" kern="1200" dirty="0"/>
        </a:p>
      </dsp:txBody>
      <dsp:txXfrm>
        <a:off x="2363312" y="3573829"/>
        <a:ext cx="8628840" cy="840901"/>
      </dsp:txXfrm>
    </dsp:sp>
    <dsp:sp modelId="{3A8ECD86-4659-47B1-A0A9-2E1F5BA99534}">
      <dsp:nvSpPr>
        <dsp:cNvPr id="0" name=""/>
        <dsp:cNvSpPr/>
      </dsp:nvSpPr>
      <dsp:spPr>
        <a:xfrm>
          <a:off x="2198430" y="4414730"/>
          <a:ext cx="879372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7B2C3B-41A2-4FE7-9D5B-4F26552F47A2}">
      <dsp:nvSpPr>
        <dsp:cNvPr id="0" name=""/>
        <dsp:cNvSpPr/>
      </dsp:nvSpPr>
      <dsp:spPr>
        <a:xfrm>
          <a:off x="2363312" y="4456775"/>
          <a:ext cx="8628840" cy="8409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Үр дүнд хүрсэнээр аз жаргал эдлэнэ.</a:t>
          </a:r>
          <a:endParaRPr lang="en-US" sz="2400" kern="1200" dirty="0"/>
        </a:p>
      </dsp:txBody>
      <dsp:txXfrm>
        <a:off x="2363312" y="4456775"/>
        <a:ext cx="8628840" cy="840901"/>
      </dsp:txXfrm>
    </dsp:sp>
    <dsp:sp modelId="{F411397B-DD2C-4CBD-8A2E-36F4250C52B2}">
      <dsp:nvSpPr>
        <dsp:cNvPr id="0" name=""/>
        <dsp:cNvSpPr/>
      </dsp:nvSpPr>
      <dsp:spPr>
        <a:xfrm>
          <a:off x="2198430" y="5297677"/>
          <a:ext cx="879372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D0DF35-F161-4C95-A966-156663669BAF}">
      <dsp:nvSpPr>
        <dsp:cNvPr id="0" name=""/>
        <dsp:cNvSpPr/>
      </dsp:nvSpPr>
      <dsp:spPr>
        <a:xfrm>
          <a:off x="4908538" y="3618622"/>
          <a:ext cx="2628822" cy="1702880"/>
        </a:xfrm>
        <a:prstGeom prst="roundRect">
          <a:avLst>
            <a:gd name="adj" fmla="val 10000"/>
          </a:avLst>
        </a:prstGeom>
        <a:solidFill>
          <a:schemeClr val="accent2">
            <a:lumMod val="60000"/>
            <a:lumOff val="40000"/>
            <a:alpha val="9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mn-MN" sz="2400" kern="1200" dirty="0"/>
            <a:t>Яаралтай бус</a:t>
          </a:r>
          <a:endParaRPr lang="en-US" sz="2400" kern="1200" dirty="0"/>
        </a:p>
      </dsp:txBody>
      <dsp:txXfrm>
        <a:off x="5734592" y="4081749"/>
        <a:ext cx="1765361" cy="1202346"/>
      </dsp:txXfrm>
    </dsp:sp>
    <dsp:sp modelId="{8E279220-43E3-4BDB-9E42-4D3190DF39C3}">
      <dsp:nvSpPr>
        <dsp:cNvPr id="0" name=""/>
        <dsp:cNvSpPr/>
      </dsp:nvSpPr>
      <dsp:spPr>
        <a:xfrm>
          <a:off x="619407" y="3618622"/>
          <a:ext cx="2628822" cy="1702880"/>
        </a:xfrm>
        <a:prstGeom prst="roundRect">
          <a:avLst>
            <a:gd name="adj" fmla="val 10000"/>
          </a:avLst>
        </a:prstGeom>
        <a:solidFill>
          <a:schemeClr val="accent4">
            <a:lumMod val="60000"/>
            <a:lumOff val="40000"/>
            <a:alpha val="9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mn-MN" sz="2400" kern="1200" dirty="0"/>
            <a:t>Яаралтай </a:t>
          </a:r>
          <a:endParaRPr lang="en-US" sz="2400" kern="1200" dirty="0"/>
        </a:p>
      </dsp:txBody>
      <dsp:txXfrm>
        <a:off x="656814" y="4081749"/>
        <a:ext cx="1765361" cy="1202346"/>
      </dsp:txXfrm>
    </dsp:sp>
    <dsp:sp modelId="{D1BF3329-009F-44DA-B2B7-00B75C38361D}">
      <dsp:nvSpPr>
        <dsp:cNvPr id="0" name=""/>
        <dsp:cNvSpPr/>
      </dsp:nvSpPr>
      <dsp:spPr>
        <a:xfrm>
          <a:off x="4908538" y="0"/>
          <a:ext cx="2628822" cy="1702880"/>
        </a:xfrm>
        <a:prstGeom prst="roundRect">
          <a:avLst>
            <a:gd name="adj" fmla="val 10000"/>
          </a:avLst>
        </a:prstGeom>
        <a:solidFill>
          <a:srgbClr val="FC7404">
            <a:alpha val="90000"/>
          </a:srgb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mn-MN" sz="2400" kern="1200" dirty="0"/>
            <a:t>Яаралтай бус</a:t>
          </a:r>
          <a:endParaRPr lang="en-US" sz="2400" kern="1200" dirty="0"/>
        </a:p>
      </dsp:txBody>
      <dsp:txXfrm>
        <a:off x="5734592" y="37407"/>
        <a:ext cx="1765361" cy="1202346"/>
      </dsp:txXfrm>
    </dsp:sp>
    <dsp:sp modelId="{31E19FDC-1A78-4FF1-BF9E-C7424F47FDC7}">
      <dsp:nvSpPr>
        <dsp:cNvPr id="0" name=""/>
        <dsp:cNvSpPr/>
      </dsp:nvSpPr>
      <dsp:spPr>
        <a:xfrm>
          <a:off x="619407" y="0"/>
          <a:ext cx="2628822" cy="1702880"/>
        </a:xfrm>
        <a:prstGeom prst="roundRect">
          <a:avLst>
            <a:gd name="adj" fmla="val 10000"/>
          </a:avLst>
        </a:prstGeom>
        <a:solidFill>
          <a:srgbClr val="C00000">
            <a:alpha val="89804"/>
          </a:srgb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mn-MN" sz="2400" kern="1200" dirty="0"/>
            <a:t>Яаралтай</a:t>
          </a:r>
          <a:endParaRPr lang="en-US" sz="2400" kern="1200" dirty="0"/>
        </a:p>
      </dsp:txBody>
      <dsp:txXfrm>
        <a:off x="656814" y="37407"/>
        <a:ext cx="1765361" cy="1202346"/>
      </dsp:txXfrm>
    </dsp:sp>
    <dsp:sp modelId="{C9EE4329-0BFE-4983-8DBA-048048B97B93}">
      <dsp:nvSpPr>
        <dsp:cNvPr id="0" name=""/>
        <dsp:cNvSpPr/>
      </dsp:nvSpPr>
      <dsp:spPr>
        <a:xfrm>
          <a:off x="1720958" y="303325"/>
          <a:ext cx="2304210" cy="2304210"/>
        </a:xfrm>
        <a:prstGeom prst="pieWedg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8920" tIns="248920" rIns="248920" bIns="24892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3500" kern="1200" dirty="0"/>
            <a:t>Чухал </a:t>
          </a:r>
          <a:endParaRPr lang="en-US" sz="3500" kern="1200" dirty="0"/>
        </a:p>
      </dsp:txBody>
      <dsp:txXfrm>
        <a:off x="2395845" y="978212"/>
        <a:ext cx="1629323" cy="1629323"/>
      </dsp:txXfrm>
    </dsp:sp>
    <dsp:sp modelId="{2B75D0B1-4DDF-4D0E-AC95-A41E65E2EC57}">
      <dsp:nvSpPr>
        <dsp:cNvPr id="0" name=""/>
        <dsp:cNvSpPr/>
      </dsp:nvSpPr>
      <dsp:spPr>
        <a:xfrm rot="5400000">
          <a:off x="4131599" y="303325"/>
          <a:ext cx="2304210" cy="2304210"/>
        </a:xfrm>
        <a:prstGeom prst="pieWedge">
          <a:avLst/>
        </a:prstGeom>
        <a:solidFill>
          <a:schemeClr val="accent4">
            <a:hueOff val="-6289960"/>
            <a:satOff val="5281"/>
            <a:lumOff val="-78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8920" tIns="248920" rIns="248920" bIns="24892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3500" kern="1200" dirty="0"/>
            <a:t>Чухал</a:t>
          </a:r>
          <a:endParaRPr lang="en-US" sz="3500" kern="1200" dirty="0"/>
        </a:p>
      </dsp:txBody>
      <dsp:txXfrm rot="-5400000">
        <a:off x="4131599" y="978212"/>
        <a:ext cx="1629323" cy="1629323"/>
      </dsp:txXfrm>
    </dsp:sp>
    <dsp:sp modelId="{43EBCB0A-342E-4004-8CC5-EBD1746FC860}">
      <dsp:nvSpPr>
        <dsp:cNvPr id="0" name=""/>
        <dsp:cNvSpPr/>
      </dsp:nvSpPr>
      <dsp:spPr>
        <a:xfrm rot="10800000">
          <a:off x="4131599" y="2713966"/>
          <a:ext cx="2304210" cy="2304210"/>
        </a:xfrm>
        <a:prstGeom prst="pieWedge">
          <a:avLst/>
        </a:prstGeom>
        <a:solidFill>
          <a:schemeClr val="accent4">
            <a:hueOff val="-12579920"/>
            <a:satOff val="10561"/>
            <a:lumOff val="-1569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8920" tIns="248920" rIns="248920" bIns="24892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3500" kern="1200" dirty="0"/>
            <a:t>Чухал бус</a:t>
          </a:r>
          <a:endParaRPr lang="en-US" sz="3500" kern="1200" dirty="0"/>
        </a:p>
      </dsp:txBody>
      <dsp:txXfrm rot="10800000">
        <a:off x="4131599" y="2713966"/>
        <a:ext cx="1629323" cy="1629323"/>
      </dsp:txXfrm>
    </dsp:sp>
    <dsp:sp modelId="{FE02F916-CAE3-4EC9-BC92-E2BC123B0FC1}">
      <dsp:nvSpPr>
        <dsp:cNvPr id="0" name=""/>
        <dsp:cNvSpPr/>
      </dsp:nvSpPr>
      <dsp:spPr>
        <a:xfrm rot="16200000">
          <a:off x="1720958" y="2713966"/>
          <a:ext cx="2304210" cy="2304210"/>
        </a:xfrm>
        <a:prstGeom prst="pieWedge">
          <a:avLst/>
        </a:prstGeom>
        <a:solidFill>
          <a:schemeClr val="accent4">
            <a:hueOff val="-18869879"/>
            <a:satOff val="15842"/>
            <a:lumOff val="-235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8920" tIns="248920" rIns="248920" bIns="24892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3500" kern="1200" dirty="0"/>
            <a:t>Чухал бус</a:t>
          </a:r>
          <a:endParaRPr lang="en-US" sz="3500" kern="1200" dirty="0"/>
        </a:p>
      </dsp:txBody>
      <dsp:txXfrm rot="5400000">
        <a:off x="2395845" y="2713966"/>
        <a:ext cx="1629323" cy="1629323"/>
      </dsp:txXfrm>
    </dsp:sp>
    <dsp:sp modelId="{0821D42B-FD71-4D91-98C3-2F76FEC4B306}">
      <dsp:nvSpPr>
        <dsp:cNvPr id="0" name=""/>
        <dsp:cNvSpPr/>
      </dsp:nvSpPr>
      <dsp:spPr>
        <a:xfrm>
          <a:off x="3680601" y="2181816"/>
          <a:ext cx="795564" cy="691795"/>
        </a:xfrm>
        <a:prstGeom prst="circularArrow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DC3962-C5DF-4C38-B752-D6BA33B5E329}">
      <dsp:nvSpPr>
        <dsp:cNvPr id="0" name=""/>
        <dsp:cNvSpPr/>
      </dsp:nvSpPr>
      <dsp:spPr>
        <a:xfrm rot="10800000">
          <a:off x="3680601" y="2447891"/>
          <a:ext cx="795564" cy="691795"/>
        </a:xfrm>
        <a:prstGeom prst="circularArrow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8460FF-B6E1-4DB3-8489-85F3EEA13A99}">
      <dsp:nvSpPr>
        <dsp:cNvPr id="0" name=""/>
        <dsp:cNvSpPr/>
      </dsp:nvSpPr>
      <dsp:spPr>
        <a:xfrm>
          <a:off x="4611339" y="2005954"/>
          <a:ext cx="2274733" cy="2369234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4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4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400" b="1" kern="1200" cap="all" baseline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Цаг үрдэг зүйлс </a:t>
          </a:r>
          <a:endParaRPr lang="en-US" sz="2400" b="1" kern="1200" cap="all" baseline="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722382" y="2116997"/>
        <a:ext cx="2052647" cy="2147148"/>
      </dsp:txXfrm>
    </dsp:sp>
    <dsp:sp modelId="{5CF76A41-DF6E-4178-B8E7-D10090304509}">
      <dsp:nvSpPr>
        <dsp:cNvPr id="0" name=""/>
        <dsp:cNvSpPr/>
      </dsp:nvSpPr>
      <dsp:spPr>
        <a:xfrm rot="16200000">
          <a:off x="5389020" y="1646268"/>
          <a:ext cx="71937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19372" y="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2DB07E-3BA7-4227-926F-2237C11D4B33}">
      <dsp:nvSpPr>
        <dsp:cNvPr id="0" name=""/>
        <dsp:cNvSpPr/>
      </dsp:nvSpPr>
      <dsp:spPr>
        <a:xfrm>
          <a:off x="4868568" y="48737"/>
          <a:ext cx="1760276" cy="1237844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4">
                <a:hueOff val="-2695697"/>
                <a:satOff val="2263"/>
                <a:lumOff val="-336"/>
                <a:alphaOff val="0"/>
                <a:shade val="88000"/>
                <a:lumMod val="88000"/>
              </a:schemeClr>
              <a:schemeClr val="accent4">
                <a:hueOff val="-2695697"/>
                <a:satOff val="2263"/>
                <a:lumOff val="-336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Зорилгогүй ажил </a:t>
          </a:r>
          <a:endParaRPr lang="en-US" sz="2000" kern="1200" dirty="0"/>
        </a:p>
      </dsp:txBody>
      <dsp:txXfrm>
        <a:off x="4928995" y="109164"/>
        <a:ext cx="1639422" cy="1116990"/>
      </dsp:txXfrm>
    </dsp:sp>
    <dsp:sp modelId="{03BA4DFA-A0EC-4BB1-8D9F-E6D9BE1BF20F}">
      <dsp:nvSpPr>
        <dsp:cNvPr id="0" name=""/>
        <dsp:cNvSpPr/>
      </dsp:nvSpPr>
      <dsp:spPr>
        <a:xfrm rot="19800627">
          <a:off x="6801577" y="2218730"/>
          <a:ext cx="1262234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262234" y="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21846D-8AE9-4D7C-A0C5-5DEC1B662C56}">
      <dsp:nvSpPr>
        <dsp:cNvPr id="0" name=""/>
        <dsp:cNvSpPr/>
      </dsp:nvSpPr>
      <dsp:spPr>
        <a:xfrm>
          <a:off x="7979315" y="729877"/>
          <a:ext cx="1836168" cy="1287123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4">
                <a:hueOff val="-5391395"/>
                <a:satOff val="4526"/>
                <a:lumOff val="-672"/>
                <a:alphaOff val="0"/>
                <a:shade val="88000"/>
                <a:lumMod val="88000"/>
              </a:schemeClr>
              <a:schemeClr val="accent4">
                <a:hueOff val="-5391395"/>
                <a:satOff val="4526"/>
                <a:lumOff val="-672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Ажил эхлэж, дуусгаж чаддагүй байдал </a:t>
          </a:r>
          <a:endParaRPr lang="en-US" sz="2000" kern="1200" dirty="0"/>
        </a:p>
      </dsp:txBody>
      <dsp:txXfrm>
        <a:off x="8042147" y="792709"/>
        <a:ext cx="1710504" cy="1161459"/>
      </dsp:txXfrm>
    </dsp:sp>
    <dsp:sp modelId="{F721946E-3220-4F22-96DB-5DB4B5F8E458}">
      <dsp:nvSpPr>
        <dsp:cNvPr id="0" name=""/>
        <dsp:cNvSpPr/>
      </dsp:nvSpPr>
      <dsp:spPr>
        <a:xfrm rot="824765">
          <a:off x="6869077" y="3609804"/>
          <a:ext cx="118679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186799" y="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0FB6A9-1548-4D5E-87AC-E73DDAF045B0}">
      <dsp:nvSpPr>
        <dsp:cNvPr id="0" name=""/>
        <dsp:cNvSpPr/>
      </dsp:nvSpPr>
      <dsp:spPr>
        <a:xfrm>
          <a:off x="8038880" y="3200672"/>
          <a:ext cx="1914660" cy="1568645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4">
                <a:hueOff val="-8087091"/>
                <a:satOff val="6789"/>
                <a:lumOff val="-1008"/>
                <a:alphaOff val="0"/>
                <a:shade val="88000"/>
                <a:lumMod val="88000"/>
              </a:schemeClr>
              <a:schemeClr val="accent4">
                <a:hueOff val="-8087091"/>
                <a:satOff val="6789"/>
                <a:lumOff val="-1008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Хүмүүсийн гомдол, хүсэлт</a:t>
          </a:r>
          <a:endParaRPr lang="en-US" sz="2000" kern="1200" dirty="0">
            <a:solidFill>
              <a:schemeClr val="tx1"/>
            </a:solidFill>
          </a:endParaRPr>
        </a:p>
      </dsp:txBody>
      <dsp:txXfrm>
        <a:off x="8115455" y="3277247"/>
        <a:ext cx="1761510" cy="1415495"/>
      </dsp:txXfrm>
    </dsp:sp>
    <dsp:sp modelId="{26B4D514-278A-4949-A50A-C689224CDCC0}">
      <dsp:nvSpPr>
        <dsp:cNvPr id="0" name=""/>
        <dsp:cNvSpPr/>
      </dsp:nvSpPr>
      <dsp:spPr>
        <a:xfrm rot="3755811">
          <a:off x="6211259" y="4624504"/>
          <a:ext cx="561654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61654" y="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391C7D-2613-44FA-A749-0156AE7BF127}">
      <dsp:nvSpPr>
        <dsp:cNvPr id="0" name=""/>
        <dsp:cNvSpPr/>
      </dsp:nvSpPr>
      <dsp:spPr>
        <a:xfrm>
          <a:off x="6036577" y="4873819"/>
          <a:ext cx="1835488" cy="1284610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4">
                <a:hueOff val="-10782789"/>
                <a:satOff val="9053"/>
                <a:lumOff val="-1345"/>
                <a:alphaOff val="0"/>
                <a:shade val="88000"/>
                <a:lumMod val="88000"/>
              </a:schemeClr>
              <a:schemeClr val="accent4">
                <a:hueOff val="-10782789"/>
                <a:satOff val="9053"/>
                <a:lumOff val="-1345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Эмх замбараагүй байдал </a:t>
          </a:r>
          <a:endParaRPr lang="en-US" sz="2000" kern="1200" dirty="0">
            <a:solidFill>
              <a:schemeClr val="tx1"/>
            </a:solidFill>
          </a:endParaRPr>
        </a:p>
      </dsp:txBody>
      <dsp:txXfrm>
        <a:off x="6099286" y="4936528"/>
        <a:ext cx="1710070" cy="1159192"/>
      </dsp:txXfrm>
    </dsp:sp>
    <dsp:sp modelId="{D41EA6AD-B733-49E9-AF19-E72E7705EE4A}">
      <dsp:nvSpPr>
        <dsp:cNvPr id="0" name=""/>
        <dsp:cNvSpPr/>
      </dsp:nvSpPr>
      <dsp:spPr>
        <a:xfrm rot="7490464">
          <a:off x="4453983" y="4620753"/>
          <a:ext cx="59839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98398" y="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819DA5-ED5F-48B7-9A42-36E24F77F942}">
      <dsp:nvSpPr>
        <dsp:cNvPr id="0" name=""/>
        <dsp:cNvSpPr/>
      </dsp:nvSpPr>
      <dsp:spPr>
        <a:xfrm>
          <a:off x="3178182" y="4866318"/>
          <a:ext cx="1908718" cy="1292111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4">
                <a:hueOff val="-13478485"/>
                <a:satOff val="11316"/>
                <a:lumOff val="-1681"/>
                <a:alphaOff val="0"/>
                <a:shade val="88000"/>
                <a:lumMod val="88000"/>
              </a:schemeClr>
              <a:schemeClr val="accent4">
                <a:hueOff val="-13478485"/>
                <a:satOff val="11316"/>
                <a:lumOff val="-1681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Мэдэхгүй буюу чадахгүй байдал </a:t>
          </a:r>
          <a:endParaRPr lang="en-US" sz="2000" kern="1200" dirty="0">
            <a:solidFill>
              <a:schemeClr val="tx1"/>
            </a:solidFill>
          </a:endParaRPr>
        </a:p>
      </dsp:txBody>
      <dsp:txXfrm>
        <a:off x="3241258" y="4929394"/>
        <a:ext cx="1782566" cy="1165959"/>
      </dsp:txXfrm>
    </dsp:sp>
    <dsp:sp modelId="{27526F24-BBCC-48C2-8DA0-93919A15231D}">
      <dsp:nvSpPr>
        <dsp:cNvPr id="0" name=""/>
        <dsp:cNvSpPr/>
      </dsp:nvSpPr>
      <dsp:spPr>
        <a:xfrm rot="10358959">
          <a:off x="3527721" y="3406900"/>
          <a:ext cx="108808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88089" y="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88DDC7-8354-4C7B-9B7E-C9B183E682F7}">
      <dsp:nvSpPr>
        <dsp:cNvPr id="0" name=""/>
        <dsp:cNvSpPr/>
      </dsp:nvSpPr>
      <dsp:spPr>
        <a:xfrm>
          <a:off x="1669992" y="2815980"/>
          <a:ext cx="1862200" cy="1561280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4">
                <a:hueOff val="-16174182"/>
                <a:satOff val="13579"/>
                <a:lumOff val="-2017"/>
                <a:alphaOff val="0"/>
                <a:shade val="88000"/>
                <a:lumMod val="88000"/>
              </a:schemeClr>
              <a:schemeClr val="accent4">
                <a:hueOff val="-16174182"/>
                <a:satOff val="13579"/>
                <a:lumOff val="-2017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Төлөвлөөгүй зүйлүүд </a:t>
          </a:r>
          <a:endParaRPr lang="en-US" sz="2000" kern="1200" dirty="0">
            <a:solidFill>
              <a:schemeClr val="tx1"/>
            </a:solidFill>
          </a:endParaRPr>
        </a:p>
      </dsp:txBody>
      <dsp:txXfrm>
        <a:off x="1746207" y="2892195"/>
        <a:ext cx="1709770" cy="1408850"/>
      </dsp:txXfrm>
    </dsp:sp>
    <dsp:sp modelId="{C3775A79-0A54-491A-B336-6B244439DD36}">
      <dsp:nvSpPr>
        <dsp:cNvPr id="0" name=""/>
        <dsp:cNvSpPr/>
      </dsp:nvSpPr>
      <dsp:spPr>
        <a:xfrm rot="12811284">
          <a:off x="3799373" y="2192614"/>
          <a:ext cx="885614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85614" y="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A0791F-A1FF-475B-BF07-8F4C01113648}">
      <dsp:nvSpPr>
        <dsp:cNvPr id="0" name=""/>
        <dsp:cNvSpPr/>
      </dsp:nvSpPr>
      <dsp:spPr>
        <a:xfrm>
          <a:off x="1972026" y="605934"/>
          <a:ext cx="1900994" cy="1425018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4">
                <a:hueOff val="-18869879"/>
                <a:satOff val="15842"/>
                <a:lumOff val="-2353"/>
                <a:alphaOff val="0"/>
                <a:shade val="88000"/>
                <a:lumMod val="88000"/>
              </a:schemeClr>
              <a:schemeClr val="accent4">
                <a:hueOff val="-18869879"/>
                <a:satOff val="15842"/>
                <a:lumOff val="-2353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Залхуурал</a:t>
          </a:r>
          <a:endParaRPr lang="en-US" sz="2000" kern="1200" dirty="0"/>
        </a:p>
      </dsp:txBody>
      <dsp:txXfrm>
        <a:off x="2041590" y="675498"/>
        <a:ext cx="1761866" cy="128589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972D70-481E-45A9-85E2-DD7F5C5457D8}">
      <dsp:nvSpPr>
        <dsp:cNvPr id="0" name=""/>
        <dsp:cNvSpPr/>
      </dsp:nvSpPr>
      <dsp:spPr>
        <a:xfrm>
          <a:off x="301235" y="462714"/>
          <a:ext cx="5277230" cy="1649134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7014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400" kern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Үүрэг даалгавар, хийгдэх ажлууд тэдгээрийн үргэлжлэх хугацааг бичиж тэмдэглэж авна. </a:t>
          </a:r>
          <a:endParaRPr lang="en-US" sz="2400" kern="1200" dirty="0"/>
        </a:p>
      </dsp:txBody>
      <dsp:txXfrm>
        <a:off x="301235" y="462714"/>
        <a:ext cx="5277230" cy="1649134"/>
      </dsp:txXfrm>
    </dsp:sp>
    <dsp:sp modelId="{555F1351-CBA6-4F2F-92F0-A959D2DA7BFE}">
      <dsp:nvSpPr>
        <dsp:cNvPr id="0" name=""/>
        <dsp:cNvSpPr/>
      </dsp:nvSpPr>
      <dsp:spPr>
        <a:xfrm>
          <a:off x="36897" y="184468"/>
          <a:ext cx="1154394" cy="1731591"/>
        </a:xfrm>
        <a:prstGeom prst="rect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3BB4D3-6AD3-47A4-A1F1-CA1C3552B775}">
      <dsp:nvSpPr>
        <dsp:cNvPr id="0" name=""/>
        <dsp:cNvSpPr/>
      </dsp:nvSpPr>
      <dsp:spPr>
        <a:xfrm>
          <a:off x="6026075" y="336159"/>
          <a:ext cx="5277230" cy="1735087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7014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400" kern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Төлөвлөж буй ажлуудыг гүйцэтгэх хугацаа </a:t>
          </a:r>
          <a:endParaRPr lang="en-US" sz="2400" kern="1200" dirty="0"/>
        </a:p>
      </dsp:txBody>
      <dsp:txXfrm>
        <a:off x="6026075" y="336159"/>
        <a:ext cx="5277230" cy="1735087"/>
      </dsp:txXfrm>
    </dsp:sp>
    <dsp:sp modelId="{35A60742-432A-4410-BE09-FF5D3675AC90}">
      <dsp:nvSpPr>
        <dsp:cNvPr id="0" name=""/>
        <dsp:cNvSpPr/>
      </dsp:nvSpPr>
      <dsp:spPr>
        <a:xfrm>
          <a:off x="5868040" y="306199"/>
          <a:ext cx="1154394" cy="1731591"/>
        </a:xfrm>
        <a:prstGeom prst="rect">
          <a:avLst/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94A40C-80EC-4023-92C7-996666329C23}">
      <dsp:nvSpPr>
        <dsp:cNvPr id="0" name=""/>
        <dsp:cNvSpPr/>
      </dsp:nvSpPr>
      <dsp:spPr>
        <a:xfrm>
          <a:off x="224135" y="2876939"/>
          <a:ext cx="5277230" cy="2545637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7014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400" kern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Шийдвэр гаргах буюу тухайн ажлыг ямар дарааллаар хийх төлөвлөсөн цагийг хэмнэх үүрэг даалгавраа бусдад шилжүүлэх боломжуудын талаар эцсийн шийдвэр гаргах </a:t>
          </a:r>
          <a:endParaRPr lang="en-US" sz="2400" kern="1200" dirty="0"/>
        </a:p>
      </dsp:txBody>
      <dsp:txXfrm>
        <a:off x="224135" y="2876939"/>
        <a:ext cx="5277230" cy="2545637"/>
      </dsp:txXfrm>
    </dsp:sp>
    <dsp:sp modelId="{F51F648E-851F-4524-847B-1F4B57DED364}">
      <dsp:nvSpPr>
        <dsp:cNvPr id="0" name=""/>
        <dsp:cNvSpPr/>
      </dsp:nvSpPr>
      <dsp:spPr>
        <a:xfrm>
          <a:off x="4250" y="3086982"/>
          <a:ext cx="1154394" cy="1731591"/>
        </a:xfrm>
        <a:prstGeom prst="rect">
          <a:avLst/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2F9FAD-B563-4C0E-AA6A-D50270E42557}">
      <dsp:nvSpPr>
        <dsp:cNvPr id="0" name=""/>
        <dsp:cNvSpPr/>
      </dsp:nvSpPr>
      <dsp:spPr>
        <a:xfrm>
          <a:off x="6021824" y="3053751"/>
          <a:ext cx="5277230" cy="2192013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7014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400" kern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Эргэх холбоо буюу хяналт</a:t>
          </a:r>
          <a:r>
            <a:rPr lang="en-US" sz="2400" kern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mn-MN" sz="2400" kern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биелэгдээгүй</a:t>
          </a:r>
          <a:r>
            <a:rPr lang="en-US" sz="2400" kern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mn-MN" sz="2400" kern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зүйлст анхаарах</a:t>
          </a:r>
          <a:endParaRPr lang="en-US" sz="2400" kern="1200" dirty="0"/>
        </a:p>
      </dsp:txBody>
      <dsp:txXfrm>
        <a:off x="6021824" y="3053751"/>
        <a:ext cx="5277230" cy="2192013"/>
      </dsp:txXfrm>
    </dsp:sp>
    <dsp:sp modelId="{0F19A8C6-71F2-4BF7-BF30-D5A445BA99F7}">
      <dsp:nvSpPr>
        <dsp:cNvPr id="0" name=""/>
        <dsp:cNvSpPr/>
      </dsp:nvSpPr>
      <dsp:spPr>
        <a:xfrm>
          <a:off x="5801939" y="3086982"/>
          <a:ext cx="1154394" cy="1731591"/>
        </a:xfrm>
        <a:prstGeom prst="rect">
          <a:avLst/>
        </a:prstGeom>
        <a:blipFill rotWithShape="1">
          <a:blip xmlns:r="http://schemas.openxmlformats.org/officeDocument/2006/relationships" r:embed="rId4"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44F32D-D157-406C-974F-2F827090EF89}">
      <dsp:nvSpPr>
        <dsp:cNvPr id="0" name=""/>
        <dsp:cNvSpPr/>
      </dsp:nvSpPr>
      <dsp:spPr>
        <a:xfrm rot="5400000">
          <a:off x="6645048" y="-35394"/>
          <a:ext cx="1732437" cy="1967103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000" kern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Ажлаа 7 хоногоор төлөвлө </a:t>
          </a:r>
          <a:endParaRPr lang="en-US" sz="2000" kern="1200" dirty="0"/>
        </a:p>
      </dsp:txBody>
      <dsp:txXfrm rot="-5400000">
        <a:off x="6855565" y="370679"/>
        <a:ext cx="1311402" cy="1154958"/>
      </dsp:txXfrm>
    </dsp:sp>
    <dsp:sp modelId="{3F6A35A8-63E8-42DA-91EF-3F2CDA72F33E}">
      <dsp:nvSpPr>
        <dsp:cNvPr id="0" name=""/>
        <dsp:cNvSpPr/>
      </dsp:nvSpPr>
      <dsp:spPr>
        <a:xfrm>
          <a:off x="10168564" y="1314174"/>
          <a:ext cx="1435994" cy="819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ABC61A-0542-42AE-BBCD-30FB5DA2CD7E}">
      <dsp:nvSpPr>
        <dsp:cNvPr id="0" name=""/>
        <dsp:cNvSpPr/>
      </dsp:nvSpPr>
      <dsp:spPr>
        <a:xfrm rot="5400000">
          <a:off x="4362197" y="-283620"/>
          <a:ext cx="1732437" cy="2304343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-2695697"/>
            <a:satOff val="2263"/>
            <a:lumOff val="-33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-5400000">
        <a:off x="4460302" y="291073"/>
        <a:ext cx="1536229" cy="1154958"/>
      </dsp:txXfrm>
    </dsp:sp>
    <dsp:sp modelId="{56C9F53B-51A2-4B22-A0B1-2E7AF437A143}">
      <dsp:nvSpPr>
        <dsp:cNvPr id="0" name=""/>
        <dsp:cNvSpPr/>
      </dsp:nvSpPr>
      <dsp:spPr>
        <a:xfrm rot="5400000">
          <a:off x="5277615" y="1346597"/>
          <a:ext cx="1732437" cy="2174180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-5391395"/>
            <a:satOff val="4526"/>
            <a:lumOff val="-67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000" kern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Хамгийн том төлөвлөгөөнүүдээ гаргах </a:t>
          </a:r>
          <a:endParaRPr lang="en-US" sz="2000" kern="1200" dirty="0"/>
        </a:p>
      </dsp:txBody>
      <dsp:txXfrm rot="-5400000">
        <a:off x="5419107" y="1856209"/>
        <a:ext cx="1449454" cy="1154958"/>
      </dsp:txXfrm>
    </dsp:sp>
    <dsp:sp modelId="{65F4AB53-AB81-408F-BBC8-1801304AED65}">
      <dsp:nvSpPr>
        <dsp:cNvPr id="0" name=""/>
        <dsp:cNvSpPr/>
      </dsp:nvSpPr>
      <dsp:spPr>
        <a:xfrm>
          <a:off x="3089348" y="3310113"/>
          <a:ext cx="2550572" cy="1039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19FA86-528F-4229-8D47-4B7E41DFEC7E}">
      <dsp:nvSpPr>
        <dsp:cNvPr id="0" name=""/>
        <dsp:cNvSpPr/>
      </dsp:nvSpPr>
      <dsp:spPr>
        <a:xfrm rot="5400000">
          <a:off x="7405147" y="1359401"/>
          <a:ext cx="1797368" cy="2148572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-8087091"/>
            <a:satOff val="6789"/>
            <a:lumOff val="-100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-5400000">
        <a:off x="7587640" y="1834564"/>
        <a:ext cx="1432382" cy="1198246"/>
      </dsp:txXfrm>
    </dsp:sp>
    <dsp:sp modelId="{4CDB2666-1C11-4069-B899-BC887DA8BF43}">
      <dsp:nvSpPr>
        <dsp:cNvPr id="0" name=""/>
        <dsp:cNvSpPr/>
      </dsp:nvSpPr>
      <dsp:spPr>
        <a:xfrm rot="5400000">
          <a:off x="6309182" y="2810698"/>
          <a:ext cx="1732437" cy="1901735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-10782789"/>
            <a:satOff val="9053"/>
            <a:lumOff val="-13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000" kern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Том ажлаасаа эхлээд хий </a:t>
          </a:r>
          <a:endParaRPr lang="en-US" sz="2000" kern="1200" dirty="0"/>
        </a:p>
      </dsp:txBody>
      <dsp:txXfrm rot="-5400000">
        <a:off x="6541490" y="3184087"/>
        <a:ext cx="1267823" cy="1154958"/>
      </dsp:txXfrm>
    </dsp:sp>
    <dsp:sp modelId="{A35A7A4B-3441-4AB2-92CE-B5FAB5E7942A}">
      <dsp:nvSpPr>
        <dsp:cNvPr id="0" name=""/>
        <dsp:cNvSpPr/>
      </dsp:nvSpPr>
      <dsp:spPr>
        <a:xfrm>
          <a:off x="7800879" y="2879505"/>
          <a:ext cx="3038782" cy="1579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2400" b="1" kern="1200" cap="all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Өдрийн төлөвлөгөө </a:t>
          </a:r>
          <a:endParaRPr lang="en-US" sz="2400" b="1" kern="1200" cap="all" baseline="0" dirty="0">
            <a:solidFill>
              <a:schemeClr val="tx1"/>
            </a:solidFill>
          </a:endParaRPr>
        </a:p>
      </dsp:txBody>
      <dsp:txXfrm>
        <a:off x="7800879" y="2879505"/>
        <a:ext cx="3038782" cy="1579234"/>
      </dsp:txXfrm>
    </dsp:sp>
    <dsp:sp modelId="{B1D7D4DA-5CE0-4191-BAF9-57EE6ABC0B78}">
      <dsp:nvSpPr>
        <dsp:cNvPr id="0" name=""/>
        <dsp:cNvSpPr/>
      </dsp:nvSpPr>
      <dsp:spPr>
        <a:xfrm rot="5400000">
          <a:off x="2725303" y="192609"/>
          <a:ext cx="1246349" cy="1279780"/>
        </a:xfrm>
        <a:prstGeom prst="hexagon">
          <a:avLst>
            <a:gd name="adj" fmla="val 25000"/>
            <a:gd name="vf" fmla="val 11547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-5400000">
        <a:off x="2921885" y="417049"/>
        <a:ext cx="853186" cy="830899"/>
      </dsp:txXfrm>
    </dsp:sp>
    <dsp:sp modelId="{DD88483E-E27E-4E25-9133-0B9E2D230807}">
      <dsp:nvSpPr>
        <dsp:cNvPr id="0" name=""/>
        <dsp:cNvSpPr/>
      </dsp:nvSpPr>
      <dsp:spPr>
        <a:xfrm rot="5400000">
          <a:off x="5814270" y="4900296"/>
          <a:ext cx="1106940" cy="925433"/>
        </a:xfrm>
        <a:prstGeom prst="hexagon">
          <a:avLst>
            <a:gd name="adj" fmla="val 25000"/>
            <a:gd name="vf" fmla="val 115470"/>
          </a:avLst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>
            <a:solidFill>
              <a:prstClr val="black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6046616" y="4978907"/>
        <a:ext cx="642247" cy="768212"/>
      </dsp:txXfrm>
    </dsp:sp>
    <dsp:sp modelId="{340BA651-3895-4EAD-815F-482A0E47FCEA}">
      <dsp:nvSpPr>
        <dsp:cNvPr id="0" name=""/>
        <dsp:cNvSpPr/>
      </dsp:nvSpPr>
      <dsp:spPr>
        <a:xfrm>
          <a:off x="3980142" y="5174050"/>
          <a:ext cx="1871032" cy="1039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018639-31BF-43BA-AC19-6B3F73BAA438}">
      <dsp:nvSpPr>
        <dsp:cNvPr id="0" name=""/>
        <dsp:cNvSpPr/>
      </dsp:nvSpPr>
      <dsp:spPr>
        <a:xfrm rot="5400000">
          <a:off x="7081842" y="4257912"/>
          <a:ext cx="1732437" cy="2067032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-18869879"/>
            <a:satOff val="15842"/>
            <a:lumOff val="-235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-5400000">
        <a:off x="7259050" y="4713950"/>
        <a:ext cx="1378022" cy="11549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EE401711-02DC-4F5A-B0A4-D7A4CFB82638}" type="datetimeFigureOut">
              <a:rPr lang="en-US" smtClean="0"/>
              <a:t>5/21/2025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47001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10A69-C0BC-4A5A-8FE4-5D0B5D0F11EE}" type="datetimeFigureOut">
              <a:rPr lang="en-US" smtClean="0"/>
              <a:t>5/21/2025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435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3B61-F054-442D-881D-6A81C2774BFE}" type="datetimeFigureOut">
              <a:rPr lang="en-US" smtClean="0"/>
              <a:t>5/21/2025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922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CD3A-8283-4FC4-856C-D5E0BF662449}" type="datetimeFigureOut">
              <a:rPr lang="en-US" smtClean="0"/>
              <a:t>5/21/2025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010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8FEE8-FC08-4C54-BE1B-81CB6CA05FC8}" type="datetimeFigureOut">
              <a:rPr lang="en-US" smtClean="0"/>
              <a:t>5/21/2025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409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A528B-AADB-4276-9F0D-B13FCF86F309}" type="datetimeFigureOut">
              <a:rPr lang="en-US" smtClean="0"/>
              <a:t>5/21/2025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702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497F-A1E4-4C0B-8811-954A59B26923}" type="datetimeFigureOut">
              <a:rPr lang="en-US" smtClean="0"/>
              <a:t>5/21/2025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451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24E7-1432-4F89-B9E6-59843C6C91FE}" type="datetimeFigureOut">
              <a:rPr lang="en-US" smtClean="0"/>
              <a:t>5/21/2025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647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AD9C-D29C-4D1E-A739-CC3C95B41085}" type="datetimeFigureOut">
              <a:rPr lang="en-US" smtClean="0"/>
              <a:t>5/21/2025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207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336BD-BA89-4B92-9DBC-679F61142570}" type="datetimeFigureOut">
              <a:rPr lang="en-US" smtClean="0"/>
              <a:t>5/21/2025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777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B5C7-A3C7-439B-802A-DFE3FCA7ADBD}" type="datetimeFigureOut">
              <a:rPr lang="en-US" smtClean="0"/>
              <a:t>5/21/2025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3231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E65EA-47B7-4DBF-958B-A3D4DA4F431A}" type="datetimeFigureOut">
              <a:rPr lang="en-US" smtClean="0"/>
              <a:t>5/21/2025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9209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4AAA-CF98-48DB-9517-D7ADD1FD1213}" type="datetimeFigureOut">
              <a:rPr lang="en-US" smtClean="0"/>
              <a:t>5/21/2025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1419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9F696-D0E7-4C66-925E-251F9C0B0F21}" type="datetimeFigureOut">
              <a:rPr lang="en-US" smtClean="0"/>
              <a:t>5/21/2025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068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2732E-4FBC-4B01-A175-6B1CAC9B226D}" type="datetimeFigureOut">
              <a:rPr lang="en-US" smtClean="0"/>
              <a:t>5/21/2025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6580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FC5-17E4-4A26-A144-49682BD36ECA}" type="datetimeFigureOut">
              <a:rPr lang="en-US" smtClean="0"/>
              <a:t>5/21/2025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8779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79482-E0DA-4858-9A19-F8B792C0C3D9}" type="datetimeFigureOut">
              <a:rPr lang="en-US" smtClean="0"/>
              <a:t>5/21/2025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537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DC48ED7C-D9A5-4EA8-B309-6E368BFA8F2B}" type="datetimeFigureOut">
              <a:rPr lang="en-US" smtClean="0"/>
              <a:t>5/21/2025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658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4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28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diagramLayout" Target="../diagrams/layout11.xml"/><Relationship Id="rId7" Type="http://schemas.openxmlformats.org/officeDocument/2006/relationships/image" Target="../media/image38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1267875" y="4926808"/>
            <a:ext cx="9755187" cy="550333"/>
          </a:xfrm>
        </p:spPr>
        <p:txBody>
          <a:bodyPr/>
          <a:lstStyle/>
          <a:p>
            <a:r>
              <a:rPr lang="mn-MN" sz="32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ЛЕКЦ </a:t>
            </a:r>
            <a:r>
              <a:rPr lang="mn-MN" sz="3200" b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№16</a:t>
            </a:r>
            <a:endParaRPr lang="en-US" sz="32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7312"/>
          <a:stretch/>
        </p:blipFill>
        <p:spPr>
          <a:xfrm rot="19807165">
            <a:off x="208019" y="1961944"/>
            <a:ext cx="4194277" cy="340165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07877">
            <a:off x="854779" y="679466"/>
            <a:ext cx="9878809" cy="3171188"/>
          </a:xfrm>
        </p:spPr>
        <p:txBody>
          <a:bodyPr>
            <a:normAutofit/>
          </a:bodyPr>
          <a:lstStyle/>
          <a:p>
            <a:r>
              <a:rPr lang="mn-MN" sz="6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Хувийн зохион байгуулалт, төлөвлөгөө</a:t>
            </a:r>
            <a:endParaRPr lang="en-US" sz="6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 rot="21445245">
            <a:off x="423861" y="5649782"/>
            <a:ext cx="15247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n-MN" dirty="0">
                <a:solidFill>
                  <a:srgbClr val="FFFF00"/>
                </a:solidFill>
                <a:latin typeface="pt sans narrow"/>
              </a:rPr>
              <a:t> Цаг бол алт</a:t>
            </a:r>
            <a:endParaRPr lang="en-US" dirty="0">
              <a:solidFill>
                <a:srgbClr val="FFFF00"/>
              </a:solidFill>
              <a:latin typeface="PresentScript Mo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139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535898"/>
            <a:ext cx="10396882" cy="1151965"/>
          </a:xfrm>
        </p:spPr>
        <p:txBody>
          <a:bodyPr>
            <a:normAutofit/>
          </a:bodyPr>
          <a:lstStyle/>
          <a:p>
            <a:pPr algn="ctr"/>
            <a:r>
              <a:rPr lang="mn-MN" sz="3200" b="1" cap="none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АГУУЛГА</a:t>
            </a:r>
            <a:endParaRPr lang="en-US" sz="32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199214" y="1901318"/>
            <a:ext cx="9563724" cy="34651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mn-M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Хувийн зохион байгуулалт </a:t>
            </a:r>
            <a:endParaRPr lang="en-US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mn-M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Өөрийгөө удирдахуй </a:t>
            </a:r>
            <a:endParaRPr lang="en-US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mn-M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Зорилгоо тодорхойлох нь </a:t>
            </a:r>
            <a:endParaRPr lang="en-US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mn-M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Цагийн менежмент</a:t>
            </a:r>
          </a:p>
        </p:txBody>
      </p:sp>
    </p:spTree>
    <p:extLst>
      <p:ext uri="{BB962C8B-B14F-4D97-AF65-F5344CB8AC3E}">
        <p14:creationId xmlns:p14="http://schemas.microsoft.com/office/powerpoint/2010/main" val="367323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4934"/>
          <a:stretch/>
        </p:blipFill>
        <p:spPr>
          <a:xfrm>
            <a:off x="238899" y="90616"/>
            <a:ext cx="11245898" cy="59147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04799" y="436605"/>
            <a:ext cx="5025081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ctr">
              <a:buAutoNum type="arabicPeriod"/>
            </a:pPr>
            <a:r>
              <a:rPr lang="mn-M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Хувийн зохион байгуулалт </a:t>
            </a:r>
          </a:p>
          <a:p>
            <a:pPr algn="ctr"/>
            <a:r>
              <a:rPr lang="mn-M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гэж юу вэ?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mn-M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mn-M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mn-M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mn-M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mn-M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mn-M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mn-M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mn-M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Хувийн зохион байгуулалт гэдэг нь ажлаа тухайн цагт амжуулах, хэрэгтэй зүйлээ төвөггүй олох, амьдралаа хянаж байх явдал юм. </a:t>
            </a:r>
          </a:p>
        </p:txBody>
      </p:sp>
    </p:spTree>
    <p:extLst>
      <p:ext uri="{BB962C8B-B14F-4D97-AF65-F5344CB8AC3E}">
        <p14:creationId xmlns:p14="http://schemas.microsoft.com/office/powerpoint/2010/main" val="1116728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9376" y="1535186"/>
            <a:ext cx="4652407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Хувийн зохион байгуулалттай байна гэдэг нь </a:t>
            </a:r>
            <a:r>
              <a:rPr lang="mn-M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өөрийгөө ялан дийлэх</a:t>
            </a:r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гэсэн үг юм.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Энэ ялалт нь дараах 3 зүйлд тулгуурладаг.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983326175"/>
              </p:ext>
            </p:extLst>
          </p:nvPr>
        </p:nvGraphicFramePr>
        <p:xfrm>
          <a:off x="2322835" y="-263444"/>
          <a:ext cx="11114373" cy="6011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8808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79488" y="749508"/>
            <a:ext cx="1031323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mn-M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Хувийн зохион байгуулалттай байхын ач холбогдол</a:t>
            </a:r>
          </a:p>
          <a:p>
            <a:pPr algn="just"/>
            <a:endParaRPr lang="mn-M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Хувийн зохион байгуулалт өдөр тутмын энгийн зүйлээс эхэлдэг. </a:t>
            </a:r>
          </a:p>
          <a:p>
            <a:pPr algn="just"/>
            <a:endParaRPr lang="mn-M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mn-M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Ширээн дээр байгаа бичиг баримтууд, ажлын өрөө, гэр орны асуудал, утас факс, бичиг цаасны хадгалалт, номын сан, эрүүл мэнд болон санхүүгийн бичиг баримт, компьютерт байгаа мэдээллийн зохион байгуулалт</a:t>
            </a:r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гэх мэт маш энгийн мэт олон зүйл бидний өдөр тутмын гүйцэтгэлд нөлөөлдөг.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Хувийн зохион байгуулалтын зарчим нь </a:t>
            </a:r>
            <a:r>
              <a:rPr lang="mn-M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ӨӨРИЙГӨӨ</a:t>
            </a:r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ухамсартайгаар </a:t>
            </a:r>
            <a:r>
              <a:rPr lang="mn-M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ХЯНАХ</a:t>
            </a:r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явдал юм.</a:t>
            </a:r>
          </a:p>
        </p:txBody>
      </p:sp>
    </p:spTree>
    <p:extLst>
      <p:ext uri="{BB962C8B-B14F-4D97-AF65-F5344CB8AC3E}">
        <p14:creationId xmlns:p14="http://schemas.microsoft.com/office/powerpoint/2010/main" val="3030880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59567" y="599606"/>
            <a:ext cx="9085566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mn-M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ХУВИЙН ЗОХИОН БАЙГУУЛАЛТТАЙ  </a:t>
            </a:r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байхын</a:t>
            </a:r>
            <a:r>
              <a:rPr lang="mn-M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давуу тал: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Ажлаа дуусгахад бага цаг зарцуулна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Ажлын зохион байгуулалт сайжирна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Үр дүнд хүрнэ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Ажилдаа сэтгэл хангалуун болно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Ачаалал ихтэй ажлыг гүйцэтгэх чадвар нэмэгдэнэ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Идэвх сайжирна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Ажил, амьдралдаа үр дүнд хүрнэ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mn-M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33055" r="33520"/>
          <a:stretch/>
        </p:blipFill>
        <p:spPr>
          <a:xfrm>
            <a:off x="1259174" y="7060367"/>
            <a:ext cx="1439055" cy="3200400"/>
          </a:xfrm>
          <a:prstGeom prst="rect">
            <a:avLst/>
          </a:prstGeom>
        </p:spPr>
      </p:pic>
      <p:pic>
        <p:nvPicPr>
          <p:cNvPr id="1026" name="Picture 2" descr="http://www.vector-finder.com/site-images/Large/160-600-vector-banner-vp-452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447"/>
          <a:stretch/>
        </p:blipFill>
        <p:spPr bwMode="auto">
          <a:xfrm>
            <a:off x="9860692" y="5942"/>
            <a:ext cx="1836431" cy="558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68591" t="468" r="-602" b="-468"/>
          <a:stretch/>
        </p:blipFill>
        <p:spPr>
          <a:xfrm>
            <a:off x="5254520" y="7390150"/>
            <a:ext cx="1378159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540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scontent.fuln5-1.fna.fbcdn.net/v/t1.0-9/45077216_2146909632295059_3740386902398730240_n.jpg?_nc_cat=105&amp;_nc_ht=scontent.fuln5-1.fna&amp;oh=88f5d4b0a5455abed159c2ddd5cd4df3&amp;oe=5C7B611F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4" t="33111" r="49375" b="18441"/>
          <a:stretch/>
        </p:blipFill>
        <p:spPr bwMode="auto">
          <a:xfrm>
            <a:off x="948265" y="374134"/>
            <a:ext cx="5291667" cy="4885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/>
          <p:cNvGrpSpPr/>
          <p:nvPr/>
        </p:nvGrpSpPr>
        <p:grpSpPr>
          <a:xfrm>
            <a:off x="7730066" y="154001"/>
            <a:ext cx="2870199" cy="5325534"/>
            <a:chOff x="7730066" y="154001"/>
            <a:chExt cx="2870199" cy="5325534"/>
          </a:xfrm>
        </p:grpSpPr>
        <p:pic>
          <p:nvPicPr>
            <p:cNvPr id="5" name="Picture 2" descr="https://scontent.fuln5-1.fna.fbcdn.net/v/t1.0-9/45077216_2146909632295059_3740386902398730240_n.jpg?_nc_cat=105&amp;_nc_ht=scontent.fuln5-1.fna&amp;oh=88f5d4b0a5455abed159c2ddd5cd4df3&amp;oe=5C7B611F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625" t="13999" r="12708" b="16112"/>
            <a:stretch/>
          </p:blipFill>
          <p:spPr bwMode="auto">
            <a:xfrm>
              <a:off x="7730066" y="154001"/>
              <a:ext cx="2870199" cy="53255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7988298" y="5049336"/>
              <a:ext cx="24722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mn-MN" dirty="0">
                  <a:solidFill>
                    <a:schemeClr val="bg1">
                      <a:lumMod val="50000"/>
                    </a:schemeClr>
                  </a:solidFill>
                </a:rPr>
                <a:t>Махамати ГАНДИ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477661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85" y="1416908"/>
            <a:ext cx="3499020" cy="2866768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 амьдралаа юунд зарцуулдаг вэ</a:t>
            </a:r>
            <a:r>
              <a:rPr lang="mn-MN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2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Ð¥Ð¾Ð»Ð±Ð¾Ð¾ÑÐ¾Ð¹ ÐÑÑÐ°Ð³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2927" y="0"/>
            <a:ext cx="7303610" cy="6614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1316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9233" y="221105"/>
            <a:ext cx="9838499" cy="927429"/>
          </a:xfrm>
        </p:spPr>
        <p:txBody>
          <a:bodyPr>
            <a:normAutofit/>
          </a:bodyPr>
          <a:lstStyle/>
          <a:p>
            <a:pPr algn="ctr"/>
            <a:r>
              <a:rPr lang="mn-MN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2. Өөрийгөө удирдахуй</a:t>
            </a:r>
          </a:p>
        </p:txBody>
      </p:sp>
      <p:sp>
        <p:nvSpPr>
          <p:cNvPr id="4" name="Rectangle 3"/>
          <p:cNvSpPr/>
          <p:nvPr/>
        </p:nvSpPr>
        <p:spPr>
          <a:xfrm>
            <a:off x="989351" y="2362201"/>
            <a:ext cx="358264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 хэн бэ?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812" y="1148534"/>
            <a:ext cx="5905500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451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6460" t="8764" r="1594" b="3143"/>
          <a:stretch/>
        </p:blipFill>
        <p:spPr>
          <a:xfrm>
            <a:off x="194734" y="0"/>
            <a:ext cx="11311465" cy="6401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9785" y="164893"/>
            <a:ext cx="94388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mn-M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 ХЭН бэ?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mn-M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mn-M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60400" y="961126"/>
            <a:ext cx="489373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Таны хамгийн том өрсөлдөгч ТА өөрөө өөрийгөө танин мэдэх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Бусдын хувьд та хэн бэ?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Өөрчлөлт</a:t>
            </a:r>
          </a:p>
        </p:txBody>
      </p:sp>
    </p:spTree>
    <p:extLst>
      <p:ext uri="{BB962C8B-B14F-4D97-AF65-F5344CB8AC3E}">
        <p14:creationId xmlns:p14="http://schemas.microsoft.com/office/powerpoint/2010/main" val="567095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884569563"/>
              </p:ext>
            </p:extLst>
          </p:nvPr>
        </p:nvGraphicFramePr>
        <p:xfrm>
          <a:off x="0" y="1"/>
          <a:ext cx="11662348" cy="62359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Rectangle 1"/>
          <p:cNvSpPr/>
          <p:nvPr/>
        </p:nvSpPr>
        <p:spPr>
          <a:xfrm rot="1067359">
            <a:off x="2692399" y="848265"/>
            <a:ext cx="267546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ТАНЫ ОДООГИЙН ТӨВ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12425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025" y="406704"/>
            <a:ext cx="10396882" cy="678306"/>
          </a:xfrm>
        </p:spPr>
        <p:txBody>
          <a:bodyPr>
            <a:normAutofit/>
          </a:bodyPr>
          <a:lstStyle/>
          <a:p>
            <a:r>
              <a:rPr lang="mn-MN" sz="3200" b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Таны үнэт зүйлс юу вэ? (</a:t>
            </a:r>
            <a:r>
              <a:rPr lang="en-US" sz="3200" b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Value) </a:t>
            </a:r>
            <a:endParaRPr lang="en-US" sz="32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754759" y="1471076"/>
            <a:ext cx="7886307" cy="382905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mn-MN" sz="2400" b="1" cap="non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ҮНЭТ ЗҮЙЛ </a:t>
            </a:r>
            <a:r>
              <a:rPr lang="mn-M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гэдэг нь хүнд удаан хугацааны турш, тогтвортойгоор оршин байдаг итгэл үнэмшил юм.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mn-M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Хувь хүний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mn-M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Гэр бүлийн</a:t>
            </a:r>
            <a:endParaRPr lang="en-US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n-M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Мэргэжлийн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mn-M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Байгалийн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mn-M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Улс орны гэх мэт.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416" y="1913770"/>
            <a:ext cx="3566884" cy="26751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19772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265359914"/>
              </p:ext>
            </p:extLst>
          </p:nvPr>
        </p:nvGraphicFramePr>
        <p:xfrm>
          <a:off x="2143594" y="190478"/>
          <a:ext cx="11402474" cy="5718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ight Arrow 6"/>
          <p:cNvSpPr/>
          <p:nvPr/>
        </p:nvSpPr>
        <p:spPr>
          <a:xfrm rot="2075390">
            <a:off x="9125632" y="1093160"/>
            <a:ext cx="434715" cy="567913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 rot="7342388">
            <a:off x="9773155" y="3603184"/>
            <a:ext cx="510011" cy="493724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 rot="10800000">
            <a:off x="7734047" y="4968841"/>
            <a:ext cx="434715" cy="56791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 rot="14936622">
            <a:off x="5653053" y="3511580"/>
            <a:ext cx="481974" cy="673662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 rot="19266953">
            <a:off x="6319711" y="1160302"/>
            <a:ext cx="434715" cy="567913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7"/>
          <a:srcRect l="23115" t="1656" r="21804" b="4311"/>
          <a:stretch/>
        </p:blipFill>
        <p:spPr>
          <a:xfrm>
            <a:off x="533607" y="145508"/>
            <a:ext cx="3537679" cy="603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596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917516533"/>
              </p:ext>
            </p:extLst>
          </p:nvPr>
        </p:nvGraphicFramePr>
        <p:xfrm>
          <a:off x="125198" y="194733"/>
          <a:ext cx="11272604" cy="6464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5"/>
          <p:cNvSpPr/>
          <p:nvPr/>
        </p:nvSpPr>
        <p:spPr>
          <a:xfrm>
            <a:off x="7854847" y="411190"/>
            <a:ext cx="152899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Зан чанараа анхаарч бай. 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239842" y="2303619"/>
            <a:ext cx="15876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Юу бодож байгаагаа анхаарч бай. </a:t>
            </a: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2127250" y="1835176"/>
            <a:ext cx="144040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Юу хэлж буйгаа хянаж бай. </a:t>
            </a:r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4062334" y="1353899"/>
            <a:ext cx="143905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Юу хийж буйгаа анхаарч бай. 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5981074" y="516120"/>
            <a:ext cx="155897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Юуг үргэлж хийдгээ анхаарч бай. </a:t>
            </a: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7"/>
          <a:srcRect l="20462" t="5197" r="10776" b="9425"/>
          <a:stretch/>
        </p:blipFill>
        <p:spPr>
          <a:xfrm>
            <a:off x="9630901" y="849573"/>
            <a:ext cx="1967358" cy="357252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324635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1"/>
            <a:ext cx="10396882" cy="731108"/>
          </a:xfrm>
        </p:spPr>
        <p:txBody>
          <a:bodyPr>
            <a:normAutofit/>
          </a:bodyPr>
          <a:lstStyle/>
          <a:p>
            <a:r>
              <a:rPr lang="mn-M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Зорилгоо тодорхойлох нь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57783" y="1900375"/>
            <a:ext cx="10394707" cy="2136710"/>
          </a:xfrm>
        </p:spPr>
        <p:txBody>
          <a:bodyPr>
            <a:normAutofit/>
          </a:bodyPr>
          <a:lstStyle/>
          <a:p>
            <a:r>
              <a:rPr lang="mn-M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Зорилго ба зорилт</a:t>
            </a:r>
            <a:endParaRPr lang="en-US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301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9861" y="128770"/>
            <a:ext cx="11257614" cy="830997"/>
          </a:xfrm>
          <a:prstGeom prst="rect">
            <a:avLst/>
          </a:prstGeom>
          <a:solidFill>
            <a:schemeClr val="accent2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Зорилгоо 3 алхамаар тодорхойлно. </a:t>
            </a:r>
          </a:p>
          <a:p>
            <a:pPr algn="just"/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Хүн мөрөөдөхөө зогсоход амьдрал нь ч бас зогсдог.</a:t>
            </a: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472622582"/>
              </p:ext>
            </p:extLst>
          </p:nvPr>
        </p:nvGraphicFramePr>
        <p:xfrm>
          <a:off x="1177560" y="1162014"/>
          <a:ext cx="9420485" cy="50740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8892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981931816"/>
              </p:ext>
            </p:extLst>
          </p:nvPr>
        </p:nvGraphicFramePr>
        <p:xfrm>
          <a:off x="-1766455" y="0"/>
          <a:ext cx="15690273" cy="66086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94025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229380421"/>
              </p:ext>
            </p:extLst>
          </p:nvPr>
        </p:nvGraphicFramePr>
        <p:xfrm>
          <a:off x="651932" y="203200"/>
          <a:ext cx="10992153" cy="53400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7"/>
          <a:srcRect l="8676" r="12724"/>
          <a:stretch/>
        </p:blipFill>
        <p:spPr>
          <a:xfrm>
            <a:off x="260431" y="2328333"/>
            <a:ext cx="2411119" cy="288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32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14488" r="19639"/>
          <a:stretch/>
        </p:blipFill>
        <p:spPr>
          <a:xfrm>
            <a:off x="448733" y="1090334"/>
            <a:ext cx="3633410" cy="455551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6077" y="116758"/>
            <a:ext cx="7907933" cy="517556"/>
          </a:xfrm>
        </p:spPr>
        <p:txBody>
          <a:bodyPr>
            <a:normAutofit/>
          </a:bodyPr>
          <a:lstStyle/>
          <a:p>
            <a:pPr marL="457200" indent="-457200" algn="ctr">
              <a:buFont typeface="Wingdings" panose="05000000000000000000" pitchFamily="2" charset="2"/>
              <a:buChar char="Ø"/>
            </a:pPr>
            <a:r>
              <a:rPr lang="mn-M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Зорилгодоо хүрдэггүй шалтгаанууд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656667" y="551936"/>
            <a:ext cx="7016349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Залхуурах ба шантрах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Хэтэрхий олон зорилго тавьдаг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Тэдгээр нь хэт ойрхон өөрчлөгддөг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Зорилгоо огт тодорхойлоогүй байдаг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Энэ тухай цаг гаргаж төлөвлөдөггүй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Зорилгынхоо эзэн болдоггүй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Зорилготойгоо сэтгэл санаагаараа холбоогүй байдаг, итгэл үнэмшилгүй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Яаралтай ажилдаа хэтэрхий сатаарснаас бусад зүйл орхигддог.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995499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48733"/>
            <a:ext cx="10396882" cy="881031"/>
          </a:xfrm>
        </p:spPr>
        <p:txBody>
          <a:bodyPr>
            <a:noAutofit/>
          </a:bodyPr>
          <a:lstStyle/>
          <a:p>
            <a:pPr lvl="0"/>
            <a:r>
              <a:rPr lang="mn-MN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4. Цагийн менежмент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87975" y="1871134"/>
            <a:ext cx="10394707" cy="2555185"/>
          </a:xfrm>
        </p:spPr>
        <p:txBody>
          <a:bodyPr>
            <a:normAutofit/>
          </a:bodyPr>
          <a:lstStyle/>
          <a:p>
            <a:r>
              <a:rPr lang="mn-MN" sz="2400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Цаг төлөвлөлт</a:t>
            </a:r>
          </a:p>
          <a:p>
            <a:r>
              <a:rPr lang="mn-MN" sz="2400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Цаг төлөвлөх зарчим ба аргууд </a:t>
            </a:r>
            <a:endParaRPr lang="en-US" sz="2400" cap="none" dirty="0"/>
          </a:p>
        </p:txBody>
      </p:sp>
    </p:spTree>
    <p:extLst>
      <p:ext uri="{BB962C8B-B14F-4D97-AF65-F5344CB8AC3E}">
        <p14:creationId xmlns:p14="http://schemas.microsoft.com/office/powerpoint/2010/main" val="3241160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news.zindaa.mn/editor_imgs/adfasa/zan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36" b="5238"/>
          <a:stretch/>
        </p:blipFill>
        <p:spPr bwMode="auto">
          <a:xfrm>
            <a:off x="6428241" y="0"/>
            <a:ext cx="5492010" cy="6660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437848" y="1756578"/>
            <a:ext cx="5107819" cy="2751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 algn="just" defTabSz="914400">
              <a:lnSpc>
                <a:spcPct val="120000"/>
              </a:lnSpc>
              <a:spcBef>
                <a:spcPts val="1000"/>
              </a:spcBef>
              <a:buClr>
                <a:srgbClr val="EE8011"/>
              </a:buClr>
              <a:buSzPct val="160000"/>
              <a:buFont typeface="Arial" panose="020B0604020202020204" pitchFamily="34" charset="0"/>
              <a:buChar char="•"/>
            </a:pPr>
            <a:r>
              <a:rPr lang="mn-M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Цагаа сайн зохицуулдаг хүмүүс олон зүйлийг амжуулж, стресст бага орж, хүмүүстэй сайн харилцаа тогтоож, өөртөө болон амьдралдаа сэтгэл хангалуун байж, дуртай зүйлдээ зориулах цаг завтай байдаг.</a:t>
            </a:r>
          </a:p>
        </p:txBody>
      </p:sp>
      <p:sp>
        <p:nvSpPr>
          <p:cNvPr id="4" name="Rectangle 3"/>
          <p:cNvSpPr/>
          <p:nvPr/>
        </p:nvSpPr>
        <p:spPr>
          <a:xfrm>
            <a:off x="1685839" y="670467"/>
            <a:ext cx="25851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mn-M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Цаг төлөвлөлт</a:t>
            </a:r>
          </a:p>
        </p:txBody>
      </p:sp>
    </p:spTree>
    <p:extLst>
      <p:ext uri="{BB962C8B-B14F-4D97-AF65-F5344CB8AC3E}">
        <p14:creationId xmlns:p14="http://schemas.microsoft.com/office/powerpoint/2010/main" val="5839236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770735708"/>
              </p:ext>
            </p:extLst>
          </p:nvPr>
        </p:nvGraphicFramePr>
        <p:xfrm>
          <a:off x="1449941" y="176269"/>
          <a:ext cx="8156768" cy="53215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 6"/>
          <p:cNvSpPr/>
          <p:nvPr/>
        </p:nvSpPr>
        <p:spPr>
          <a:xfrm>
            <a:off x="154236" y="2046954"/>
            <a:ext cx="2390660" cy="186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>
              <a:lnSpc>
                <a:spcPct val="120000"/>
              </a:lnSpc>
              <a:spcBef>
                <a:spcPts val="1000"/>
              </a:spcBef>
              <a:buClr>
                <a:srgbClr val="EE8011"/>
              </a:buClr>
              <a:buSzPct val="160000"/>
            </a:pPr>
            <a:r>
              <a:rPr lang="mn-M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Цаг хугацаа нь </a:t>
            </a:r>
            <a:r>
              <a:rPr lang="mn-MN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хүн бүрт тэгш заяагдсан цор ганц өмч. </a:t>
            </a:r>
          </a:p>
        </p:txBody>
      </p:sp>
      <p:sp>
        <p:nvSpPr>
          <p:cNvPr id="8" name="Rectangle 7"/>
          <p:cNvSpPr/>
          <p:nvPr/>
        </p:nvSpPr>
        <p:spPr>
          <a:xfrm>
            <a:off x="308472" y="5705500"/>
            <a:ext cx="11027883" cy="4968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>
              <a:lnSpc>
                <a:spcPct val="120000"/>
              </a:lnSpc>
              <a:spcBef>
                <a:spcPts val="1000"/>
              </a:spcBef>
              <a:buClr>
                <a:srgbClr val="EE8011"/>
              </a:buClr>
              <a:buSzPct val="160000"/>
            </a:pPr>
            <a:r>
              <a:rPr lang="mn-MN" sz="24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Өөрийн цагийг хайрладаггүй хүн хэзээ ч бусдын цагийг хайрладаггүй... </a:t>
            </a:r>
            <a:endParaRPr lang="en-US" sz="2400" i="1" dirty="0"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30449" y="2011101"/>
            <a:ext cx="3624550" cy="186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>
              <a:lnSpc>
                <a:spcPct val="120000"/>
              </a:lnSpc>
              <a:spcBef>
                <a:spcPts val="1000"/>
              </a:spcBef>
              <a:buClr>
                <a:srgbClr val="EE8011"/>
              </a:buClr>
              <a:buSzPct val="160000"/>
            </a:pPr>
            <a:r>
              <a:rPr lang="mn-MN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Цаг хугацаа бол </a:t>
            </a:r>
            <a:r>
              <a:rPr lang="mn-M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ИЛЖИГ</a:t>
            </a:r>
            <a:r>
              <a:rPr lang="mn-MN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Түүнд үргэлж хүнд ачаа ачиж, түүнийг үргэлж ташуурдаж бай.</a:t>
            </a:r>
          </a:p>
        </p:txBody>
      </p:sp>
    </p:spTree>
    <p:extLst>
      <p:ext uri="{BB962C8B-B14F-4D97-AF65-F5344CB8AC3E}">
        <p14:creationId xmlns:p14="http://schemas.microsoft.com/office/powerpoint/2010/main" val="12266909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693902110"/>
              </p:ext>
            </p:extLst>
          </p:nvPr>
        </p:nvGraphicFramePr>
        <p:xfrm>
          <a:off x="110169" y="88135"/>
          <a:ext cx="11523643" cy="61584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269168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18410" y="1964532"/>
            <a:ext cx="5165316" cy="16784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 defTabSz="914400">
              <a:lnSpc>
                <a:spcPct val="120000"/>
              </a:lnSpc>
              <a:spcBef>
                <a:spcPts val="1000"/>
              </a:spcBef>
              <a:buClr>
                <a:srgbClr val="EE8011"/>
              </a:buClr>
              <a:buSzPct val="16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Pareto-</a:t>
            </a:r>
            <a:r>
              <a:rPr lang="mn-M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гийн зарчим </a:t>
            </a:r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buClr>
                <a:srgbClr val="EE8011"/>
              </a:buClr>
              <a:buSzPct val="16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A-L-P-E-N </a:t>
            </a:r>
            <a:r>
              <a:rPr lang="mn-M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арга </a:t>
            </a:r>
          </a:p>
          <a:p>
            <a:pPr marL="228600" lvl="0" indent="-228600" defTabSz="914400">
              <a:lnSpc>
                <a:spcPct val="120000"/>
              </a:lnSpc>
              <a:spcBef>
                <a:spcPts val="1000"/>
              </a:spcBef>
              <a:buClr>
                <a:srgbClr val="EE8011"/>
              </a:buClr>
              <a:buSzPct val="160000"/>
              <a:buFont typeface="Arial" panose="020B0604020202020204" pitchFamily="34" charset="0"/>
              <a:buChar char="•"/>
            </a:pPr>
            <a:r>
              <a:rPr lang="mn-M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Өдрийн төлөвлөгөө </a:t>
            </a:r>
          </a:p>
        </p:txBody>
      </p:sp>
      <p:sp>
        <p:nvSpPr>
          <p:cNvPr id="5" name="Rectangle 4"/>
          <p:cNvSpPr/>
          <p:nvPr/>
        </p:nvSpPr>
        <p:spPr>
          <a:xfrm>
            <a:off x="2667456" y="346434"/>
            <a:ext cx="5933612" cy="5642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lvl="0" indent="-285750" defTabSz="914400">
              <a:lnSpc>
                <a:spcPct val="120000"/>
              </a:lnSpc>
              <a:spcBef>
                <a:spcPts val="1000"/>
              </a:spcBef>
              <a:buClr>
                <a:srgbClr val="EE8011"/>
              </a:buClr>
              <a:buSzPct val="160000"/>
              <a:buFont typeface="Wingdings" panose="05000000000000000000" pitchFamily="2" charset="2"/>
              <a:buChar char="v"/>
            </a:pPr>
            <a:r>
              <a:rPr lang="mn-MN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Цаг төлөвлөх зарчим ба аргууд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38" y="1660262"/>
            <a:ext cx="4902262" cy="3122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4111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02534" y="1277607"/>
            <a:ext cx="10069419" cy="34512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defTabSz="914400">
              <a:lnSpc>
                <a:spcPct val="120000"/>
              </a:lnSpc>
              <a:spcBef>
                <a:spcPts val="1000"/>
              </a:spcBef>
              <a:buClr>
                <a:srgbClr val="EE8011"/>
              </a:buClr>
              <a:buSzPct val="160000"/>
              <a:buFont typeface="Wingdings" panose="05000000000000000000" pitchFamily="2" charset="2"/>
              <a:buChar char="Ø"/>
            </a:pPr>
            <a:r>
              <a:rPr lang="mn-M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PARETO-</a:t>
            </a:r>
            <a:r>
              <a:rPr lang="mn-M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гийн зарчим </a:t>
            </a:r>
          </a:p>
          <a:p>
            <a:pPr marL="228600" lvl="0" indent="-228600" algn="just" defTabSz="914400">
              <a:lnSpc>
                <a:spcPct val="120000"/>
              </a:lnSpc>
              <a:spcBef>
                <a:spcPts val="1000"/>
              </a:spcBef>
              <a:buClr>
                <a:srgbClr val="EE8011"/>
              </a:buClr>
              <a:buSzPct val="160000"/>
              <a:buFont typeface="Arial" panose="020B0604020202020204" pitchFamily="34" charset="0"/>
              <a:buChar char="•"/>
            </a:pPr>
            <a:r>
              <a:rPr lang="mn-M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Бидний зарцуулж буй хугацаа болон хүрч буй үр дүнгийн хооронд ямар нэгэн харьцаа байх ёстой гэж үздэг. Тэгвэл нийт үр дүнгийн 80%-д хүрэхийн тулд аливаа хүн өөрт байгаа хүч чадал цаг хугацааныхаа ердөө л 20%-ийг зарцуулдаг болох нь тогтоогджээ. </a:t>
            </a:r>
          </a:p>
          <a:p>
            <a:pPr marL="228600" lvl="0" indent="-228600" defTabSz="914400">
              <a:lnSpc>
                <a:spcPct val="120000"/>
              </a:lnSpc>
              <a:spcBef>
                <a:spcPts val="1000"/>
              </a:spcBef>
              <a:buClr>
                <a:srgbClr val="EE8011"/>
              </a:buClr>
              <a:buSzPct val="160000"/>
              <a:buFont typeface="Arial" panose="020B0604020202020204" pitchFamily="34" charset="0"/>
              <a:buChar char="•"/>
            </a:pPr>
            <a:r>
              <a:rPr lang="mn-M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Жишээ нь хэрэглэгчдэд үзүүлэх үйлчилгээг ердөө 20% гэж үзвэл энэ нь нийт орлогын 80%-ийг бүрдүүлж байдаг гэсэн санаа.</a:t>
            </a:r>
          </a:p>
        </p:txBody>
      </p:sp>
    </p:spTree>
    <p:extLst>
      <p:ext uri="{BB962C8B-B14F-4D97-AF65-F5344CB8AC3E}">
        <p14:creationId xmlns:p14="http://schemas.microsoft.com/office/powerpoint/2010/main" val="20437455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57270" y="100798"/>
            <a:ext cx="3381054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lvl="0" indent="-228600" defTabSz="914400">
              <a:lnSpc>
                <a:spcPct val="120000"/>
              </a:lnSpc>
              <a:spcBef>
                <a:spcPts val="1000"/>
              </a:spcBef>
              <a:buClr>
                <a:srgbClr val="EE8011"/>
              </a:buClr>
              <a:buSzPct val="160000"/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A-L-P-E-N </a:t>
            </a:r>
            <a:r>
              <a:rPr lang="mn-M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арга </a:t>
            </a:r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3439381936"/>
              </p:ext>
            </p:extLst>
          </p:nvPr>
        </p:nvGraphicFramePr>
        <p:xfrm>
          <a:off x="418641" y="722625"/>
          <a:ext cx="11303306" cy="61804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486985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858302193"/>
              </p:ext>
            </p:extLst>
          </p:nvPr>
        </p:nvGraphicFramePr>
        <p:xfrm>
          <a:off x="-2335576" y="170085"/>
          <a:ext cx="12941147" cy="62135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1753209" y="506776"/>
            <a:ext cx="6141507" cy="5504903"/>
            <a:chOff x="3339638" y="506776"/>
            <a:chExt cx="6141507" cy="5504903"/>
          </a:xfrm>
        </p:grpSpPr>
        <p:sp>
          <p:nvSpPr>
            <p:cNvPr id="5" name="Rectangle 4"/>
            <p:cNvSpPr/>
            <p:nvPr/>
          </p:nvSpPr>
          <p:spPr>
            <a:xfrm>
              <a:off x="6516198" y="2126255"/>
              <a:ext cx="2054925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mn-MN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Төлөвлөөгүй ажил 3 дахин илүү цаг зарцуулдаг </a:t>
              </a:r>
              <a:endPara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6213514" y="4996016"/>
              <a:ext cx="1983035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mn-MN" sz="2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Төлөвлөгөөндөө 100% битгий баригд</a:t>
              </a:r>
              <a:endParaRPr lang="en-US" sz="2000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404212" y="506776"/>
              <a:ext cx="2060154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mn-MN" sz="2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Төлөвлөгөөгөө бичих тэмдэглэх зүйлээ сонгох </a:t>
              </a:r>
              <a:endParaRPr lang="en-US" sz="2000" dirty="0"/>
            </a:p>
          </p:txBody>
        </p:sp>
        <p:sp>
          <p:nvSpPr>
            <p:cNvPr id="9" name="Striped Right Arrow 8"/>
            <p:cNvSpPr/>
            <p:nvPr/>
          </p:nvSpPr>
          <p:spPr>
            <a:xfrm rot="19699802" flipH="1">
              <a:off x="7769610" y="519154"/>
              <a:ext cx="1711535" cy="1346169"/>
            </a:xfrm>
            <a:prstGeom prst="stripedRigh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lang="mn-MN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Төлөвлө</a:t>
              </a:r>
              <a:endParaRPr lang="en-US"/>
            </a:p>
          </p:txBody>
        </p:sp>
        <p:sp>
          <p:nvSpPr>
            <p:cNvPr id="10" name="Left-Right Arrow 9"/>
            <p:cNvSpPr/>
            <p:nvPr/>
          </p:nvSpPr>
          <p:spPr>
            <a:xfrm rot="3432213">
              <a:off x="1929504" y="2739892"/>
              <a:ext cx="4156808" cy="1336540"/>
            </a:xfrm>
            <a:prstGeom prst="leftRightArrow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mn-MN" sz="24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Төлөвлөлтийн 4 алхам </a:t>
              </a:r>
              <a:endParaRPr lang="en-US" sz="2400" dirty="0"/>
            </a:p>
          </p:txBody>
        </p:sp>
      </p:grpSp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5443" y="2963536"/>
            <a:ext cx="3235587" cy="18191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8"/>
          <a:srcRect l="10294" t="10309" r="9814" b="11384"/>
          <a:stretch/>
        </p:blipFill>
        <p:spPr>
          <a:xfrm>
            <a:off x="8535079" y="429658"/>
            <a:ext cx="2600929" cy="200507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369169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www.trends.mn/files/orchuulga/tsagzartsuulalt_bch_15033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98" y="73910"/>
            <a:ext cx="11813762" cy="6326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21004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2420" y="218806"/>
            <a:ext cx="5794293" cy="727114"/>
          </a:xfrm>
        </p:spPr>
        <p:txBody>
          <a:bodyPr>
            <a:normAutofit/>
          </a:bodyPr>
          <a:lstStyle/>
          <a:p>
            <a:r>
              <a:rPr lang="mn-MN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Далай ламын сургаалиас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7156" y="1153673"/>
            <a:ext cx="8383836" cy="5056742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pPr marL="0" lvl="0" indent="0" algn="just">
              <a:lnSpc>
                <a:spcPct val="100000"/>
              </a:lnSpc>
              <a:buNone/>
            </a:pPr>
            <a:r>
              <a:rPr lang="mn-MN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Бяр чадлийн ундарга тул </a:t>
            </a:r>
            <a:r>
              <a:rPr lang="mn-MN" sz="2400" i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бодож сэтгэхэд </a:t>
            </a:r>
            <a:r>
              <a:rPr lang="mn-MN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цаг гарга </a:t>
            </a:r>
            <a:endParaRPr lang="en-US" sz="2400" i="1" cap="none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0000"/>
              </a:lnSpc>
              <a:buNone/>
            </a:pPr>
            <a:r>
              <a:rPr lang="mn-MN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Бага залуу </a:t>
            </a:r>
            <a:r>
              <a:rPr lang="en-US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mn-MN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арагда</a:t>
            </a:r>
            <a:r>
              <a:rPr lang="en-US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mn-MN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тул </a:t>
            </a:r>
            <a:r>
              <a:rPr lang="mn-MN" sz="2400" i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тоглож наада</a:t>
            </a:r>
            <a:r>
              <a:rPr lang="en-US" sz="2400" i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mn-MN" sz="2400" i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ад </a:t>
            </a:r>
            <a:r>
              <a:rPr lang="mn-MN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цаг гарга </a:t>
            </a:r>
          </a:p>
          <a:p>
            <a:pPr marL="0" lvl="0" indent="0" algn="just">
              <a:lnSpc>
                <a:spcPct val="100000"/>
              </a:lnSpc>
              <a:buNone/>
            </a:pPr>
            <a:r>
              <a:rPr lang="mn-MN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Орчлонгийн жам өршөөлгүй тул </a:t>
            </a:r>
            <a:r>
              <a:rPr lang="mn-MN" sz="2400" i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мөргөж сүсэглэ</a:t>
            </a:r>
            <a:r>
              <a:rPr lang="en-US" sz="2400" i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mn-MN" sz="2400" i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эд </a:t>
            </a:r>
            <a:r>
              <a:rPr lang="mn-MN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цаг гарга </a:t>
            </a:r>
            <a:endParaRPr lang="en-US" sz="2400" i="1" cap="none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0000"/>
              </a:lnSpc>
              <a:buNone/>
            </a:pPr>
            <a:r>
              <a:rPr lang="mn-MN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Оюун у</a:t>
            </a:r>
            <a:r>
              <a:rPr lang="en-US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mn-MN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аан ундаршгүй тул </a:t>
            </a:r>
            <a:r>
              <a:rPr lang="mn-MN" sz="2400" i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уншиж мэдэ</a:t>
            </a:r>
            <a:r>
              <a:rPr lang="en-US" sz="2400" i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mn-MN" sz="2400" i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эд </a:t>
            </a:r>
            <a:r>
              <a:rPr lang="mn-MN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цаг гарга </a:t>
            </a:r>
          </a:p>
          <a:p>
            <a:pPr marL="0" lvl="0" indent="0" algn="just">
              <a:lnSpc>
                <a:spcPct val="100000"/>
              </a:lnSpc>
              <a:buNone/>
            </a:pPr>
            <a:r>
              <a:rPr lang="mn-MN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Ариун </a:t>
            </a:r>
            <a:r>
              <a:rPr lang="en-US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mn-MN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ишиг бур</a:t>
            </a:r>
            <a:r>
              <a:rPr lang="en-US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mn-MN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ны</a:t>
            </a:r>
            <a:r>
              <a:rPr lang="en-US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mn-MN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тул </a:t>
            </a:r>
            <a:r>
              <a:rPr lang="en-US" sz="2400" i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mn-MN" sz="2400" i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айр сэтгэлдээ </a:t>
            </a:r>
            <a:r>
              <a:rPr lang="mn-MN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цаг гарга </a:t>
            </a:r>
            <a:endParaRPr lang="en-US" sz="2400" i="1" cap="none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0000"/>
              </a:lnSpc>
              <a:buNone/>
            </a:pPr>
            <a:r>
              <a:rPr lang="mn-MN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Аз жаргалын </a:t>
            </a:r>
            <a:r>
              <a:rPr lang="en-US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mn-MN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аргуй тул </a:t>
            </a:r>
            <a:r>
              <a:rPr lang="mn-MN" sz="2400" i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найз нө</a:t>
            </a:r>
            <a:r>
              <a:rPr lang="en-US" sz="2400" i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mn-MN" sz="2400" i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өддөө </a:t>
            </a:r>
            <a:r>
              <a:rPr lang="mn-MN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цаг гарга </a:t>
            </a:r>
            <a:endParaRPr lang="en-US" sz="2400" i="1" cap="none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0000"/>
              </a:lnSpc>
              <a:buNone/>
            </a:pPr>
            <a:r>
              <a:rPr lang="mn-MN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Зүр</a:t>
            </a:r>
            <a:r>
              <a:rPr lang="en-US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mn-MN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сэтгэлийн дуулал тул </a:t>
            </a:r>
            <a:r>
              <a:rPr lang="mn-MN" sz="2400" i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инээж баяса</a:t>
            </a:r>
            <a:r>
              <a:rPr lang="en-US" sz="2400" i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mn-MN" sz="2400" i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ад </a:t>
            </a:r>
            <a:r>
              <a:rPr lang="mn-MN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цаг гарга </a:t>
            </a:r>
          </a:p>
          <a:p>
            <a:pPr marL="0" lvl="0" indent="0" algn="just">
              <a:lnSpc>
                <a:spcPct val="100000"/>
              </a:lnSpc>
              <a:buNone/>
            </a:pPr>
            <a:r>
              <a:rPr lang="mn-MN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Зүдрэ</a:t>
            </a:r>
            <a:r>
              <a:rPr lang="en-US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mn-MN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цаг ээлжтэй тул </a:t>
            </a:r>
            <a:r>
              <a:rPr lang="mn-MN" sz="2400" i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өглөг </a:t>
            </a:r>
            <a:r>
              <a:rPr lang="en-US" sz="2400" i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mn-MN" sz="2400" i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ишигт </a:t>
            </a:r>
            <a:r>
              <a:rPr lang="mn-MN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цаг гарга </a:t>
            </a:r>
          </a:p>
          <a:p>
            <a:pPr marL="0" lvl="0" indent="0" algn="just">
              <a:lnSpc>
                <a:spcPct val="100000"/>
              </a:lnSpc>
              <a:buNone/>
            </a:pPr>
            <a:r>
              <a:rPr lang="en-US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mn-MN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өлс болгон шагнал тул </a:t>
            </a:r>
            <a:r>
              <a:rPr lang="mn-MN" sz="2400" i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ажил </a:t>
            </a:r>
            <a:r>
              <a:rPr lang="en-US" sz="2400" i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mn-MN" sz="2400" i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өдөлмөрт </a:t>
            </a:r>
            <a:r>
              <a:rPr lang="mn-MN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цаг гарга </a:t>
            </a:r>
          </a:p>
          <a:p>
            <a:pPr marL="0" lvl="0" indent="0" algn="just">
              <a:lnSpc>
                <a:spcPct val="100000"/>
              </a:lnSpc>
              <a:buNone/>
            </a:pPr>
            <a:r>
              <a:rPr lang="en-US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mn-MN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үрэ</a:t>
            </a:r>
            <a:r>
              <a:rPr lang="en-US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mn-MN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диваажин нэ</a:t>
            </a:r>
            <a:r>
              <a:rPr lang="en-US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mn-MN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элтэй тул </a:t>
            </a:r>
            <a:r>
              <a:rPr lang="mn-MN" sz="2400" i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буян </a:t>
            </a:r>
            <a:r>
              <a:rPr lang="en-US" sz="2400" i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mn-MN" sz="2400" i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ураа</a:t>
            </a:r>
            <a:r>
              <a:rPr lang="en-US" sz="2400" i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mn-MN" sz="2400" i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ад </a:t>
            </a:r>
            <a:r>
              <a:rPr lang="mn-MN" sz="2400" i="1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цаг гарга</a:t>
            </a:r>
            <a:endParaRPr lang="en-US" sz="2400" i="1" cap="none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131" y="198303"/>
            <a:ext cx="3108951" cy="202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9082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-3336" t="3954" r="3336" b="36697"/>
          <a:stretch/>
        </p:blipFill>
        <p:spPr>
          <a:xfrm>
            <a:off x="-308328" y="-8239"/>
            <a:ext cx="12066681" cy="555230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7176" y="711343"/>
            <a:ext cx="1114579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mn-MN" sz="2400" dirty="0">
                <a:solidFill>
                  <a:srgbClr val="3B38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Цагаа зөв зохицуулж чаддаг уу?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mn-MN" sz="2400" dirty="0">
                <a:solidFill>
                  <a:srgbClr val="3B38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 өөрийн амьдралаа таны хяналтаас гарахаас нь хамгаалж төлөвлөлтийн арга хэмжээг авдаг уу?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mn-MN" sz="2400" dirty="0">
                <a:solidFill>
                  <a:srgbClr val="3B38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 цаасан дээр өөрийн өдөр тутмын төлөвлөгөөгөө бичдэг үү?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mn-MN" sz="2400" dirty="0">
                <a:solidFill>
                  <a:srgbClr val="3B38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 өөрийн гаргасан төлөвлөгөөндөө өөрчлөлт оруулдаг уу?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mn-MN" sz="2400" dirty="0">
                <a:solidFill>
                  <a:srgbClr val="3B38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 гаргасан төлөвлөгөөнүүдээ хэр их биелүүлдэг вэ?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mn-MN" sz="2400" dirty="0">
                <a:solidFill>
                  <a:srgbClr val="3B38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 өөрт хэрэгтэй гэсэн зүйлээ хэр их төлөвлөдөг вэ?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784094"/>
              </p:ext>
            </p:extLst>
          </p:nvPr>
        </p:nvGraphicFramePr>
        <p:xfrm>
          <a:off x="260864" y="5794630"/>
          <a:ext cx="11263870" cy="411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27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2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2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2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27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58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87176" y="5804240"/>
            <a:ext cx="111457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n-MN" sz="2000" dirty="0">
                <a:solidFill>
                  <a:srgbClr val="3B38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1. Хэзээ ч үгүй		      2. Хааяа 		          3. Заримдаа		4. Байн, байн		   5. Дандаа</a:t>
            </a:r>
          </a:p>
        </p:txBody>
      </p:sp>
      <p:sp>
        <p:nvSpPr>
          <p:cNvPr id="10" name="Oval 9"/>
          <p:cNvSpPr/>
          <p:nvPr/>
        </p:nvSpPr>
        <p:spPr>
          <a:xfrm>
            <a:off x="8685660" y="5401242"/>
            <a:ext cx="584886" cy="477795"/>
          </a:xfrm>
          <a:prstGeom prst="ellipse">
            <a:avLst/>
          </a:prstGeom>
          <a:solidFill>
            <a:srgbClr val="FC7404"/>
          </a:solidFill>
          <a:ln>
            <a:solidFill>
              <a:srgbClr val="FFC000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9525">
                <a:solidFill>
                  <a:srgbClr val="FFC000"/>
                </a:solidFill>
                <a:prstDash val="solid"/>
              </a:ln>
              <a:solidFill>
                <a:srgbClr val="FFC00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873734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49995" y="794444"/>
            <a:ext cx="1070217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mn-M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6-10 оноо: </a:t>
            </a:r>
          </a:p>
          <a:p>
            <a:r>
              <a:rPr lang="mn-MN" sz="2400" dirty="0">
                <a:solidFill>
                  <a:srgbClr val="3B38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Та ердөө цагаа зөв төлөвлөж, зохицуулж чаддаггүй юм байна. </a:t>
            </a:r>
          </a:p>
          <a:p>
            <a:r>
              <a:rPr lang="mn-MN" sz="2400" dirty="0">
                <a:solidFill>
                  <a:srgbClr val="3B38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Та цагаа төлөвлөх шинэ арга барилыг сурах хэрэгтэй.</a:t>
            </a:r>
          </a:p>
          <a:p>
            <a:r>
              <a:rPr lang="mn-M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11-15 оноо: </a:t>
            </a:r>
          </a:p>
          <a:p>
            <a:r>
              <a:rPr lang="mn-MN" sz="2400" dirty="0">
                <a:solidFill>
                  <a:srgbClr val="3B38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Та дунд төлөвлөгчөөс арай муу төлөвлөгч. </a:t>
            </a:r>
          </a:p>
          <a:p>
            <a:r>
              <a:rPr lang="mn-MN" sz="2400" dirty="0">
                <a:solidFill>
                  <a:srgbClr val="3B38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Тэгэхээр та цагаа илүү сайн төлөвлөх хэрэгтэй.</a:t>
            </a:r>
          </a:p>
          <a:p>
            <a:r>
              <a:rPr lang="mn-M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16-20 оноо: </a:t>
            </a:r>
          </a:p>
          <a:p>
            <a:r>
              <a:rPr lang="mn-MN" sz="2400" dirty="0">
                <a:solidFill>
                  <a:srgbClr val="3B38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Та дундаж төлөвлөгч. </a:t>
            </a:r>
          </a:p>
          <a:p>
            <a:r>
              <a:rPr lang="mn-MN" sz="2400" dirty="0">
                <a:solidFill>
                  <a:srgbClr val="3B38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Та өдөр бүр хийх зүйлүүдээ төлөвлөж бичиж байх хэрэгтэй.</a:t>
            </a:r>
          </a:p>
          <a:p>
            <a:r>
              <a:rPr lang="mn-M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21-25 оноо: </a:t>
            </a:r>
          </a:p>
          <a:p>
            <a:r>
              <a:rPr lang="mn-MN" sz="2400" dirty="0">
                <a:solidFill>
                  <a:srgbClr val="3B38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Та ер нь бол сайн төлөвлөгч хүн.</a:t>
            </a:r>
          </a:p>
          <a:p>
            <a:r>
              <a:rPr lang="mn-M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26-30 оноо: </a:t>
            </a:r>
          </a:p>
          <a:p>
            <a:r>
              <a:rPr lang="mn-MN" sz="2400" dirty="0">
                <a:solidFill>
                  <a:srgbClr val="3B38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Та маш сайн төлөвлөгч юм байна.</a:t>
            </a:r>
          </a:p>
        </p:txBody>
      </p:sp>
      <p:sp>
        <p:nvSpPr>
          <p:cNvPr id="6" name="Flowchart: Punched Tape 5"/>
          <p:cNvSpPr/>
          <p:nvPr/>
        </p:nvSpPr>
        <p:spPr>
          <a:xfrm>
            <a:off x="4053931" y="81235"/>
            <a:ext cx="3734994" cy="844182"/>
          </a:xfrm>
          <a:prstGeom prst="flowChartPunchedTap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mn-MN" sz="2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СОНЖООНЫ ХАРИУ</a:t>
            </a:r>
            <a:endParaRPr lang="en-US" sz="2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841277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2067" y="821266"/>
            <a:ext cx="7890750" cy="1320801"/>
          </a:xfrm>
        </p:spPr>
        <p:txBody>
          <a:bodyPr>
            <a:normAutofit/>
          </a:bodyPr>
          <a:lstStyle/>
          <a:p>
            <a:pPr algn="ctr"/>
            <a:r>
              <a:rPr lang="mn-MN" sz="2400" dirty="0"/>
              <a:t>Анхаарал хандуулсанд баярлалаа. </a:t>
            </a:r>
            <a:endParaRPr lang="en-US" sz="2400" dirty="0"/>
          </a:p>
        </p:txBody>
      </p:sp>
      <p:pic>
        <p:nvPicPr>
          <p:cNvPr id="1026" name="Picture 2" descr="Ð±Ð°ÑÑÐ»Ð°Ð»Ð°Ð° Ð·ÑÑÐ³Ð°Ð½ Ð¸Ð»ÑÑÑÒ¯Ò¯Ð´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3976" y="147636"/>
            <a:ext cx="6858000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9521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8FA751"/>
      </a:accent1>
      <a:accent2>
        <a:srgbClr val="629D7D"/>
      </a:accent2>
      <a:accent3>
        <a:srgbClr val="5A7AAB"/>
      </a:accent3>
      <a:accent4>
        <a:srgbClr val="AA618F"/>
      </a:accent4>
      <a:accent5>
        <a:srgbClr val="BA5445"/>
      </a:accent5>
      <a:accent6>
        <a:srgbClr val="C8A547"/>
      </a:accent6>
      <a:hlink>
        <a:srgbClr val="91BF1A"/>
      </a:hlink>
      <a:folHlink>
        <a:srgbClr val="ADBE82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CF823853-53CC-4249-AEDB-2EA9F718B2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989</TotalTime>
  <Words>1143</Words>
  <Application>Microsoft Office PowerPoint</Application>
  <PresentationFormat>Widescreen</PresentationFormat>
  <Paragraphs>196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Impact</vt:lpstr>
      <vt:lpstr>PresentScript Mon</vt:lpstr>
      <vt:lpstr>pt sans narrow</vt:lpstr>
      <vt:lpstr>Times New Roman</vt:lpstr>
      <vt:lpstr>Wingdings</vt:lpstr>
      <vt:lpstr>Main Event</vt:lpstr>
      <vt:lpstr>Хувийн зохион байгуулалт, төлөвлөгөө</vt:lpstr>
      <vt:lpstr>АГУУЛГА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Та амьдралаа юунд зарцуулдаг вэ?</vt:lpstr>
      <vt:lpstr> 2. Өөрийгөө удирдахуй</vt:lpstr>
      <vt:lpstr>PowerPoint Presentation</vt:lpstr>
      <vt:lpstr>PowerPoint Presentation</vt:lpstr>
      <vt:lpstr>Таны үнэт зүйлс юу вэ? (Value) </vt:lpstr>
      <vt:lpstr>PowerPoint Presentation</vt:lpstr>
      <vt:lpstr>PowerPoint Presentation</vt:lpstr>
      <vt:lpstr>3. Зорилгоо тодорхойлох нь</vt:lpstr>
      <vt:lpstr>PowerPoint Presentation</vt:lpstr>
      <vt:lpstr>PowerPoint Presentation</vt:lpstr>
      <vt:lpstr>PowerPoint Presentation</vt:lpstr>
      <vt:lpstr>Зорилгодоо хүрдэггүй шалтгаанууд</vt:lpstr>
      <vt:lpstr> 4. Цагийн менежмент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Далай ламын сургаалиас</vt:lpstr>
      <vt:lpstr>PowerPoint Presentation</vt:lpstr>
      <vt:lpstr>PowerPoint Presentation</vt:lpstr>
      <vt:lpstr>Анхаарал хандуулсанд баярлалаа.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Ariuntogos</dc:creator>
  <cp:lastModifiedBy>Nominjin Tsogtbayar</cp:lastModifiedBy>
  <cp:revision>114</cp:revision>
  <dcterms:created xsi:type="dcterms:W3CDTF">2018-11-12T06:27:52Z</dcterms:created>
  <dcterms:modified xsi:type="dcterms:W3CDTF">2025-05-21T14:30:30Z</dcterms:modified>
</cp:coreProperties>
</file>