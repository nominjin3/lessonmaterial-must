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56.xml" ContentType="application/vnd.openxmlformats-officedocument.presentationml.notesSlide+xml"/>
  <Override PartName="/ppt/charts/chart1.xml" ContentType="application/vnd.openxmlformats-officedocument.drawingml.chart+xml"/>
  <Override PartName="/ppt/notesSlides/notesSlide57.xml" ContentType="application/vnd.openxmlformats-officedocument.presentationml.notesSlide+xml"/>
  <Override PartName="/ppt/charts/chart2.xml" ContentType="application/vnd.openxmlformats-officedocument.drawingml.chart+xml"/>
  <Override PartName="/ppt/notesSlides/notesSlide58.xml" ContentType="application/vnd.openxmlformats-officedocument.presentationml.notesSlide+xml"/>
  <Override PartName="/ppt/charts/chart3.xml" ContentType="application/vnd.openxmlformats-officedocument.drawingml.chart+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notesMasterIdLst>
    <p:notesMasterId r:id="rId63"/>
  </p:notesMasterIdLst>
  <p:sldIdLst>
    <p:sldId id="464" r:id="rId2"/>
    <p:sldId id="389" r:id="rId3"/>
    <p:sldId id="462" r:id="rId4"/>
    <p:sldId id="463" r:id="rId5"/>
    <p:sldId id="290" r:id="rId6"/>
    <p:sldId id="292" r:id="rId7"/>
    <p:sldId id="273" r:id="rId8"/>
    <p:sldId id="291" r:id="rId9"/>
    <p:sldId id="289" r:id="rId10"/>
    <p:sldId id="274" r:id="rId11"/>
    <p:sldId id="275" r:id="rId12"/>
    <p:sldId id="279" r:id="rId13"/>
    <p:sldId id="280" r:id="rId14"/>
    <p:sldId id="281" r:id="rId15"/>
    <p:sldId id="282" r:id="rId16"/>
    <p:sldId id="283" r:id="rId17"/>
    <p:sldId id="460" r:id="rId18"/>
    <p:sldId id="419" r:id="rId19"/>
    <p:sldId id="453" r:id="rId20"/>
    <p:sldId id="454" r:id="rId21"/>
    <p:sldId id="420" r:id="rId22"/>
    <p:sldId id="426" r:id="rId23"/>
    <p:sldId id="284" r:id="rId24"/>
    <p:sldId id="429" r:id="rId25"/>
    <p:sldId id="431" r:id="rId26"/>
    <p:sldId id="432" r:id="rId27"/>
    <p:sldId id="433" r:id="rId28"/>
    <p:sldId id="434" r:id="rId29"/>
    <p:sldId id="435" r:id="rId30"/>
    <p:sldId id="436" r:id="rId31"/>
    <p:sldId id="437" r:id="rId32"/>
    <p:sldId id="438" r:id="rId33"/>
    <p:sldId id="439" r:id="rId34"/>
    <p:sldId id="440" r:id="rId35"/>
    <p:sldId id="441" r:id="rId36"/>
    <p:sldId id="442" r:id="rId37"/>
    <p:sldId id="443" r:id="rId38"/>
    <p:sldId id="444" r:id="rId39"/>
    <p:sldId id="445" r:id="rId40"/>
    <p:sldId id="451" r:id="rId41"/>
    <p:sldId id="446" r:id="rId42"/>
    <p:sldId id="447" r:id="rId43"/>
    <p:sldId id="455" r:id="rId44"/>
    <p:sldId id="456" r:id="rId45"/>
    <p:sldId id="414" r:id="rId46"/>
    <p:sldId id="409" r:id="rId47"/>
    <p:sldId id="408" r:id="rId48"/>
    <p:sldId id="412" r:id="rId49"/>
    <p:sldId id="452" r:id="rId50"/>
    <p:sldId id="457" r:id="rId51"/>
    <p:sldId id="459" r:id="rId52"/>
    <p:sldId id="458" r:id="rId53"/>
    <p:sldId id="396" r:id="rId54"/>
    <p:sldId id="385" r:id="rId55"/>
    <p:sldId id="386" r:id="rId56"/>
    <p:sldId id="404" r:id="rId57"/>
    <p:sldId id="405" r:id="rId58"/>
    <p:sldId id="406" r:id="rId59"/>
    <p:sldId id="388" r:id="rId60"/>
    <p:sldId id="361" r:id="rId61"/>
    <p:sldId id="392" r:id="rId62"/>
  </p:sldIdLst>
  <p:sldSz cx="9144000" cy="6858000" type="screen4x3"/>
  <p:notesSz cx="6858000" cy="9144000"/>
  <p:custDataLst>
    <p:tags r:id="rId6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2D18AC"/>
    <a:srgbClr val="CC0000"/>
    <a:srgbClr val="9A0E2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190" autoAdjust="0"/>
  </p:normalViewPr>
  <p:slideViewPr>
    <p:cSldViewPr>
      <p:cViewPr varScale="1">
        <p:scale>
          <a:sx n="107" d="100"/>
          <a:sy n="107" d="100"/>
        </p:scale>
        <p:origin x="173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800">
                <a:solidFill>
                  <a:srgbClr val="2D18AC"/>
                </a:solidFill>
              </a:defRPr>
            </a:pPr>
            <a:r>
              <a:rPr lang="mn-MN" sz="1800">
                <a:solidFill>
                  <a:srgbClr val="2D18AC"/>
                </a:solidFill>
              </a:rPr>
              <a:t>Зохиогчийн эрх болон хамаарах эрхийн зөрчил </a:t>
            </a:r>
          </a:p>
        </c:rich>
      </c:tx>
      <c:overlay val="0"/>
    </c:title>
    <c:autoTitleDeleted val="0"/>
    <c:view3D>
      <c:rotX val="30"/>
      <c:rotY val="0"/>
      <c:rAngAx val="0"/>
    </c:view3D>
    <c:floor>
      <c:thickness val="0"/>
    </c:floor>
    <c:sideWall>
      <c:thickness val="0"/>
    </c:sideWall>
    <c:backWall>
      <c:thickness val="0"/>
    </c:backWall>
    <c:plotArea>
      <c:layout>
        <c:manualLayout>
          <c:layoutTarget val="inner"/>
          <c:xMode val="edge"/>
          <c:yMode val="edge"/>
          <c:x val="6.6011592300962374E-2"/>
          <c:y val="0.2818971781069739"/>
          <c:w val="0.51907061096529605"/>
          <c:h val="0.6260361522606287"/>
        </c:manualLayout>
      </c:layout>
      <c:pie3DChart>
        <c:varyColors val="1"/>
        <c:ser>
          <c:idx val="0"/>
          <c:order val="0"/>
          <c:tx>
            <c:strRef>
              <c:f>Sheet1!$B$1</c:f>
              <c:strCache>
                <c:ptCount val="1"/>
                <c:pt idx="0">
                  <c:v>Зохиогчийн эрх болон хамаарах эрхийн зөрчил </c:v>
                </c:pt>
              </c:strCache>
            </c:strRef>
          </c:tx>
          <c:explosion val="25"/>
          <c:dLbls>
            <c:spPr>
              <a:noFill/>
              <a:ln>
                <a:noFill/>
              </a:ln>
              <a:effectLst/>
            </c:spPr>
            <c:showLegendKey val="0"/>
            <c:showVal val="0"/>
            <c:showCatName val="0"/>
            <c:showSerName val="0"/>
            <c:showPercent val="1"/>
            <c:showBubbleSize val="0"/>
            <c:showLeaderLines val="0"/>
            <c:extLst>
              <c:ext xmlns:c15="http://schemas.microsoft.com/office/drawing/2012/chart" uri="{CE6537A1-D6FC-4f65-9D91-7224C49458BB}"/>
            </c:extLst>
          </c:dLbls>
          <c:cat>
            <c:strRef>
              <c:f>Sheet1!$A$2:$A$5</c:f>
              <c:strCache>
                <c:ptCount val="4"/>
                <c:pt idx="0">
                  <c:v>Дуу авиа бүхий дүрст бүтээл /кино, дуу, хөгжим/</c:v>
                </c:pt>
                <c:pt idx="1">
                  <c:v>Дүрслэх урлаг, гэрэл зургийн бүтээл </c:v>
                </c:pt>
                <c:pt idx="2">
                  <c:v>Шинжлэх ухаан, утга зохиолын бүтээл</c:v>
                </c:pt>
                <c:pt idx="3">
                  <c:v>Цахим орчин дахь зохиогчийн эрхийн зөрчил /гадаадын болон дотоодын контент/ </c:v>
                </c:pt>
              </c:strCache>
            </c:strRef>
          </c:cat>
          <c:val>
            <c:numRef>
              <c:f>Sheet1!$B$2:$B$5</c:f>
              <c:numCache>
                <c:formatCode>General</c:formatCode>
                <c:ptCount val="4"/>
                <c:pt idx="0">
                  <c:v>5</c:v>
                </c:pt>
                <c:pt idx="1">
                  <c:v>18</c:v>
                </c:pt>
                <c:pt idx="2">
                  <c:v>83</c:v>
                </c:pt>
                <c:pt idx="3">
                  <c:v>31</c:v>
                </c:pt>
              </c:numCache>
            </c:numRef>
          </c:val>
          <c:extLst>
            <c:ext xmlns:c16="http://schemas.microsoft.com/office/drawing/2014/chart" uri="{C3380CC4-5D6E-409C-BE32-E72D297353CC}">
              <c16:uniqueId val="{00000000-705D-4AED-B525-1610DDE47A61}"/>
            </c:ext>
          </c:extLst>
        </c:ser>
        <c:dLbls>
          <c:showLegendKey val="0"/>
          <c:showVal val="0"/>
          <c:showCatName val="0"/>
          <c:showSerName val="0"/>
          <c:showPercent val="1"/>
          <c:showBubbleSize val="0"/>
          <c:showLeaderLines val="0"/>
        </c:dLbls>
      </c:pie3DChart>
    </c:plotArea>
    <c:legend>
      <c:legendPos val="r"/>
      <c:layout>
        <c:manualLayout>
          <c:xMode val="edge"/>
          <c:yMode val="edge"/>
          <c:x val="0.64414935112277993"/>
          <c:y val="0.21307205243412394"/>
          <c:w val="0.34196175998833483"/>
          <c:h val="0.71472218515058494"/>
        </c:manualLayout>
      </c:layout>
      <c:overlay val="0"/>
    </c:legend>
    <c:plotVisOnly val="1"/>
    <c:dispBlanksAs val="gap"/>
    <c:showDLblsOverMax val="0"/>
  </c:chart>
  <c:txPr>
    <a:bodyPr/>
    <a:lstStyle/>
    <a:p>
      <a:pPr>
        <a:defRPr sz="1200" b="1">
          <a:latin typeface="Arial" pitchFamily="34" charset="0"/>
          <a:cs typeface="Arial" pitchFamily="34" charset="0"/>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800">
                <a:solidFill>
                  <a:srgbClr val="2D18AC"/>
                </a:solidFill>
              </a:defRPr>
            </a:pPr>
            <a:r>
              <a:rPr lang="mn-MN" sz="1800">
                <a:solidFill>
                  <a:srgbClr val="2D18AC"/>
                </a:solidFill>
              </a:rPr>
              <a:t>СУВГИЙН ТЕЛЕВИЗ /НИЙТ 47/</a:t>
            </a:r>
          </a:p>
        </c:rich>
      </c:tx>
      <c:overlay val="0"/>
    </c:title>
    <c:autoTitleDeleted val="0"/>
    <c:view3D>
      <c:rotX val="30"/>
      <c:rotY val="0"/>
      <c:rAngAx val="0"/>
    </c:view3D>
    <c:floor>
      <c:thickness val="0"/>
    </c:floor>
    <c:sideWall>
      <c:thickness val="0"/>
    </c:sideWall>
    <c:backWall>
      <c:thickness val="0"/>
    </c:backWall>
    <c:plotArea>
      <c:layout/>
      <c:pie3DChart>
        <c:varyColors val="1"/>
        <c:ser>
          <c:idx val="0"/>
          <c:order val="0"/>
          <c:tx>
            <c:strRef>
              <c:f>Sheet1!$B$1</c:f>
              <c:strCache>
                <c:ptCount val="1"/>
                <c:pt idx="0">
                  <c:v>47 кабелийн суваг</c:v>
                </c:pt>
              </c:strCache>
            </c:strRef>
          </c:tx>
          <c:explosion val="25"/>
          <c:dLbls>
            <c:spPr>
              <a:noFill/>
              <a:ln>
                <a:noFill/>
              </a:ln>
              <a:effectLst/>
            </c:spPr>
            <c:showLegendKey val="0"/>
            <c:showVal val="0"/>
            <c:showCatName val="0"/>
            <c:showSerName val="0"/>
            <c:showPercent val="1"/>
            <c:showBubbleSize val="0"/>
            <c:showLeaderLines val="0"/>
            <c:extLst>
              <c:ext xmlns:c15="http://schemas.microsoft.com/office/drawing/2012/chart" uri="{CE6537A1-D6FC-4f65-9D91-7224C49458BB}"/>
            </c:extLst>
          </c:dLbls>
          <c:cat>
            <c:strRef>
              <c:f>Sheet1!$A$2:$A$5</c:f>
              <c:strCache>
                <c:ptCount val="4"/>
                <c:pt idx="0">
                  <c:v>торгуулийн арга хэмжээ авагдсан </c:v>
                </c:pt>
                <c:pt idx="1">
                  <c:v>хаагдсан </c:v>
                </c:pt>
                <c:pt idx="2">
                  <c:v>хатуу сануулга өгсөн </c:v>
                </c:pt>
                <c:pt idx="3">
                  <c:v>заавар зөвөлгөө өгсөн</c:v>
                </c:pt>
              </c:strCache>
            </c:strRef>
          </c:cat>
          <c:val>
            <c:numRef>
              <c:f>Sheet1!$B$2:$B$5</c:f>
              <c:numCache>
                <c:formatCode>General</c:formatCode>
                <c:ptCount val="4"/>
                <c:pt idx="0">
                  <c:v>7</c:v>
                </c:pt>
                <c:pt idx="1">
                  <c:v>9</c:v>
                </c:pt>
                <c:pt idx="2">
                  <c:v>5</c:v>
                </c:pt>
                <c:pt idx="3">
                  <c:v>26</c:v>
                </c:pt>
              </c:numCache>
            </c:numRef>
          </c:val>
          <c:extLst>
            <c:ext xmlns:c16="http://schemas.microsoft.com/office/drawing/2014/chart" uri="{C3380CC4-5D6E-409C-BE32-E72D297353CC}">
              <c16:uniqueId val="{00000000-4D68-449D-92F5-DFB4247F637B}"/>
            </c:ext>
          </c:extLst>
        </c:ser>
        <c:dLbls>
          <c:showLegendKey val="0"/>
          <c:showVal val="0"/>
          <c:showCatName val="0"/>
          <c:showSerName val="0"/>
          <c:showPercent val="1"/>
          <c:showBubbleSize val="0"/>
          <c:showLeaderLines val="0"/>
        </c:dLbls>
      </c:pie3DChart>
    </c:plotArea>
    <c:legend>
      <c:legendPos val="r"/>
      <c:overlay val="0"/>
    </c:legend>
    <c:plotVisOnly val="1"/>
    <c:dispBlanksAs val="gap"/>
    <c:showDLblsOverMax val="0"/>
  </c:chart>
  <c:txPr>
    <a:bodyPr/>
    <a:lstStyle/>
    <a:p>
      <a:pPr>
        <a:defRPr sz="1200" b="1">
          <a:latin typeface="Arial" pitchFamily="34" charset="0"/>
          <a:cs typeface="Arial" pitchFamily="34" charset="0"/>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26"/>
    </mc:Choice>
    <mc:Fallback>
      <c:style val="26"/>
    </mc:Fallback>
  </mc:AlternateContent>
  <c:chart>
    <c:title>
      <c:tx>
        <c:rich>
          <a:bodyPr/>
          <a:lstStyle/>
          <a:p>
            <a:pPr>
              <a:defRPr sz="1800">
                <a:solidFill>
                  <a:srgbClr val="2D18AC"/>
                </a:solidFill>
              </a:defRPr>
            </a:pPr>
            <a:r>
              <a:rPr lang="mn-MN" sz="1800">
                <a:solidFill>
                  <a:srgbClr val="2D18AC"/>
                </a:solidFill>
              </a:rPr>
              <a:t>ӨРГӨН НЭВТРҮҮЛГИЙН ТЕЛЕВИЗ </a:t>
            </a:r>
          </a:p>
          <a:p>
            <a:pPr>
              <a:defRPr sz="1800">
                <a:solidFill>
                  <a:srgbClr val="2D18AC"/>
                </a:solidFill>
              </a:defRPr>
            </a:pPr>
            <a:r>
              <a:rPr lang="mn-MN" sz="1800">
                <a:solidFill>
                  <a:srgbClr val="2D18AC"/>
                </a:solidFill>
              </a:rPr>
              <a:t>/нийт 16/ </a:t>
            </a:r>
          </a:p>
        </c:rich>
      </c:tx>
      <c:overlay val="0"/>
    </c:title>
    <c:autoTitleDeleted val="0"/>
    <c:view3D>
      <c:rotX val="30"/>
      <c:rotY val="0"/>
      <c:rAngAx val="0"/>
    </c:view3D>
    <c:floor>
      <c:thickness val="0"/>
    </c:floor>
    <c:sideWall>
      <c:thickness val="0"/>
    </c:sideWall>
    <c:backWall>
      <c:thickness val="0"/>
    </c:backWall>
    <c:plotArea>
      <c:layout/>
      <c:pie3DChart>
        <c:varyColors val="1"/>
        <c:ser>
          <c:idx val="0"/>
          <c:order val="0"/>
          <c:tx>
            <c:strRef>
              <c:f>Sheet1!$B$1</c:f>
              <c:strCache>
                <c:ptCount val="1"/>
                <c:pt idx="0">
                  <c:v>Телевиз </c:v>
                </c:pt>
              </c:strCache>
            </c:strRef>
          </c:tx>
          <c:dLbls>
            <c:spPr>
              <a:noFill/>
              <a:ln>
                <a:noFill/>
              </a:ln>
              <a:effectLst/>
            </c:spPr>
            <c:showLegendKey val="0"/>
            <c:showVal val="0"/>
            <c:showCatName val="0"/>
            <c:showSerName val="0"/>
            <c:showPercent val="1"/>
            <c:showBubbleSize val="0"/>
            <c:showLeaderLines val="0"/>
            <c:extLst>
              <c:ext xmlns:c15="http://schemas.microsoft.com/office/drawing/2012/chart" uri="{CE6537A1-D6FC-4f65-9D91-7224C49458BB}"/>
            </c:extLst>
          </c:dLbls>
          <c:cat>
            <c:strRef>
              <c:f>Sheet1!$A$2:$A$5</c:f>
              <c:strCache>
                <c:ptCount val="4"/>
                <c:pt idx="0">
                  <c:v>торгуулийн арга хэмжээ ногдуулсан</c:v>
                </c:pt>
                <c:pt idx="1">
                  <c:v>улсын байцаачгийн албан шаардлага өгсөн </c:v>
                </c:pt>
                <c:pt idx="2">
                  <c:v>заавар зөвөлгөө өгсөн </c:v>
                </c:pt>
                <c:pt idx="3">
                  <c:v>шаардлага хангаагүй </c:v>
                </c:pt>
              </c:strCache>
            </c:strRef>
          </c:cat>
          <c:val>
            <c:numRef>
              <c:f>Sheet1!$B$2:$B$5</c:f>
              <c:numCache>
                <c:formatCode>General</c:formatCode>
                <c:ptCount val="4"/>
                <c:pt idx="0">
                  <c:v>3</c:v>
                </c:pt>
                <c:pt idx="1">
                  <c:v>2</c:v>
                </c:pt>
                <c:pt idx="2">
                  <c:v>10</c:v>
                </c:pt>
                <c:pt idx="3">
                  <c:v>1</c:v>
                </c:pt>
              </c:numCache>
            </c:numRef>
          </c:val>
          <c:extLst>
            <c:ext xmlns:c16="http://schemas.microsoft.com/office/drawing/2014/chart" uri="{C3380CC4-5D6E-409C-BE32-E72D297353CC}">
              <c16:uniqueId val="{00000000-7462-44D9-9439-1E8F4DE25313}"/>
            </c:ext>
          </c:extLst>
        </c:ser>
        <c:dLbls>
          <c:showLegendKey val="0"/>
          <c:showVal val="0"/>
          <c:showCatName val="0"/>
          <c:showSerName val="0"/>
          <c:showPercent val="1"/>
          <c:showBubbleSize val="0"/>
          <c:showLeaderLines val="0"/>
        </c:dLbls>
      </c:pie3DChart>
    </c:plotArea>
    <c:legend>
      <c:legendPos val="r"/>
      <c:overlay val="0"/>
    </c:legend>
    <c:plotVisOnly val="1"/>
    <c:dispBlanksAs val="gap"/>
    <c:showDLblsOverMax val="0"/>
  </c:chart>
  <c:txPr>
    <a:bodyPr/>
    <a:lstStyle/>
    <a:p>
      <a:pPr>
        <a:defRPr sz="1200" b="1">
          <a:latin typeface="Arial" pitchFamily="34" charset="0"/>
          <a:cs typeface="Arial" pitchFamily="34" charset="0"/>
        </a:defRPr>
      </a:pPr>
      <a:endParaRPr lang="en-US"/>
    </a:p>
  </c:txPr>
  <c:externalData r:id="rId1">
    <c:autoUpdate val="0"/>
  </c:externalData>
</c:chartSpace>
</file>

<file path=ppt/diagrams/_rels/data5.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image" Target="../media/image91.jpeg"/><Relationship Id="rId1" Type="http://schemas.openxmlformats.org/officeDocument/2006/relationships/image" Target="../media/image90.png"/><Relationship Id="rId6" Type="http://schemas.openxmlformats.org/officeDocument/2006/relationships/image" Target="../media/image95.jpeg"/><Relationship Id="rId5" Type="http://schemas.openxmlformats.org/officeDocument/2006/relationships/image" Target="../media/image94.jpeg"/><Relationship Id="rId4" Type="http://schemas.openxmlformats.org/officeDocument/2006/relationships/image" Target="../media/image93.png"/></Relationships>
</file>

<file path=ppt/diagrams/_rels/drawing5.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image" Target="../media/image95.jpeg"/><Relationship Id="rId1" Type="http://schemas.openxmlformats.org/officeDocument/2006/relationships/image" Target="../media/image90.png"/><Relationship Id="rId6" Type="http://schemas.openxmlformats.org/officeDocument/2006/relationships/image" Target="../media/image92.jpeg"/><Relationship Id="rId5" Type="http://schemas.openxmlformats.org/officeDocument/2006/relationships/image" Target="../media/image94.jpeg"/><Relationship Id="rId4" Type="http://schemas.openxmlformats.org/officeDocument/2006/relationships/image" Target="../media/image93.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066339-7170-4186-B556-74FA5288708F}" type="doc">
      <dgm:prSet loTypeId="urn:microsoft.com/office/officeart/2005/8/layout/hProcess9" loCatId="process" qsTypeId="urn:microsoft.com/office/officeart/2005/8/quickstyle/simple1" qsCatId="simple" csTypeId="urn:microsoft.com/office/officeart/2005/8/colors/accent1_2" csCatId="accent1" phldr="1"/>
      <dgm:spPr/>
    </dgm:pt>
    <dgm:pt modelId="{DA42A823-B20D-4DE0-B9AB-F8C785825562}">
      <dgm:prSet phldrT="[Text]"/>
      <dgm:spPr/>
      <dgm:t>
        <a:bodyPr lIns="95250"/>
        <a:lstStyle/>
        <a:p>
          <a:r>
            <a:rPr lang="mn-MN" dirty="0">
              <a:latin typeface="Times New Roman" pitchFamily="18" charset="0"/>
              <a:cs typeface="Times New Roman" pitchFamily="18" charset="0"/>
            </a:rPr>
            <a:t>Инкубаторт элсүүлэх</a:t>
          </a:r>
          <a:endParaRPr lang="en-US" dirty="0"/>
        </a:p>
      </dgm:t>
    </dgm:pt>
    <dgm:pt modelId="{9C5468A6-EF71-4C0D-8289-794AC4288EE5}" type="parTrans" cxnId="{6EDDFE5C-FBB8-4C5F-B105-4E9614CF9B48}">
      <dgm:prSet/>
      <dgm:spPr/>
      <dgm:t>
        <a:bodyPr/>
        <a:lstStyle/>
        <a:p>
          <a:endParaRPr lang="en-US"/>
        </a:p>
      </dgm:t>
    </dgm:pt>
    <dgm:pt modelId="{80B26F82-694E-4892-B311-8D21432F261E}" type="sibTrans" cxnId="{6EDDFE5C-FBB8-4C5F-B105-4E9614CF9B48}">
      <dgm:prSet/>
      <dgm:spPr/>
      <dgm:t>
        <a:bodyPr/>
        <a:lstStyle/>
        <a:p>
          <a:endParaRPr lang="en-US"/>
        </a:p>
      </dgm:t>
    </dgm:pt>
    <dgm:pt modelId="{42EBF5EE-B2A7-4255-BF5D-03A1A264C1F9}">
      <dgm:prSet phldrT="[Text]"/>
      <dgm:spPr/>
      <dgm:t>
        <a:bodyPr/>
        <a:lstStyle/>
        <a:p>
          <a:r>
            <a:rPr lang="mn-MN" dirty="0">
              <a:latin typeface="Times New Roman" pitchFamily="18" charset="0"/>
              <a:cs typeface="Times New Roman" pitchFamily="18" charset="0"/>
            </a:rPr>
            <a:t>Хөгжүүлэх</a:t>
          </a:r>
          <a:endParaRPr lang="en-US" dirty="0">
            <a:latin typeface="Times New Roman" pitchFamily="18" charset="0"/>
            <a:cs typeface="Times New Roman" pitchFamily="18" charset="0"/>
          </a:endParaRPr>
        </a:p>
      </dgm:t>
    </dgm:pt>
    <dgm:pt modelId="{5323CC0C-5778-46A0-936E-309750814888}" type="parTrans" cxnId="{DECF95A4-7F3A-4D16-A3EB-014C35306E4E}">
      <dgm:prSet/>
      <dgm:spPr/>
      <dgm:t>
        <a:bodyPr/>
        <a:lstStyle/>
        <a:p>
          <a:endParaRPr lang="en-US"/>
        </a:p>
      </dgm:t>
    </dgm:pt>
    <dgm:pt modelId="{B97F4E62-FA9A-492E-9B51-D76AB92741C4}" type="sibTrans" cxnId="{DECF95A4-7F3A-4D16-A3EB-014C35306E4E}">
      <dgm:prSet/>
      <dgm:spPr/>
      <dgm:t>
        <a:bodyPr/>
        <a:lstStyle/>
        <a:p>
          <a:endParaRPr lang="en-US"/>
        </a:p>
      </dgm:t>
    </dgm:pt>
    <dgm:pt modelId="{9CA2497C-FAB6-4EF7-9259-6E9CB3D83DD0}">
      <dgm:prSet phldrT="[Text]"/>
      <dgm:spPr/>
      <dgm:t>
        <a:bodyPr/>
        <a:lstStyle/>
        <a:p>
          <a:r>
            <a:rPr lang="mn-MN" dirty="0">
              <a:latin typeface="Times New Roman" pitchFamily="18" charset="0"/>
              <a:cs typeface="Times New Roman" pitchFamily="18" charset="0"/>
            </a:rPr>
            <a:t>Төгсгөх</a:t>
          </a:r>
          <a:endParaRPr lang="en-US" dirty="0">
            <a:latin typeface="Times New Roman" pitchFamily="18" charset="0"/>
            <a:cs typeface="Times New Roman" pitchFamily="18" charset="0"/>
          </a:endParaRPr>
        </a:p>
      </dgm:t>
    </dgm:pt>
    <dgm:pt modelId="{C25A9E1E-F413-4435-B6A4-D6BD98A2130C}" type="parTrans" cxnId="{B563F2AB-DCA9-43E5-96DB-6DC7CE4546E6}">
      <dgm:prSet/>
      <dgm:spPr/>
      <dgm:t>
        <a:bodyPr/>
        <a:lstStyle/>
        <a:p>
          <a:endParaRPr lang="en-US"/>
        </a:p>
      </dgm:t>
    </dgm:pt>
    <dgm:pt modelId="{C0F69865-95A6-4E1A-919E-2A17BA18FE1A}" type="sibTrans" cxnId="{B563F2AB-DCA9-43E5-96DB-6DC7CE4546E6}">
      <dgm:prSet/>
      <dgm:spPr/>
      <dgm:t>
        <a:bodyPr/>
        <a:lstStyle/>
        <a:p>
          <a:endParaRPr lang="en-US"/>
        </a:p>
      </dgm:t>
    </dgm:pt>
    <dgm:pt modelId="{7DE93597-B0A4-46A9-8810-77106DF1B48F}">
      <dgm:prSet phldrT="[Text]"/>
      <dgm:spPr/>
      <dgm:t>
        <a:bodyPr/>
        <a:lstStyle/>
        <a:p>
          <a:r>
            <a:rPr lang="mn-MN" dirty="0">
              <a:latin typeface="Times New Roman" pitchFamily="18" charset="0"/>
              <a:cs typeface="Times New Roman" pitchFamily="18" charset="0"/>
            </a:rPr>
            <a:t>Өсгөх</a:t>
          </a:r>
          <a:endParaRPr lang="en-US" dirty="0">
            <a:latin typeface="Times New Roman" pitchFamily="18" charset="0"/>
            <a:cs typeface="Times New Roman" pitchFamily="18" charset="0"/>
          </a:endParaRPr>
        </a:p>
      </dgm:t>
    </dgm:pt>
    <dgm:pt modelId="{006857FE-89D0-49DB-85FF-46566D811198}" type="parTrans" cxnId="{6B95071E-3149-46E7-A8BB-2DD1D4260E00}">
      <dgm:prSet/>
      <dgm:spPr/>
      <dgm:t>
        <a:bodyPr/>
        <a:lstStyle/>
        <a:p>
          <a:endParaRPr lang="en-US"/>
        </a:p>
      </dgm:t>
    </dgm:pt>
    <dgm:pt modelId="{86B1B809-86AC-431E-8885-FEC1709C3866}" type="sibTrans" cxnId="{6B95071E-3149-46E7-A8BB-2DD1D4260E00}">
      <dgm:prSet/>
      <dgm:spPr/>
      <dgm:t>
        <a:bodyPr/>
        <a:lstStyle/>
        <a:p>
          <a:endParaRPr lang="en-US"/>
        </a:p>
      </dgm:t>
    </dgm:pt>
    <dgm:pt modelId="{3CA5ACE3-EE2B-4F2A-B361-C69094C35B3F}" type="pres">
      <dgm:prSet presAssocID="{8B066339-7170-4186-B556-74FA5288708F}" presName="CompostProcess" presStyleCnt="0">
        <dgm:presLayoutVars>
          <dgm:dir/>
          <dgm:resizeHandles val="exact"/>
        </dgm:presLayoutVars>
      </dgm:prSet>
      <dgm:spPr/>
    </dgm:pt>
    <dgm:pt modelId="{2B45A779-B6A5-4988-A0E3-B60313261549}" type="pres">
      <dgm:prSet presAssocID="{8B066339-7170-4186-B556-74FA5288708F}" presName="arrow" presStyleLbl="bgShp" presStyleIdx="0" presStyleCnt="1" custScaleX="117647" custLinFactNeighborY="-323"/>
      <dgm:spPr/>
    </dgm:pt>
    <dgm:pt modelId="{E0FB9607-1C02-4FC2-8B28-57DE233A6ED9}" type="pres">
      <dgm:prSet presAssocID="{8B066339-7170-4186-B556-74FA5288708F}" presName="linearProcess" presStyleCnt="0"/>
      <dgm:spPr/>
    </dgm:pt>
    <dgm:pt modelId="{176395D3-E635-4EBB-B203-8973DB5D1C3D}" type="pres">
      <dgm:prSet presAssocID="{DA42A823-B20D-4DE0-B9AB-F8C785825562}" presName="textNode" presStyleLbl="node1" presStyleIdx="0" presStyleCnt="4">
        <dgm:presLayoutVars>
          <dgm:bulletEnabled val="1"/>
        </dgm:presLayoutVars>
      </dgm:prSet>
      <dgm:spPr/>
    </dgm:pt>
    <dgm:pt modelId="{D76B538B-09AD-4CCF-88CA-4D9C086A831F}" type="pres">
      <dgm:prSet presAssocID="{80B26F82-694E-4892-B311-8D21432F261E}" presName="sibTrans" presStyleCnt="0"/>
      <dgm:spPr/>
    </dgm:pt>
    <dgm:pt modelId="{9029C81A-8462-4890-B239-4DFF2E0AB785}" type="pres">
      <dgm:prSet presAssocID="{7DE93597-B0A4-46A9-8810-77106DF1B48F}" presName="textNode" presStyleLbl="node1" presStyleIdx="1" presStyleCnt="4">
        <dgm:presLayoutVars>
          <dgm:bulletEnabled val="1"/>
        </dgm:presLayoutVars>
      </dgm:prSet>
      <dgm:spPr/>
    </dgm:pt>
    <dgm:pt modelId="{3A5E6AD5-F9E6-4A4E-A071-28E6EA0C2A38}" type="pres">
      <dgm:prSet presAssocID="{86B1B809-86AC-431E-8885-FEC1709C3866}" presName="sibTrans" presStyleCnt="0"/>
      <dgm:spPr/>
    </dgm:pt>
    <dgm:pt modelId="{5430C14C-8A56-4FF9-A835-1CEE8B1992E4}" type="pres">
      <dgm:prSet presAssocID="{42EBF5EE-B2A7-4255-BF5D-03A1A264C1F9}" presName="textNode" presStyleLbl="node1" presStyleIdx="2" presStyleCnt="4">
        <dgm:presLayoutVars>
          <dgm:bulletEnabled val="1"/>
        </dgm:presLayoutVars>
      </dgm:prSet>
      <dgm:spPr/>
    </dgm:pt>
    <dgm:pt modelId="{07FA44B3-3AB9-49E1-893B-735BD77AB03B}" type="pres">
      <dgm:prSet presAssocID="{B97F4E62-FA9A-492E-9B51-D76AB92741C4}" presName="sibTrans" presStyleCnt="0"/>
      <dgm:spPr/>
    </dgm:pt>
    <dgm:pt modelId="{DACF315F-6D53-4147-8B7E-4944FD6BFB3C}" type="pres">
      <dgm:prSet presAssocID="{9CA2497C-FAB6-4EF7-9259-6E9CB3D83DD0}" presName="textNode" presStyleLbl="node1" presStyleIdx="3" presStyleCnt="4">
        <dgm:presLayoutVars>
          <dgm:bulletEnabled val="1"/>
        </dgm:presLayoutVars>
      </dgm:prSet>
      <dgm:spPr/>
    </dgm:pt>
  </dgm:ptLst>
  <dgm:cxnLst>
    <dgm:cxn modelId="{E7E3391A-CA9D-49BA-97C3-2EFAD1950E89}" type="presOf" srcId="{42EBF5EE-B2A7-4255-BF5D-03A1A264C1F9}" destId="{5430C14C-8A56-4FF9-A835-1CEE8B1992E4}" srcOrd="0" destOrd="0" presId="urn:microsoft.com/office/officeart/2005/8/layout/hProcess9"/>
    <dgm:cxn modelId="{6B95071E-3149-46E7-A8BB-2DD1D4260E00}" srcId="{8B066339-7170-4186-B556-74FA5288708F}" destId="{7DE93597-B0A4-46A9-8810-77106DF1B48F}" srcOrd="1" destOrd="0" parTransId="{006857FE-89D0-49DB-85FF-46566D811198}" sibTransId="{86B1B809-86AC-431E-8885-FEC1709C3866}"/>
    <dgm:cxn modelId="{6EDDFE5C-FBB8-4C5F-B105-4E9614CF9B48}" srcId="{8B066339-7170-4186-B556-74FA5288708F}" destId="{DA42A823-B20D-4DE0-B9AB-F8C785825562}" srcOrd="0" destOrd="0" parTransId="{9C5468A6-EF71-4C0D-8289-794AC4288EE5}" sibTransId="{80B26F82-694E-4892-B311-8D21432F261E}"/>
    <dgm:cxn modelId="{2D13A187-B4BE-4AD7-91B4-A394C447930F}" type="presOf" srcId="{9CA2497C-FAB6-4EF7-9259-6E9CB3D83DD0}" destId="{DACF315F-6D53-4147-8B7E-4944FD6BFB3C}" srcOrd="0" destOrd="0" presId="urn:microsoft.com/office/officeart/2005/8/layout/hProcess9"/>
    <dgm:cxn modelId="{274D4899-9C0F-4B65-9E09-D775540B71DA}" type="presOf" srcId="{8B066339-7170-4186-B556-74FA5288708F}" destId="{3CA5ACE3-EE2B-4F2A-B361-C69094C35B3F}" srcOrd="0" destOrd="0" presId="urn:microsoft.com/office/officeart/2005/8/layout/hProcess9"/>
    <dgm:cxn modelId="{DECF95A4-7F3A-4D16-A3EB-014C35306E4E}" srcId="{8B066339-7170-4186-B556-74FA5288708F}" destId="{42EBF5EE-B2A7-4255-BF5D-03A1A264C1F9}" srcOrd="2" destOrd="0" parTransId="{5323CC0C-5778-46A0-936E-309750814888}" sibTransId="{B97F4E62-FA9A-492E-9B51-D76AB92741C4}"/>
    <dgm:cxn modelId="{B563F2AB-DCA9-43E5-96DB-6DC7CE4546E6}" srcId="{8B066339-7170-4186-B556-74FA5288708F}" destId="{9CA2497C-FAB6-4EF7-9259-6E9CB3D83DD0}" srcOrd="3" destOrd="0" parTransId="{C25A9E1E-F413-4435-B6A4-D6BD98A2130C}" sibTransId="{C0F69865-95A6-4E1A-919E-2A17BA18FE1A}"/>
    <dgm:cxn modelId="{2A3B06BB-562A-405C-BA3C-E72E0CC959FD}" type="presOf" srcId="{7DE93597-B0A4-46A9-8810-77106DF1B48F}" destId="{9029C81A-8462-4890-B239-4DFF2E0AB785}" srcOrd="0" destOrd="0" presId="urn:microsoft.com/office/officeart/2005/8/layout/hProcess9"/>
    <dgm:cxn modelId="{45E0D2F4-AB67-4236-AF06-71D21673D88C}" type="presOf" srcId="{DA42A823-B20D-4DE0-B9AB-F8C785825562}" destId="{176395D3-E635-4EBB-B203-8973DB5D1C3D}" srcOrd="0" destOrd="0" presId="urn:microsoft.com/office/officeart/2005/8/layout/hProcess9"/>
    <dgm:cxn modelId="{9A55CD3D-AD84-4D30-A457-E3C0E447040A}" type="presParOf" srcId="{3CA5ACE3-EE2B-4F2A-B361-C69094C35B3F}" destId="{2B45A779-B6A5-4988-A0E3-B60313261549}" srcOrd="0" destOrd="0" presId="urn:microsoft.com/office/officeart/2005/8/layout/hProcess9"/>
    <dgm:cxn modelId="{4AFB18EA-11EF-49A6-A2CD-6AB824B697D6}" type="presParOf" srcId="{3CA5ACE3-EE2B-4F2A-B361-C69094C35B3F}" destId="{E0FB9607-1C02-4FC2-8B28-57DE233A6ED9}" srcOrd="1" destOrd="0" presId="urn:microsoft.com/office/officeart/2005/8/layout/hProcess9"/>
    <dgm:cxn modelId="{1166462D-805D-47B7-9C00-6E87BEFC3132}" type="presParOf" srcId="{E0FB9607-1C02-4FC2-8B28-57DE233A6ED9}" destId="{176395D3-E635-4EBB-B203-8973DB5D1C3D}" srcOrd="0" destOrd="0" presId="urn:microsoft.com/office/officeart/2005/8/layout/hProcess9"/>
    <dgm:cxn modelId="{0BEA59FE-3287-4A30-A55C-7277BDE3837F}" type="presParOf" srcId="{E0FB9607-1C02-4FC2-8B28-57DE233A6ED9}" destId="{D76B538B-09AD-4CCF-88CA-4D9C086A831F}" srcOrd="1" destOrd="0" presId="urn:microsoft.com/office/officeart/2005/8/layout/hProcess9"/>
    <dgm:cxn modelId="{F1FF619C-BF4A-405E-8135-22C834148515}" type="presParOf" srcId="{E0FB9607-1C02-4FC2-8B28-57DE233A6ED9}" destId="{9029C81A-8462-4890-B239-4DFF2E0AB785}" srcOrd="2" destOrd="0" presId="urn:microsoft.com/office/officeart/2005/8/layout/hProcess9"/>
    <dgm:cxn modelId="{6FD02E66-965D-450E-A272-5A2D5CD837CA}" type="presParOf" srcId="{E0FB9607-1C02-4FC2-8B28-57DE233A6ED9}" destId="{3A5E6AD5-F9E6-4A4E-A071-28E6EA0C2A38}" srcOrd="3" destOrd="0" presId="urn:microsoft.com/office/officeart/2005/8/layout/hProcess9"/>
    <dgm:cxn modelId="{1B293AFA-33F3-4B50-86A1-F0DB069C3C34}" type="presParOf" srcId="{E0FB9607-1C02-4FC2-8B28-57DE233A6ED9}" destId="{5430C14C-8A56-4FF9-A835-1CEE8B1992E4}" srcOrd="4" destOrd="0" presId="urn:microsoft.com/office/officeart/2005/8/layout/hProcess9"/>
    <dgm:cxn modelId="{400B4A9D-D2D6-407E-8A46-BE19E20E3755}" type="presParOf" srcId="{E0FB9607-1C02-4FC2-8B28-57DE233A6ED9}" destId="{07FA44B3-3AB9-49E1-893B-735BD77AB03B}" srcOrd="5" destOrd="0" presId="urn:microsoft.com/office/officeart/2005/8/layout/hProcess9"/>
    <dgm:cxn modelId="{3CBF3BD6-D648-4B68-B3BB-1BD559D8DB52}" type="presParOf" srcId="{E0FB9607-1C02-4FC2-8B28-57DE233A6ED9}" destId="{DACF315F-6D53-4147-8B7E-4944FD6BFB3C}"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4AA346F-F365-4A8C-90F4-D42851C9B59F}" type="doc">
      <dgm:prSet loTypeId="urn:microsoft.com/office/officeart/2005/8/layout/process4" loCatId="process" qsTypeId="urn:microsoft.com/office/officeart/2005/8/quickstyle/3d1" qsCatId="3D" csTypeId="urn:microsoft.com/office/officeart/2005/8/colors/colorful4" csCatId="colorful" phldr="1"/>
      <dgm:spPr/>
      <dgm:t>
        <a:bodyPr/>
        <a:lstStyle/>
        <a:p>
          <a:endParaRPr lang="en-US"/>
        </a:p>
      </dgm:t>
    </dgm:pt>
    <dgm:pt modelId="{AF5CEE8D-594B-4981-90FA-C04F779F2370}">
      <dgm:prSet phldrT="[Text]" custT="1"/>
      <dgm:spPr/>
      <dgm:t>
        <a:bodyPr/>
        <a:lstStyle/>
        <a:p>
          <a:r>
            <a:rPr lang="mn-MN" sz="2000" b="1">
              <a:latin typeface="Arial" pitchFamily="34" charset="0"/>
              <a:cs typeface="Arial" pitchFamily="34" charset="0"/>
            </a:rPr>
            <a:t>Зохиогчийн эрх</a:t>
          </a:r>
          <a:endParaRPr lang="en-US" sz="2000" b="1">
            <a:latin typeface="Arial" pitchFamily="34" charset="0"/>
            <a:cs typeface="Arial" pitchFamily="34" charset="0"/>
          </a:endParaRPr>
        </a:p>
      </dgm:t>
    </dgm:pt>
    <dgm:pt modelId="{D5D508BE-8000-4DB4-8C80-82C9CB9E8E77}" type="parTrans" cxnId="{F6798606-B788-4A2D-9C69-F18B671B9F7C}">
      <dgm:prSet/>
      <dgm:spPr/>
      <dgm:t>
        <a:bodyPr/>
        <a:lstStyle/>
        <a:p>
          <a:endParaRPr lang="en-US">
            <a:latin typeface="Arial" pitchFamily="34" charset="0"/>
            <a:cs typeface="Arial" pitchFamily="34" charset="0"/>
          </a:endParaRPr>
        </a:p>
      </dgm:t>
    </dgm:pt>
    <dgm:pt modelId="{052EF4EF-6786-4CE4-BC0F-89E5437634BE}" type="sibTrans" cxnId="{F6798606-B788-4A2D-9C69-F18B671B9F7C}">
      <dgm:prSet/>
      <dgm:spPr/>
      <dgm:t>
        <a:bodyPr/>
        <a:lstStyle/>
        <a:p>
          <a:endParaRPr lang="en-US">
            <a:latin typeface="Arial" pitchFamily="34" charset="0"/>
            <a:cs typeface="Arial" pitchFamily="34" charset="0"/>
          </a:endParaRPr>
        </a:p>
      </dgm:t>
    </dgm:pt>
    <dgm:pt modelId="{0AECA40E-BD55-475C-94E9-E689C5A3CC34}">
      <dgm:prSet phldrT="[Text]" custT="1"/>
      <dgm:spPr/>
      <dgm:t>
        <a:bodyPr/>
        <a:lstStyle/>
        <a:p>
          <a:pPr>
            <a:lnSpc>
              <a:spcPct val="100000"/>
            </a:lnSpc>
            <a:spcAft>
              <a:spcPts val="0"/>
            </a:spcAft>
          </a:pPr>
          <a:r>
            <a:rPr lang="mn-MN" sz="1800" b="1">
              <a:latin typeface="Arial" pitchFamily="34" charset="0"/>
              <a:cs typeface="Arial" pitchFamily="34" charset="0"/>
            </a:rPr>
            <a:t>Бүтээл ашиглах онцгой эрх</a:t>
          </a:r>
        </a:p>
        <a:p>
          <a:pPr>
            <a:lnSpc>
              <a:spcPct val="100000"/>
            </a:lnSpc>
            <a:spcAft>
              <a:spcPts val="0"/>
            </a:spcAft>
          </a:pPr>
          <a:r>
            <a:rPr lang="mn-MN" sz="1800" b="1">
              <a:latin typeface="Arial" pitchFamily="34" charset="0"/>
              <a:cs typeface="Arial" pitchFamily="34" charset="0"/>
            </a:rPr>
            <a:t>/Эдийн засгийн эрх/</a:t>
          </a:r>
          <a:endParaRPr lang="en-US" sz="1800" b="1">
            <a:latin typeface="Arial" pitchFamily="34" charset="0"/>
            <a:cs typeface="Arial" pitchFamily="34" charset="0"/>
          </a:endParaRPr>
        </a:p>
      </dgm:t>
    </dgm:pt>
    <dgm:pt modelId="{5C66034F-96BD-4F21-AC58-3C822769AD68}" type="parTrans" cxnId="{D1006FFD-A244-4E31-818E-C224A897916C}">
      <dgm:prSet/>
      <dgm:spPr/>
      <dgm:t>
        <a:bodyPr/>
        <a:lstStyle/>
        <a:p>
          <a:endParaRPr lang="en-US">
            <a:latin typeface="Arial" pitchFamily="34" charset="0"/>
            <a:cs typeface="Arial" pitchFamily="34" charset="0"/>
          </a:endParaRPr>
        </a:p>
      </dgm:t>
    </dgm:pt>
    <dgm:pt modelId="{030AE27E-B83A-4BE3-B651-ED8966728A05}" type="sibTrans" cxnId="{D1006FFD-A244-4E31-818E-C224A897916C}">
      <dgm:prSet/>
      <dgm:spPr/>
      <dgm:t>
        <a:bodyPr/>
        <a:lstStyle/>
        <a:p>
          <a:endParaRPr lang="en-US">
            <a:latin typeface="Arial" pitchFamily="34" charset="0"/>
            <a:cs typeface="Arial" pitchFamily="34" charset="0"/>
          </a:endParaRPr>
        </a:p>
      </dgm:t>
    </dgm:pt>
    <dgm:pt modelId="{15B6642C-FF5B-415A-A6D2-65743455BBFC}">
      <dgm:prSet phldrT="[Text]" custT="1"/>
      <dgm:spPr/>
      <dgm:t>
        <a:bodyPr/>
        <a:lstStyle/>
        <a:p>
          <a:pPr algn="ctr"/>
          <a:r>
            <a:rPr lang="mn-MN" sz="1400" b="1">
              <a:latin typeface="Arial" pitchFamily="34" charset="0"/>
              <a:cs typeface="Arial" pitchFamily="34" charset="0"/>
            </a:rPr>
            <a:t>Хуулбарлах</a:t>
          </a:r>
          <a:endParaRPr lang="en-US" sz="1400" b="1">
            <a:latin typeface="Arial" pitchFamily="34" charset="0"/>
            <a:cs typeface="Arial" pitchFamily="34" charset="0"/>
          </a:endParaRPr>
        </a:p>
      </dgm:t>
    </dgm:pt>
    <dgm:pt modelId="{9788E62F-E15D-44E3-8308-1E620295C1F5}" type="parTrans" cxnId="{C2BB1890-E793-42CE-A7FD-D140290FE48C}">
      <dgm:prSet/>
      <dgm:spPr/>
      <dgm:t>
        <a:bodyPr/>
        <a:lstStyle/>
        <a:p>
          <a:endParaRPr lang="en-US">
            <a:latin typeface="Arial" pitchFamily="34" charset="0"/>
            <a:cs typeface="Arial" pitchFamily="34" charset="0"/>
          </a:endParaRPr>
        </a:p>
      </dgm:t>
    </dgm:pt>
    <dgm:pt modelId="{685046C9-21E2-4AC6-B703-AEF5D71246A5}" type="sibTrans" cxnId="{C2BB1890-E793-42CE-A7FD-D140290FE48C}">
      <dgm:prSet/>
      <dgm:spPr/>
      <dgm:t>
        <a:bodyPr/>
        <a:lstStyle/>
        <a:p>
          <a:endParaRPr lang="en-US">
            <a:latin typeface="Arial" pitchFamily="34" charset="0"/>
            <a:cs typeface="Arial" pitchFamily="34" charset="0"/>
          </a:endParaRPr>
        </a:p>
      </dgm:t>
    </dgm:pt>
    <dgm:pt modelId="{E4D24626-8900-496C-999D-146E232F6454}">
      <dgm:prSet phldrT="[Text]" custT="1"/>
      <dgm:spPr/>
      <dgm:t>
        <a:bodyPr/>
        <a:lstStyle/>
        <a:p>
          <a:pPr algn="ctr"/>
          <a:r>
            <a:rPr lang="mn-MN" sz="1400" b="1">
              <a:latin typeface="Arial" pitchFamily="34" charset="0"/>
              <a:cs typeface="Arial" pitchFamily="34" charset="0"/>
            </a:rPr>
            <a:t>Эдийн бус баялгийн эрх</a:t>
          </a:r>
        </a:p>
        <a:p>
          <a:pPr algn="ctr"/>
          <a:r>
            <a:rPr lang="mn-MN" sz="1400" b="1">
              <a:latin typeface="Arial" pitchFamily="34" charset="0"/>
              <a:cs typeface="Arial" pitchFamily="34" charset="0"/>
            </a:rPr>
            <a:t>/Амины эрх/</a:t>
          </a:r>
          <a:endParaRPr lang="en-US" sz="1400" b="1">
            <a:latin typeface="Arial" pitchFamily="34" charset="0"/>
            <a:cs typeface="Arial" pitchFamily="34" charset="0"/>
          </a:endParaRPr>
        </a:p>
      </dgm:t>
    </dgm:pt>
    <dgm:pt modelId="{3DB50F07-9D12-4769-99EA-D7B601703E4B}" type="sibTrans" cxnId="{A8F8144E-F904-423F-A686-326441C17A78}">
      <dgm:prSet/>
      <dgm:spPr/>
      <dgm:t>
        <a:bodyPr/>
        <a:lstStyle/>
        <a:p>
          <a:endParaRPr lang="en-US">
            <a:latin typeface="Arial" pitchFamily="34" charset="0"/>
            <a:cs typeface="Arial" pitchFamily="34" charset="0"/>
          </a:endParaRPr>
        </a:p>
      </dgm:t>
    </dgm:pt>
    <dgm:pt modelId="{3046546A-979F-4842-87F3-26CEF8902288}" type="parTrans" cxnId="{A8F8144E-F904-423F-A686-326441C17A78}">
      <dgm:prSet/>
      <dgm:spPr/>
      <dgm:t>
        <a:bodyPr/>
        <a:lstStyle/>
        <a:p>
          <a:endParaRPr lang="en-US">
            <a:latin typeface="Arial" pitchFamily="34" charset="0"/>
            <a:cs typeface="Arial" pitchFamily="34" charset="0"/>
          </a:endParaRPr>
        </a:p>
      </dgm:t>
    </dgm:pt>
    <dgm:pt modelId="{1596FC9C-4D15-4C64-9A16-495EA718AF17}">
      <dgm:prSet phldrT="[Text]" custT="1"/>
      <dgm:spPr/>
      <dgm:t>
        <a:bodyPr/>
        <a:lstStyle/>
        <a:p>
          <a:r>
            <a:rPr lang="mn-MN" sz="1400" b="1">
              <a:latin typeface="Arial" pitchFamily="34" charset="0"/>
              <a:cs typeface="Arial" pitchFamily="34" charset="0"/>
            </a:rPr>
            <a:t>Бүтээл ашиглах онцгой эрх</a:t>
          </a:r>
        </a:p>
        <a:p>
          <a:r>
            <a:rPr lang="mn-MN" sz="1400" b="1">
              <a:latin typeface="Arial" pitchFamily="34" charset="0"/>
              <a:cs typeface="Arial" pitchFamily="34" charset="0"/>
            </a:rPr>
            <a:t>/Эдийн засгийн эрх/</a:t>
          </a:r>
          <a:endParaRPr lang="en-US" sz="1400" b="1">
            <a:latin typeface="Arial" pitchFamily="34" charset="0"/>
            <a:cs typeface="Arial" pitchFamily="34" charset="0"/>
          </a:endParaRPr>
        </a:p>
      </dgm:t>
    </dgm:pt>
    <dgm:pt modelId="{F1B6647B-EB3A-46FA-B541-3B7D55092451}" type="parTrans" cxnId="{92F64014-0085-4256-B8D4-7E80E007D194}">
      <dgm:prSet/>
      <dgm:spPr/>
      <dgm:t>
        <a:bodyPr/>
        <a:lstStyle/>
        <a:p>
          <a:endParaRPr lang="en-US">
            <a:latin typeface="Arial" pitchFamily="34" charset="0"/>
            <a:cs typeface="Arial" pitchFamily="34" charset="0"/>
          </a:endParaRPr>
        </a:p>
      </dgm:t>
    </dgm:pt>
    <dgm:pt modelId="{D44A472B-B4AC-4523-8229-DB957D902910}" type="sibTrans" cxnId="{92F64014-0085-4256-B8D4-7E80E007D194}">
      <dgm:prSet/>
      <dgm:spPr/>
      <dgm:t>
        <a:bodyPr/>
        <a:lstStyle/>
        <a:p>
          <a:endParaRPr lang="en-US">
            <a:latin typeface="Arial" pitchFamily="34" charset="0"/>
            <a:cs typeface="Arial" pitchFamily="34" charset="0"/>
          </a:endParaRPr>
        </a:p>
      </dgm:t>
    </dgm:pt>
    <dgm:pt modelId="{A5CCCD34-444D-4E26-9FDC-E68DBDD6461B}">
      <dgm:prSet phldrT="[Text]" custT="1"/>
      <dgm:spPr/>
      <dgm:t>
        <a:bodyPr/>
        <a:lstStyle/>
        <a:p>
          <a:r>
            <a:rPr lang="mn-MN" sz="1200" b="1">
              <a:latin typeface="Arial" pitchFamily="34" charset="0"/>
              <a:cs typeface="Arial" pitchFamily="34" charset="0"/>
            </a:rPr>
            <a:t>Нийтлэх</a:t>
          </a:r>
          <a:endParaRPr lang="en-US" sz="1200" b="1">
            <a:latin typeface="Arial" pitchFamily="34" charset="0"/>
            <a:cs typeface="Arial" pitchFamily="34" charset="0"/>
          </a:endParaRPr>
        </a:p>
      </dgm:t>
    </dgm:pt>
    <dgm:pt modelId="{DADA865D-EFD4-47A7-BA2F-4B50D2FDFC49}" type="parTrans" cxnId="{14A90576-B428-40DA-AD24-02F431269646}">
      <dgm:prSet/>
      <dgm:spPr/>
      <dgm:t>
        <a:bodyPr/>
        <a:lstStyle/>
        <a:p>
          <a:endParaRPr lang="en-US">
            <a:latin typeface="Arial" pitchFamily="34" charset="0"/>
            <a:cs typeface="Arial" pitchFamily="34" charset="0"/>
          </a:endParaRPr>
        </a:p>
      </dgm:t>
    </dgm:pt>
    <dgm:pt modelId="{24FA2279-7F18-4A82-B4F4-A039B8B3D5AF}" type="sibTrans" cxnId="{14A90576-B428-40DA-AD24-02F431269646}">
      <dgm:prSet/>
      <dgm:spPr/>
      <dgm:t>
        <a:bodyPr/>
        <a:lstStyle/>
        <a:p>
          <a:endParaRPr lang="en-US">
            <a:latin typeface="Arial" pitchFamily="34" charset="0"/>
            <a:cs typeface="Arial" pitchFamily="34" charset="0"/>
          </a:endParaRPr>
        </a:p>
      </dgm:t>
    </dgm:pt>
    <dgm:pt modelId="{F7A4C058-D69F-4C99-8CF2-62C8F9D33D02}">
      <dgm:prSet phldrT="[Text]" custT="1"/>
      <dgm:spPr/>
      <dgm:t>
        <a:bodyPr/>
        <a:lstStyle/>
        <a:p>
          <a:r>
            <a:rPr lang="mn-MN" sz="1200" b="1">
              <a:latin typeface="Arial" pitchFamily="34" charset="0"/>
              <a:cs typeface="Arial" pitchFamily="34" charset="0"/>
            </a:rPr>
            <a:t>Нийтэд түгээх</a:t>
          </a:r>
          <a:endParaRPr lang="en-US" sz="1200" b="1">
            <a:latin typeface="Arial" pitchFamily="34" charset="0"/>
            <a:cs typeface="Arial" pitchFamily="34" charset="0"/>
          </a:endParaRPr>
        </a:p>
      </dgm:t>
    </dgm:pt>
    <dgm:pt modelId="{5CE9FA1F-AB6B-4091-A8F9-0B92B1FD668D}" type="parTrans" cxnId="{E411890F-309C-4465-A99C-411F5BF16B5A}">
      <dgm:prSet/>
      <dgm:spPr/>
      <dgm:t>
        <a:bodyPr/>
        <a:lstStyle/>
        <a:p>
          <a:endParaRPr lang="en-US">
            <a:latin typeface="Arial" pitchFamily="34" charset="0"/>
            <a:cs typeface="Arial" pitchFamily="34" charset="0"/>
          </a:endParaRPr>
        </a:p>
      </dgm:t>
    </dgm:pt>
    <dgm:pt modelId="{E2BEA4B3-540A-4A70-8988-E46B8E7F961B}" type="sibTrans" cxnId="{E411890F-309C-4465-A99C-411F5BF16B5A}">
      <dgm:prSet/>
      <dgm:spPr/>
      <dgm:t>
        <a:bodyPr/>
        <a:lstStyle/>
        <a:p>
          <a:endParaRPr lang="en-US">
            <a:latin typeface="Arial" pitchFamily="34" charset="0"/>
            <a:cs typeface="Arial" pitchFamily="34" charset="0"/>
          </a:endParaRPr>
        </a:p>
      </dgm:t>
    </dgm:pt>
    <dgm:pt modelId="{2DB5042C-DA87-4A2F-805D-888B0C72F1CD}">
      <dgm:prSet phldrT="[Text]" custT="1"/>
      <dgm:spPr/>
      <dgm:t>
        <a:bodyPr/>
        <a:lstStyle/>
        <a:p>
          <a:r>
            <a:rPr lang="mn-MN" sz="1200" b="1">
              <a:latin typeface="Arial" pitchFamily="34" charset="0"/>
              <a:cs typeface="Arial" pitchFamily="34" charset="0"/>
            </a:rPr>
            <a:t>Үүсмэл бүтээл болгон өөрчлөх</a:t>
          </a:r>
          <a:endParaRPr lang="en-US" sz="1200" b="1">
            <a:latin typeface="Arial" pitchFamily="34" charset="0"/>
            <a:cs typeface="Arial" pitchFamily="34" charset="0"/>
          </a:endParaRPr>
        </a:p>
      </dgm:t>
    </dgm:pt>
    <dgm:pt modelId="{99E75066-5660-4280-BBAB-129871C5C12B}" type="parTrans" cxnId="{57FA19E3-07DC-48AC-B88D-E95FB1BF5621}">
      <dgm:prSet/>
      <dgm:spPr/>
      <dgm:t>
        <a:bodyPr/>
        <a:lstStyle/>
        <a:p>
          <a:endParaRPr lang="en-US">
            <a:latin typeface="Arial" pitchFamily="34" charset="0"/>
            <a:cs typeface="Arial" pitchFamily="34" charset="0"/>
          </a:endParaRPr>
        </a:p>
      </dgm:t>
    </dgm:pt>
    <dgm:pt modelId="{AC4B7AEA-9278-43A8-8684-455C93E37990}" type="sibTrans" cxnId="{57FA19E3-07DC-48AC-B88D-E95FB1BF5621}">
      <dgm:prSet/>
      <dgm:spPr/>
      <dgm:t>
        <a:bodyPr/>
        <a:lstStyle/>
        <a:p>
          <a:endParaRPr lang="en-US">
            <a:latin typeface="Arial" pitchFamily="34" charset="0"/>
            <a:cs typeface="Arial" pitchFamily="34" charset="0"/>
          </a:endParaRPr>
        </a:p>
      </dgm:t>
    </dgm:pt>
    <dgm:pt modelId="{23B67C7A-45CA-4430-890F-437F8463DD0C}">
      <dgm:prSet custT="1"/>
      <dgm:spPr/>
      <dgm:t>
        <a:bodyPr/>
        <a:lstStyle/>
        <a:p>
          <a:r>
            <a:rPr lang="mn-MN" sz="1200" b="1">
              <a:latin typeface="Arial" pitchFamily="34" charset="0"/>
              <a:cs typeface="Arial" pitchFamily="34" charset="0"/>
            </a:rPr>
            <a:t>Түрээсээр ашиглуулах</a:t>
          </a:r>
          <a:endParaRPr lang="en-US" sz="1200" b="1">
            <a:latin typeface="Arial" pitchFamily="34" charset="0"/>
            <a:cs typeface="Arial" pitchFamily="34" charset="0"/>
          </a:endParaRPr>
        </a:p>
      </dgm:t>
    </dgm:pt>
    <dgm:pt modelId="{22AA43A3-1F0B-4910-A2F4-4E4ED45594E9}" type="parTrans" cxnId="{12ED6BB9-AEB2-481C-983E-9B4817E24417}">
      <dgm:prSet/>
      <dgm:spPr/>
      <dgm:t>
        <a:bodyPr/>
        <a:lstStyle/>
        <a:p>
          <a:endParaRPr lang="en-US"/>
        </a:p>
      </dgm:t>
    </dgm:pt>
    <dgm:pt modelId="{5E991CAD-97D5-45B9-9834-47AA453215CE}" type="sibTrans" cxnId="{12ED6BB9-AEB2-481C-983E-9B4817E24417}">
      <dgm:prSet/>
      <dgm:spPr/>
      <dgm:t>
        <a:bodyPr/>
        <a:lstStyle/>
        <a:p>
          <a:endParaRPr lang="en-US"/>
        </a:p>
      </dgm:t>
    </dgm:pt>
    <dgm:pt modelId="{421442F2-7D64-43F0-9A30-18FAE417361D}" type="pres">
      <dgm:prSet presAssocID="{F4AA346F-F365-4A8C-90F4-D42851C9B59F}" presName="Name0" presStyleCnt="0">
        <dgm:presLayoutVars>
          <dgm:dir/>
          <dgm:animLvl val="lvl"/>
          <dgm:resizeHandles val="exact"/>
        </dgm:presLayoutVars>
      </dgm:prSet>
      <dgm:spPr/>
    </dgm:pt>
    <dgm:pt modelId="{99A79DB3-5C7C-412B-B25C-E6BCC09BE1AD}" type="pres">
      <dgm:prSet presAssocID="{0AECA40E-BD55-475C-94E9-E689C5A3CC34}" presName="boxAndChildren" presStyleCnt="0"/>
      <dgm:spPr/>
    </dgm:pt>
    <dgm:pt modelId="{89C0AAC0-C2EB-483E-AB74-D542026A4386}" type="pres">
      <dgm:prSet presAssocID="{0AECA40E-BD55-475C-94E9-E689C5A3CC34}" presName="parentTextBox" presStyleLbl="node1" presStyleIdx="0" presStyleCnt="2"/>
      <dgm:spPr/>
    </dgm:pt>
    <dgm:pt modelId="{E3DC9306-ED01-43D5-A1F8-8C6B7726BBB6}" type="pres">
      <dgm:prSet presAssocID="{0AECA40E-BD55-475C-94E9-E689C5A3CC34}" presName="entireBox" presStyleLbl="node1" presStyleIdx="0" presStyleCnt="2" custLinFactNeighborY="-897"/>
      <dgm:spPr/>
    </dgm:pt>
    <dgm:pt modelId="{6031B9F8-05DB-4366-B0EC-4CFB140E6389}" type="pres">
      <dgm:prSet presAssocID="{0AECA40E-BD55-475C-94E9-E689C5A3CC34}" presName="descendantBox" presStyleCnt="0"/>
      <dgm:spPr/>
    </dgm:pt>
    <dgm:pt modelId="{837D6AEE-1B22-454D-A169-481D347491D5}" type="pres">
      <dgm:prSet presAssocID="{15B6642C-FF5B-415A-A6D2-65743455BBFC}" presName="childTextBox" presStyleLbl="fgAccFollowNode1" presStyleIdx="0" presStyleCnt="7">
        <dgm:presLayoutVars>
          <dgm:bulletEnabled val="1"/>
        </dgm:presLayoutVars>
      </dgm:prSet>
      <dgm:spPr/>
    </dgm:pt>
    <dgm:pt modelId="{86D363E4-FC16-4878-B728-DCA118B3E8AE}" type="pres">
      <dgm:prSet presAssocID="{A5CCCD34-444D-4E26-9FDC-E68DBDD6461B}" presName="childTextBox" presStyleLbl="fgAccFollowNode1" presStyleIdx="1" presStyleCnt="7">
        <dgm:presLayoutVars>
          <dgm:bulletEnabled val="1"/>
        </dgm:presLayoutVars>
      </dgm:prSet>
      <dgm:spPr/>
    </dgm:pt>
    <dgm:pt modelId="{301130D9-A374-4EB8-B779-C09A500C64B8}" type="pres">
      <dgm:prSet presAssocID="{F7A4C058-D69F-4C99-8CF2-62C8F9D33D02}" presName="childTextBox" presStyleLbl="fgAccFollowNode1" presStyleIdx="2" presStyleCnt="7">
        <dgm:presLayoutVars>
          <dgm:bulletEnabled val="1"/>
        </dgm:presLayoutVars>
      </dgm:prSet>
      <dgm:spPr/>
    </dgm:pt>
    <dgm:pt modelId="{96C89262-25E5-4C60-8163-4E587523EBB9}" type="pres">
      <dgm:prSet presAssocID="{2DB5042C-DA87-4A2F-805D-888B0C72F1CD}" presName="childTextBox" presStyleLbl="fgAccFollowNode1" presStyleIdx="3" presStyleCnt="7">
        <dgm:presLayoutVars>
          <dgm:bulletEnabled val="1"/>
        </dgm:presLayoutVars>
      </dgm:prSet>
      <dgm:spPr/>
    </dgm:pt>
    <dgm:pt modelId="{A631BBCE-BD0B-46CB-B5A4-EFE448916B63}" type="pres">
      <dgm:prSet presAssocID="{23B67C7A-45CA-4430-890F-437F8463DD0C}" presName="childTextBox" presStyleLbl="fgAccFollowNode1" presStyleIdx="4" presStyleCnt="7">
        <dgm:presLayoutVars>
          <dgm:bulletEnabled val="1"/>
        </dgm:presLayoutVars>
      </dgm:prSet>
      <dgm:spPr/>
    </dgm:pt>
    <dgm:pt modelId="{522B3E51-8F16-4E37-8B0E-7FDC2552F132}" type="pres">
      <dgm:prSet presAssocID="{052EF4EF-6786-4CE4-BC0F-89E5437634BE}" presName="sp" presStyleCnt="0"/>
      <dgm:spPr/>
    </dgm:pt>
    <dgm:pt modelId="{DABDE31E-CB76-4FDD-B33B-1349848F7F2D}" type="pres">
      <dgm:prSet presAssocID="{AF5CEE8D-594B-4981-90FA-C04F779F2370}" presName="arrowAndChildren" presStyleCnt="0"/>
      <dgm:spPr/>
    </dgm:pt>
    <dgm:pt modelId="{C9F3B29E-7F92-41A8-85A3-F4FC94713631}" type="pres">
      <dgm:prSet presAssocID="{AF5CEE8D-594B-4981-90FA-C04F779F2370}" presName="parentTextArrow" presStyleLbl="node1" presStyleIdx="0" presStyleCnt="2"/>
      <dgm:spPr/>
    </dgm:pt>
    <dgm:pt modelId="{0340FE24-3AE5-4EF3-9E93-4DED088FEA15}" type="pres">
      <dgm:prSet presAssocID="{AF5CEE8D-594B-4981-90FA-C04F779F2370}" presName="arrow" presStyleLbl="node1" presStyleIdx="1" presStyleCnt="2" custScaleY="118088" custLinFactNeighborY="-74"/>
      <dgm:spPr/>
    </dgm:pt>
    <dgm:pt modelId="{995C82E6-C7C2-462B-B49D-F9E2E1AF1C9E}" type="pres">
      <dgm:prSet presAssocID="{AF5CEE8D-594B-4981-90FA-C04F779F2370}" presName="descendantArrow" presStyleCnt="0"/>
      <dgm:spPr/>
    </dgm:pt>
    <dgm:pt modelId="{FB694737-7583-4DD8-A180-62960E731E05}" type="pres">
      <dgm:prSet presAssocID="{E4D24626-8900-496C-999D-146E232F6454}" presName="childTextArrow" presStyleLbl="fgAccFollowNode1" presStyleIdx="5" presStyleCnt="7" custLinFactNeighborY="1341">
        <dgm:presLayoutVars>
          <dgm:bulletEnabled val="1"/>
        </dgm:presLayoutVars>
      </dgm:prSet>
      <dgm:spPr/>
    </dgm:pt>
    <dgm:pt modelId="{E64E5F9D-9AA1-430E-8AA0-2907DDF3B1DA}" type="pres">
      <dgm:prSet presAssocID="{1596FC9C-4D15-4C64-9A16-495EA718AF17}" presName="childTextArrow" presStyleLbl="fgAccFollowNode1" presStyleIdx="6" presStyleCnt="7" custLinFactNeighborY="2017">
        <dgm:presLayoutVars>
          <dgm:bulletEnabled val="1"/>
        </dgm:presLayoutVars>
      </dgm:prSet>
      <dgm:spPr/>
    </dgm:pt>
  </dgm:ptLst>
  <dgm:cxnLst>
    <dgm:cxn modelId="{F6798606-B788-4A2D-9C69-F18B671B9F7C}" srcId="{F4AA346F-F365-4A8C-90F4-D42851C9B59F}" destId="{AF5CEE8D-594B-4981-90FA-C04F779F2370}" srcOrd="0" destOrd="0" parTransId="{D5D508BE-8000-4DB4-8C80-82C9CB9E8E77}" sibTransId="{052EF4EF-6786-4CE4-BC0F-89E5437634BE}"/>
    <dgm:cxn modelId="{D109F806-FED2-49C8-B353-2DD4F0BF8875}" type="presOf" srcId="{F4AA346F-F365-4A8C-90F4-D42851C9B59F}" destId="{421442F2-7D64-43F0-9A30-18FAE417361D}" srcOrd="0" destOrd="0" presId="urn:microsoft.com/office/officeart/2005/8/layout/process4"/>
    <dgm:cxn modelId="{D1BC340D-D70D-4ED0-B234-9E62EC03AFF7}" type="presOf" srcId="{23B67C7A-45CA-4430-890F-437F8463DD0C}" destId="{A631BBCE-BD0B-46CB-B5A4-EFE448916B63}" srcOrd="0" destOrd="0" presId="urn:microsoft.com/office/officeart/2005/8/layout/process4"/>
    <dgm:cxn modelId="{E411890F-309C-4465-A99C-411F5BF16B5A}" srcId="{0AECA40E-BD55-475C-94E9-E689C5A3CC34}" destId="{F7A4C058-D69F-4C99-8CF2-62C8F9D33D02}" srcOrd="2" destOrd="0" parTransId="{5CE9FA1F-AB6B-4091-A8F9-0B92B1FD668D}" sibTransId="{E2BEA4B3-540A-4A70-8988-E46B8E7F961B}"/>
    <dgm:cxn modelId="{92F64014-0085-4256-B8D4-7E80E007D194}" srcId="{AF5CEE8D-594B-4981-90FA-C04F779F2370}" destId="{1596FC9C-4D15-4C64-9A16-495EA718AF17}" srcOrd="1" destOrd="0" parTransId="{F1B6647B-EB3A-46FA-B541-3B7D55092451}" sibTransId="{D44A472B-B4AC-4523-8229-DB957D902910}"/>
    <dgm:cxn modelId="{AED62133-0BFC-40B6-929D-6DF7A8D3AE3F}" type="presOf" srcId="{F7A4C058-D69F-4C99-8CF2-62C8F9D33D02}" destId="{301130D9-A374-4EB8-B779-C09A500C64B8}" srcOrd="0" destOrd="0" presId="urn:microsoft.com/office/officeart/2005/8/layout/process4"/>
    <dgm:cxn modelId="{D816C03D-F9F8-4548-AD88-2A8CF9C7641A}" type="presOf" srcId="{0AECA40E-BD55-475C-94E9-E689C5A3CC34}" destId="{89C0AAC0-C2EB-483E-AB74-D542026A4386}" srcOrd="0" destOrd="0" presId="urn:microsoft.com/office/officeart/2005/8/layout/process4"/>
    <dgm:cxn modelId="{452AB160-0191-4255-92AA-5EECCC8BEA34}" type="presOf" srcId="{A5CCCD34-444D-4E26-9FDC-E68DBDD6461B}" destId="{86D363E4-FC16-4878-B728-DCA118B3E8AE}" srcOrd="0" destOrd="0" presId="urn:microsoft.com/office/officeart/2005/8/layout/process4"/>
    <dgm:cxn modelId="{F506E542-28D1-4DE9-A05F-A2A4DD0570F4}" type="presOf" srcId="{E4D24626-8900-496C-999D-146E232F6454}" destId="{FB694737-7583-4DD8-A180-62960E731E05}" srcOrd="0" destOrd="0" presId="urn:microsoft.com/office/officeart/2005/8/layout/process4"/>
    <dgm:cxn modelId="{A8F8144E-F904-423F-A686-326441C17A78}" srcId="{AF5CEE8D-594B-4981-90FA-C04F779F2370}" destId="{E4D24626-8900-496C-999D-146E232F6454}" srcOrd="0" destOrd="0" parTransId="{3046546A-979F-4842-87F3-26CEF8902288}" sibTransId="{3DB50F07-9D12-4769-99EA-D7B601703E4B}"/>
    <dgm:cxn modelId="{14A90576-B428-40DA-AD24-02F431269646}" srcId="{0AECA40E-BD55-475C-94E9-E689C5A3CC34}" destId="{A5CCCD34-444D-4E26-9FDC-E68DBDD6461B}" srcOrd="1" destOrd="0" parTransId="{DADA865D-EFD4-47A7-BA2F-4B50D2FDFC49}" sibTransId="{24FA2279-7F18-4A82-B4F4-A039B8B3D5AF}"/>
    <dgm:cxn modelId="{B5253589-88B0-4948-9CCE-5C534018A82F}" type="presOf" srcId="{AF5CEE8D-594B-4981-90FA-C04F779F2370}" destId="{0340FE24-3AE5-4EF3-9E93-4DED088FEA15}" srcOrd="1" destOrd="0" presId="urn:microsoft.com/office/officeart/2005/8/layout/process4"/>
    <dgm:cxn modelId="{91D2088D-B46F-44D4-97A8-73673CEEBDB0}" type="presOf" srcId="{2DB5042C-DA87-4A2F-805D-888B0C72F1CD}" destId="{96C89262-25E5-4C60-8163-4E587523EBB9}" srcOrd="0" destOrd="0" presId="urn:microsoft.com/office/officeart/2005/8/layout/process4"/>
    <dgm:cxn modelId="{C2BB1890-E793-42CE-A7FD-D140290FE48C}" srcId="{0AECA40E-BD55-475C-94E9-E689C5A3CC34}" destId="{15B6642C-FF5B-415A-A6D2-65743455BBFC}" srcOrd="0" destOrd="0" parTransId="{9788E62F-E15D-44E3-8308-1E620295C1F5}" sibTransId="{685046C9-21E2-4AC6-B703-AEF5D71246A5}"/>
    <dgm:cxn modelId="{2DF3DFA9-E834-44B0-8CD2-B7B8DA20FD35}" type="presOf" srcId="{AF5CEE8D-594B-4981-90FA-C04F779F2370}" destId="{C9F3B29E-7F92-41A8-85A3-F4FC94713631}" srcOrd="0" destOrd="0" presId="urn:microsoft.com/office/officeart/2005/8/layout/process4"/>
    <dgm:cxn modelId="{12ED6BB9-AEB2-481C-983E-9B4817E24417}" srcId="{0AECA40E-BD55-475C-94E9-E689C5A3CC34}" destId="{23B67C7A-45CA-4430-890F-437F8463DD0C}" srcOrd="4" destOrd="0" parTransId="{22AA43A3-1F0B-4910-A2F4-4E4ED45594E9}" sibTransId="{5E991CAD-97D5-45B9-9834-47AA453215CE}"/>
    <dgm:cxn modelId="{51ABA0BA-323E-4ECC-BC86-2697E04F6EA0}" type="presOf" srcId="{15B6642C-FF5B-415A-A6D2-65743455BBFC}" destId="{837D6AEE-1B22-454D-A169-481D347491D5}" srcOrd="0" destOrd="0" presId="urn:microsoft.com/office/officeart/2005/8/layout/process4"/>
    <dgm:cxn modelId="{D03A82D7-04CA-474D-A047-7CBF63BFCFD1}" type="presOf" srcId="{0AECA40E-BD55-475C-94E9-E689C5A3CC34}" destId="{E3DC9306-ED01-43D5-A1F8-8C6B7726BBB6}" srcOrd="1" destOrd="0" presId="urn:microsoft.com/office/officeart/2005/8/layout/process4"/>
    <dgm:cxn modelId="{7A86C5E1-2308-4436-BF23-7ED94766CA2B}" type="presOf" srcId="{1596FC9C-4D15-4C64-9A16-495EA718AF17}" destId="{E64E5F9D-9AA1-430E-8AA0-2907DDF3B1DA}" srcOrd="0" destOrd="0" presId="urn:microsoft.com/office/officeart/2005/8/layout/process4"/>
    <dgm:cxn modelId="{57FA19E3-07DC-48AC-B88D-E95FB1BF5621}" srcId="{0AECA40E-BD55-475C-94E9-E689C5A3CC34}" destId="{2DB5042C-DA87-4A2F-805D-888B0C72F1CD}" srcOrd="3" destOrd="0" parTransId="{99E75066-5660-4280-BBAB-129871C5C12B}" sibTransId="{AC4B7AEA-9278-43A8-8684-455C93E37990}"/>
    <dgm:cxn modelId="{D1006FFD-A244-4E31-818E-C224A897916C}" srcId="{F4AA346F-F365-4A8C-90F4-D42851C9B59F}" destId="{0AECA40E-BD55-475C-94E9-E689C5A3CC34}" srcOrd="1" destOrd="0" parTransId="{5C66034F-96BD-4F21-AC58-3C822769AD68}" sibTransId="{030AE27E-B83A-4BE3-B651-ED8966728A05}"/>
    <dgm:cxn modelId="{937EB0D9-61F7-4719-88F4-93F1040AC19C}" type="presParOf" srcId="{421442F2-7D64-43F0-9A30-18FAE417361D}" destId="{99A79DB3-5C7C-412B-B25C-E6BCC09BE1AD}" srcOrd="0" destOrd="0" presId="urn:microsoft.com/office/officeart/2005/8/layout/process4"/>
    <dgm:cxn modelId="{757928E3-9C04-4649-B1CC-96AA1DF4945F}" type="presParOf" srcId="{99A79DB3-5C7C-412B-B25C-E6BCC09BE1AD}" destId="{89C0AAC0-C2EB-483E-AB74-D542026A4386}" srcOrd="0" destOrd="0" presId="urn:microsoft.com/office/officeart/2005/8/layout/process4"/>
    <dgm:cxn modelId="{F93A24F9-614C-4F9F-8FB2-5B084A13DE8A}" type="presParOf" srcId="{99A79DB3-5C7C-412B-B25C-E6BCC09BE1AD}" destId="{E3DC9306-ED01-43D5-A1F8-8C6B7726BBB6}" srcOrd="1" destOrd="0" presId="urn:microsoft.com/office/officeart/2005/8/layout/process4"/>
    <dgm:cxn modelId="{5E2018E4-B6F2-4C3E-A9C2-F7DC25208DB4}" type="presParOf" srcId="{99A79DB3-5C7C-412B-B25C-E6BCC09BE1AD}" destId="{6031B9F8-05DB-4366-B0EC-4CFB140E6389}" srcOrd="2" destOrd="0" presId="urn:microsoft.com/office/officeart/2005/8/layout/process4"/>
    <dgm:cxn modelId="{48482726-05DC-4355-A7DD-0F9AB485BFEA}" type="presParOf" srcId="{6031B9F8-05DB-4366-B0EC-4CFB140E6389}" destId="{837D6AEE-1B22-454D-A169-481D347491D5}" srcOrd="0" destOrd="0" presId="urn:microsoft.com/office/officeart/2005/8/layout/process4"/>
    <dgm:cxn modelId="{15B39701-8F3D-4D62-88B2-45FB9CB6386C}" type="presParOf" srcId="{6031B9F8-05DB-4366-B0EC-4CFB140E6389}" destId="{86D363E4-FC16-4878-B728-DCA118B3E8AE}" srcOrd="1" destOrd="0" presId="urn:microsoft.com/office/officeart/2005/8/layout/process4"/>
    <dgm:cxn modelId="{D37DA5EC-1676-4C92-A5CE-675903551811}" type="presParOf" srcId="{6031B9F8-05DB-4366-B0EC-4CFB140E6389}" destId="{301130D9-A374-4EB8-B779-C09A500C64B8}" srcOrd="2" destOrd="0" presId="urn:microsoft.com/office/officeart/2005/8/layout/process4"/>
    <dgm:cxn modelId="{B7B54840-B23E-4196-92B7-014DBE6C8E45}" type="presParOf" srcId="{6031B9F8-05DB-4366-B0EC-4CFB140E6389}" destId="{96C89262-25E5-4C60-8163-4E587523EBB9}" srcOrd="3" destOrd="0" presId="urn:microsoft.com/office/officeart/2005/8/layout/process4"/>
    <dgm:cxn modelId="{8DEC7ED4-0873-4C3C-822D-5FA17173985E}" type="presParOf" srcId="{6031B9F8-05DB-4366-B0EC-4CFB140E6389}" destId="{A631BBCE-BD0B-46CB-B5A4-EFE448916B63}" srcOrd="4" destOrd="0" presId="urn:microsoft.com/office/officeart/2005/8/layout/process4"/>
    <dgm:cxn modelId="{AE672C43-87A1-42AA-BE38-045B05DAAB79}" type="presParOf" srcId="{421442F2-7D64-43F0-9A30-18FAE417361D}" destId="{522B3E51-8F16-4E37-8B0E-7FDC2552F132}" srcOrd="1" destOrd="0" presId="urn:microsoft.com/office/officeart/2005/8/layout/process4"/>
    <dgm:cxn modelId="{9BA411BA-BF88-48AB-AEC7-4B29DBF5BEB9}" type="presParOf" srcId="{421442F2-7D64-43F0-9A30-18FAE417361D}" destId="{DABDE31E-CB76-4FDD-B33B-1349848F7F2D}" srcOrd="2" destOrd="0" presId="urn:microsoft.com/office/officeart/2005/8/layout/process4"/>
    <dgm:cxn modelId="{05A79B45-0A95-427E-9EC7-BAFE9512968D}" type="presParOf" srcId="{DABDE31E-CB76-4FDD-B33B-1349848F7F2D}" destId="{C9F3B29E-7F92-41A8-85A3-F4FC94713631}" srcOrd="0" destOrd="0" presId="urn:microsoft.com/office/officeart/2005/8/layout/process4"/>
    <dgm:cxn modelId="{36379FE5-CA9C-4CEE-87D9-5FEAB4906FE1}" type="presParOf" srcId="{DABDE31E-CB76-4FDD-B33B-1349848F7F2D}" destId="{0340FE24-3AE5-4EF3-9E93-4DED088FEA15}" srcOrd="1" destOrd="0" presId="urn:microsoft.com/office/officeart/2005/8/layout/process4"/>
    <dgm:cxn modelId="{66992A88-4E43-46B0-8AC4-432761AE0564}" type="presParOf" srcId="{DABDE31E-CB76-4FDD-B33B-1349848F7F2D}" destId="{995C82E6-C7C2-462B-B49D-F9E2E1AF1C9E}" srcOrd="2" destOrd="0" presId="urn:microsoft.com/office/officeart/2005/8/layout/process4"/>
    <dgm:cxn modelId="{E19C0CA4-32B3-48CF-9E2F-FEADA89146BE}" type="presParOf" srcId="{995C82E6-C7C2-462B-B49D-F9E2E1AF1C9E}" destId="{FB694737-7583-4DD8-A180-62960E731E05}" srcOrd="0" destOrd="0" presId="urn:microsoft.com/office/officeart/2005/8/layout/process4"/>
    <dgm:cxn modelId="{FAE2B243-0765-4EEF-B901-6B316BE24B90}" type="presParOf" srcId="{995C82E6-C7C2-462B-B49D-F9E2E1AF1C9E}" destId="{E64E5F9D-9AA1-430E-8AA0-2907DDF3B1DA}" srcOrd="1"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4AA346F-F365-4A8C-90F4-D42851C9B59F}" type="doc">
      <dgm:prSet loTypeId="urn:microsoft.com/office/officeart/2005/8/layout/lProcess1" loCatId="process" qsTypeId="urn:microsoft.com/office/officeart/2005/8/quickstyle/3d1" qsCatId="3D" csTypeId="urn:microsoft.com/office/officeart/2005/8/colors/colorful4" csCatId="colorful" phldr="1"/>
      <dgm:spPr/>
      <dgm:t>
        <a:bodyPr/>
        <a:lstStyle/>
        <a:p>
          <a:endParaRPr lang="en-US"/>
        </a:p>
      </dgm:t>
    </dgm:pt>
    <dgm:pt modelId="{AF5CEE8D-594B-4981-90FA-C04F779F2370}">
      <dgm:prSet phldrT="[Text]" custT="1"/>
      <dgm:spPr/>
      <dgm:t>
        <a:bodyPr/>
        <a:lstStyle/>
        <a:p>
          <a:r>
            <a:rPr lang="mn-MN" sz="2000" b="1">
              <a:latin typeface="Arial" pitchFamily="34" charset="0"/>
              <a:cs typeface="Arial" pitchFamily="34" charset="0"/>
            </a:rPr>
            <a:t>БҮТЭЭЛ</a:t>
          </a:r>
          <a:endParaRPr lang="en-US" sz="3300" b="1">
            <a:latin typeface="Arial" pitchFamily="34" charset="0"/>
            <a:cs typeface="Arial" pitchFamily="34" charset="0"/>
          </a:endParaRPr>
        </a:p>
      </dgm:t>
    </dgm:pt>
    <dgm:pt modelId="{D5D508BE-8000-4DB4-8C80-82C9CB9E8E77}" type="parTrans" cxnId="{F6798606-B788-4A2D-9C69-F18B671B9F7C}">
      <dgm:prSet/>
      <dgm:spPr/>
      <dgm:t>
        <a:bodyPr/>
        <a:lstStyle/>
        <a:p>
          <a:endParaRPr lang="en-US">
            <a:latin typeface="Arial" pitchFamily="34" charset="0"/>
            <a:cs typeface="Arial" pitchFamily="34" charset="0"/>
          </a:endParaRPr>
        </a:p>
      </dgm:t>
    </dgm:pt>
    <dgm:pt modelId="{052EF4EF-6786-4CE4-BC0F-89E5437634BE}" type="sibTrans" cxnId="{F6798606-B788-4A2D-9C69-F18B671B9F7C}">
      <dgm:prSet/>
      <dgm:spPr/>
      <dgm:t>
        <a:bodyPr/>
        <a:lstStyle/>
        <a:p>
          <a:endParaRPr lang="en-US">
            <a:latin typeface="Arial" pitchFamily="34" charset="0"/>
            <a:cs typeface="Arial" pitchFamily="34" charset="0"/>
          </a:endParaRPr>
        </a:p>
      </dgm:t>
    </dgm:pt>
    <dgm:pt modelId="{0AECA40E-BD55-475C-94E9-E689C5A3CC34}">
      <dgm:prSet phldrT="[Text]" custT="1"/>
      <dgm:spPr/>
      <dgm:t>
        <a:bodyPr/>
        <a:lstStyle/>
        <a:p>
          <a:r>
            <a:rPr lang="mn-MN" sz="2000" b="1">
              <a:latin typeface="Arial" pitchFamily="34" charset="0"/>
              <a:cs typeface="Arial" pitchFamily="34" charset="0"/>
            </a:rPr>
            <a:t>ШИНЭ ЭРХ</a:t>
          </a:r>
          <a:endParaRPr lang="en-US" sz="2000" b="1">
            <a:latin typeface="Arial" pitchFamily="34" charset="0"/>
            <a:cs typeface="Arial" pitchFamily="34" charset="0"/>
          </a:endParaRPr>
        </a:p>
      </dgm:t>
    </dgm:pt>
    <dgm:pt modelId="{5C66034F-96BD-4F21-AC58-3C822769AD68}" type="parTrans" cxnId="{D1006FFD-A244-4E31-818E-C224A897916C}">
      <dgm:prSet/>
      <dgm:spPr/>
      <dgm:t>
        <a:bodyPr/>
        <a:lstStyle/>
        <a:p>
          <a:endParaRPr lang="en-US">
            <a:latin typeface="Arial" pitchFamily="34" charset="0"/>
            <a:cs typeface="Arial" pitchFamily="34" charset="0"/>
          </a:endParaRPr>
        </a:p>
      </dgm:t>
    </dgm:pt>
    <dgm:pt modelId="{030AE27E-B83A-4BE3-B651-ED8966728A05}" type="sibTrans" cxnId="{D1006FFD-A244-4E31-818E-C224A897916C}">
      <dgm:prSet/>
      <dgm:spPr/>
      <dgm:t>
        <a:bodyPr/>
        <a:lstStyle/>
        <a:p>
          <a:endParaRPr lang="en-US">
            <a:latin typeface="Arial" pitchFamily="34" charset="0"/>
            <a:cs typeface="Arial" pitchFamily="34" charset="0"/>
          </a:endParaRPr>
        </a:p>
      </dgm:t>
    </dgm:pt>
    <dgm:pt modelId="{15B6642C-FF5B-415A-A6D2-65743455BBFC}">
      <dgm:prSet phldrT="[Text]" custT="1"/>
      <dgm:spPr/>
      <dgm:t>
        <a:bodyPr/>
        <a:lstStyle/>
        <a:p>
          <a:pPr algn="ctr"/>
          <a:r>
            <a:rPr lang="mn-MN" sz="1400" b="1">
              <a:latin typeface="Arial" pitchFamily="34" charset="0"/>
              <a:cs typeface="Arial" pitchFamily="34" charset="0"/>
            </a:rPr>
            <a:t>“кино үзүүлэх” эрх</a:t>
          </a:r>
          <a:endParaRPr lang="en-US" sz="1400" b="1">
            <a:latin typeface="Arial" pitchFamily="34" charset="0"/>
            <a:cs typeface="Arial" pitchFamily="34" charset="0"/>
          </a:endParaRPr>
        </a:p>
      </dgm:t>
    </dgm:pt>
    <dgm:pt modelId="{9788E62F-E15D-44E3-8308-1E620295C1F5}" type="parTrans" cxnId="{C2BB1890-E793-42CE-A7FD-D140290FE48C}">
      <dgm:prSet/>
      <dgm:spPr/>
      <dgm:t>
        <a:bodyPr/>
        <a:lstStyle/>
        <a:p>
          <a:endParaRPr lang="en-US">
            <a:latin typeface="Arial" pitchFamily="34" charset="0"/>
            <a:cs typeface="Arial" pitchFamily="34" charset="0"/>
          </a:endParaRPr>
        </a:p>
      </dgm:t>
    </dgm:pt>
    <dgm:pt modelId="{685046C9-21E2-4AC6-B703-AEF5D71246A5}" type="sibTrans" cxnId="{C2BB1890-E793-42CE-A7FD-D140290FE48C}">
      <dgm:prSet/>
      <dgm:spPr/>
      <dgm:t>
        <a:bodyPr/>
        <a:lstStyle/>
        <a:p>
          <a:endParaRPr lang="en-US">
            <a:latin typeface="Arial" pitchFamily="34" charset="0"/>
            <a:cs typeface="Arial" pitchFamily="34" charset="0"/>
          </a:endParaRPr>
        </a:p>
      </dgm:t>
    </dgm:pt>
    <dgm:pt modelId="{E4D24626-8900-496C-999D-146E232F6454}">
      <dgm:prSet phldrT="[Text]" custT="1"/>
      <dgm:spPr/>
      <dgm:t>
        <a:bodyPr/>
        <a:lstStyle/>
        <a:p>
          <a:pPr algn="ctr"/>
          <a:r>
            <a:rPr lang="mn-MN" sz="1400" b="1">
              <a:latin typeface="Arial" pitchFamily="34" charset="0"/>
              <a:cs typeface="Arial" pitchFamily="34" charset="0"/>
            </a:rPr>
            <a:t>Кино урлаг</a:t>
          </a:r>
          <a:endParaRPr lang="en-US" sz="1400" b="1">
            <a:latin typeface="Arial" pitchFamily="34" charset="0"/>
            <a:cs typeface="Arial" pitchFamily="34" charset="0"/>
          </a:endParaRPr>
        </a:p>
      </dgm:t>
    </dgm:pt>
    <dgm:pt modelId="{3DB50F07-9D12-4769-99EA-D7B601703E4B}" type="sibTrans" cxnId="{A8F8144E-F904-423F-A686-326441C17A78}">
      <dgm:prSet/>
      <dgm:spPr/>
      <dgm:t>
        <a:bodyPr/>
        <a:lstStyle/>
        <a:p>
          <a:endParaRPr lang="en-US">
            <a:latin typeface="Arial" pitchFamily="34" charset="0"/>
            <a:cs typeface="Arial" pitchFamily="34" charset="0"/>
          </a:endParaRPr>
        </a:p>
      </dgm:t>
    </dgm:pt>
    <dgm:pt modelId="{3046546A-979F-4842-87F3-26CEF8902288}" type="parTrans" cxnId="{A8F8144E-F904-423F-A686-326441C17A78}">
      <dgm:prSet/>
      <dgm:spPr/>
      <dgm:t>
        <a:bodyPr/>
        <a:lstStyle/>
        <a:p>
          <a:endParaRPr lang="en-US">
            <a:latin typeface="Arial" pitchFamily="34" charset="0"/>
            <a:cs typeface="Arial" pitchFamily="34" charset="0"/>
          </a:endParaRPr>
        </a:p>
      </dgm:t>
    </dgm:pt>
    <dgm:pt modelId="{F16FB899-5B8A-48C9-9AA0-5C39FA99594D}">
      <dgm:prSet phldrT="[Text]" custT="1"/>
      <dgm:spPr/>
      <dgm:t>
        <a:bodyPr/>
        <a:lstStyle/>
        <a:p>
          <a:r>
            <a:rPr lang="mn-MN" sz="1200" b="1">
              <a:latin typeface="Arial" pitchFamily="34" charset="0"/>
              <a:cs typeface="Arial" pitchFamily="34" charset="0"/>
            </a:rPr>
            <a:t>Утасгүй цахилгаан холбоо</a:t>
          </a:r>
          <a:endParaRPr lang="en-US" sz="1200" b="1">
            <a:latin typeface="Arial" pitchFamily="34" charset="0"/>
            <a:cs typeface="Arial" pitchFamily="34" charset="0"/>
          </a:endParaRPr>
        </a:p>
      </dgm:t>
    </dgm:pt>
    <dgm:pt modelId="{40B601CB-B5BB-4952-8580-6B61DFA6E1C8}" type="parTrans" cxnId="{BAF2CE33-DBD9-4E65-B18B-CDCAA09A5C89}">
      <dgm:prSet/>
      <dgm:spPr/>
      <dgm:t>
        <a:bodyPr/>
        <a:lstStyle/>
        <a:p>
          <a:endParaRPr lang="en-US">
            <a:latin typeface="Arial" pitchFamily="34" charset="0"/>
            <a:cs typeface="Arial" pitchFamily="34" charset="0"/>
          </a:endParaRPr>
        </a:p>
      </dgm:t>
    </dgm:pt>
    <dgm:pt modelId="{B2322703-352F-4A73-8B7C-49261F1C6988}" type="sibTrans" cxnId="{BAF2CE33-DBD9-4E65-B18B-CDCAA09A5C89}">
      <dgm:prSet/>
      <dgm:spPr/>
      <dgm:t>
        <a:bodyPr/>
        <a:lstStyle/>
        <a:p>
          <a:endParaRPr lang="en-US">
            <a:latin typeface="Arial" pitchFamily="34" charset="0"/>
            <a:cs typeface="Arial" pitchFamily="34" charset="0"/>
          </a:endParaRPr>
        </a:p>
      </dgm:t>
    </dgm:pt>
    <dgm:pt modelId="{1596FC9C-4D15-4C64-9A16-495EA718AF17}">
      <dgm:prSet phldrT="[Text]" custT="1"/>
      <dgm:spPr/>
      <dgm:t>
        <a:bodyPr/>
        <a:lstStyle/>
        <a:p>
          <a:r>
            <a:rPr lang="mn-MN" sz="1200" b="1">
              <a:latin typeface="Arial" pitchFamily="34" charset="0"/>
              <a:cs typeface="Arial" pitchFamily="34" charset="0"/>
            </a:rPr>
            <a:t>Кабелийн сүлжээ</a:t>
          </a:r>
          <a:endParaRPr lang="en-US" sz="1200" b="1">
            <a:latin typeface="Arial" pitchFamily="34" charset="0"/>
            <a:cs typeface="Arial" pitchFamily="34" charset="0"/>
          </a:endParaRPr>
        </a:p>
      </dgm:t>
    </dgm:pt>
    <dgm:pt modelId="{F1B6647B-EB3A-46FA-B541-3B7D55092451}" type="parTrans" cxnId="{92F64014-0085-4256-B8D4-7E80E007D194}">
      <dgm:prSet/>
      <dgm:spPr/>
      <dgm:t>
        <a:bodyPr/>
        <a:lstStyle/>
        <a:p>
          <a:endParaRPr lang="en-US">
            <a:latin typeface="Arial" pitchFamily="34" charset="0"/>
            <a:cs typeface="Arial" pitchFamily="34" charset="0"/>
          </a:endParaRPr>
        </a:p>
      </dgm:t>
    </dgm:pt>
    <dgm:pt modelId="{D44A472B-B4AC-4523-8229-DB957D902910}" type="sibTrans" cxnId="{92F64014-0085-4256-B8D4-7E80E007D194}">
      <dgm:prSet/>
      <dgm:spPr/>
      <dgm:t>
        <a:bodyPr/>
        <a:lstStyle/>
        <a:p>
          <a:endParaRPr lang="en-US">
            <a:latin typeface="Arial" pitchFamily="34" charset="0"/>
            <a:cs typeface="Arial" pitchFamily="34" charset="0"/>
          </a:endParaRPr>
        </a:p>
      </dgm:t>
    </dgm:pt>
    <dgm:pt modelId="{02DA1C26-8DE9-41B5-A36E-8DD5F8C80E93}">
      <dgm:prSet phldrT="[Text]" custT="1"/>
      <dgm:spPr/>
      <dgm:t>
        <a:bodyPr/>
        <a:lstStyle/>
        <a:p>
          <a:r>
            <a:rPr lang="mn-MN" sz="1200" b="1">
              <a:latin typeface="Arial" pitchFamily="34" charset="0"/>
              <a:cs typeface="Arial" pitchFamily="34" charset="0"/>
            </a:rPr>
            <a:t>Шаардсан үед дамжуулах </a:t>
          </a:r>
        </a:p>
        <a:p>
          <a:r>
            <a:rPr lang="mn-MN" sz="1200" b="0">
              <a:latin typeface="Arial" pitchFamily="34" charset="0"/>
              <a:cs typeface="Arial" pitchFamily="34" charset="0"/>
            </a:rPr>
            <a:t>/1 серверээс/</a:t>
          </a:r>
          <a:endParaRPr lang="en-US" sz="1200" b="0">
            <a:latin typeface="Arial" pitchFamily="34" charset="0"/>
            <a:cs typeface="Arial" pitchFamily="34" charset="0"/>
          </a:endParaRPr>
        </a:p>
      </dgm:t>
    </dgm:pt>
    <dgm:pt modelId="{5660B341-4CB5-4CC4-8EDA-BC0CAC705F5E}" type="parTrans" cxnId="{B93D1128-1096-4E2F-AC81-8DA70DBEC9EC}">
      <dgm:prSet/>
      <dgm:spPr/>
      <dgm:t>
        <a:bodyPr/>
        <a:lstStyle/>
        <a:p>
          <a:endParaRPr lang="en-US">
            <a:latin typeface="Arial" pitchFamily="34" charset="0"/>
            <a:cs typeface="Arial" pitchFamily="34" charset="0"/>
          </a:endParaRPr>
        </a:p>
      </dgm:t>
    </dgm:pt>
    <dgm:pt modelId="{59614F46-2D3E-4BC3-9D84-052F97165A46}" type="sibTrans" cxnId="{B93D1128-1096-4E2F-AC81-8DA70DBEC9EC}">
      <dgm:prSet/>
      <dgm:spPr/>
      <dgm:t>
        <a:bodyPr/>
        <a:lstStyle/>
        <a:p>
          <a:endParaRPr lang="en-US">
            <a:latin typeface="Arial" pitchFamily="34" charset="0"/>
            <a:cs typeface="Arial" pitchFamily="34" charset="0"/>
          </a:endParaRPr>
        </a:p>
      </dgm:t>
    </dgm:pt>
    <dgm:pt modelId="{9D8EBBF9-6750-4485-968A-B0565B118B5D}">
      <dgm:prSet phldrT="[Text]" custT="1"/>
      <dgm:spPr/>
      <dgm:t>
        <a:bodyPr/>
        <a:lstStyle/>
        <a:p>
          <a:r>
            <a:rPr lang="mn-MN" sz="1200" b="1">
              <a:latin typeface="Arial" pitchFamily="34" charset="0"/>
              <a:cs typeface="Arial" pitchFamily="34" charset="0"/>
            </a:rPr>
            <a:t>Интернетээр дамжуулах </a:t>
          </a:r>
          <a:r>
            <a:rPr lang="mn-MN" sz="1200" b="0">
              <a:latin typeface="Arial" pitchFamily="34" charset="0"/>
              <a:cs typeface="Arial" pitchFamily="34" charset="0"/>
            </a:rPr>
            <a:t>/интернетэд холбогдсон олон серверээс/</a:t>
          </a:r>
          <a:endParaRPr lang="en-US" sz="1200" b="0">
            <a:latin typeface="Arial" pitchFamily="34" charset="0"/>
            <a:cs typeface="Arial" pitchFamily="34" charset="0"/>
          </a:endParaRPr>
        </a:p>
      </dgm:t>
    </dgm:pt>
    <dgm:pt modelId="{3F843976-0488-46A7-8879-9BF90E7F9AD7}" type="parTrans" cxnId="{E4D986EB-92A8-4185-B190-8668A1A66F76}">
      <dgm:prSet/>
      <dgm:spPr/>
      <dgm:t>
        <a:bodyPr/>
        <a:lstStyle/>
        <a:p>
          <a:endParaRPr lang="en-US">
            <a:latin typeface="Arial" pitchFamily="34" charset="0"/>
            <a:cs typeface="Arial" pitchFamily="34" charset="0"/>
          </a:endParaRPr>
        </a:p>
      </dgm:t>
    </dgm:pt>
    <dgm:pt modelId="{B120F305-CC25-429B-A3B6-6A7843DB42E7}" type="sibTrans" cxnId="{E4D986EB-92A8-4185-B190-8668A1A66F76}">
      <dgm:prSet/>
      <dgm:spPr/>
      <dgm:t>
        <a:bodyPr/>
        <a:lstStyle/>
        <a:p>
          <a:endParaRPr lang="en-US">
            <a:latin typeface="Arial" pitchFamily="34" charset="0"/>
            <a:cs typeface="Arial" pitchFamily="34" charset="0"/>
          </a:endParaRPr>
        </a:p>
      </dgm:t>
    </dgm:pt>
    <dgm:pt modelId="{A5CCCD34-444D-4E26-9FDC-E68DBDD6461B}">
      <dgm:prSet phldrT="[Text]" custT="1"/>
      <dgm:spPr/>
      <dgm:t>
        <a:bodyPr/>
        <a:lstStyle/>
        <a:p>
          <a:r>
            <a:rPr lang="mn-MN" sz="1200" b="1">
              <a:latin typeface="Arial" pitchFamily="34" charset="0"/>
              <a:cs typeface="Arial" pitchFamily="34" charset="0"/>
            </a:rPr>
            <a:t>“нэвтрүүлэх” эрх</a:t>
          </a:r>
          <a:endParaRPr lang="en-US" sz="1200" b="1">
            <a:latin typeface="Arial" pitchFamily="34" charset="0"/>
            <a:cs typeface="Arial" pitchFamily="34" charset="0"/>
          </a:endParaRPr>
        </a:p>
      </dgm:t>
    </dgm:pt>
    <dgm:pt modelId="{DADA865D-EFD4-47A7-BA2F-4B50D2FDFC49}" type="parTrans" cxnId="{14A90576-B428-40DA-AD24-02F431269646}">
      <dgm:prSet/>
      <dgm:spPr/>
      <dgm:t>
        <a:bodyPr/>
        <a:lstStyle/>
        <a:p>
          <a:endParaRPr lang="en-US">
            <a:latin typeface="Arial" pitchFamily="34" charset="0"/>
            <a:cs typeface="Arial" pitchFamily="34" charset="0"/>
          </a:endParaRPr>
        </a:p>
      </dgm:t>
    </dgm:pt>
    <dgm:pt modelId="{24FA2279-7F18-4A82-B4F4-A039B8B3D5AF}" type="sibTrans" cxnId="{14A90576-B428-40DA-AD24-02F431269646}">
      <dgm:prSet/>
      <dgm:spPr/>
      <dgm:t>
        <a:bodyPr/>
        <a:lstStyle/>
        <a:p>
          <a:endParaRPr lang="en-US">
            <a:latin typeface="Arial" pitchFamily="34" charset="0"/>
            <a:cs typeface="Arial" pitchFamily="34" charset="0"/>
          </a:endParaRPr>
        </a:p>
      </dgm:t>
    </dgm:pt>
    <dgm:pt modelId="{F7A4C058-D69F-4C99-8CF2-62C8F9D33D02}">
      <dgm:prSet phldrT="[Text]" custT="1"/>
      <dgm:spPr/>
      <dgm:t>
        <a:bodyPr/>
        <a:lstStyle/>
        <a:p>
          <a:r>
            <a:rPr lang="mn-MN" sz="1200" b="1">
              <a:latin typeface="Arial" pitchFamily="34" charset="0"/>
              <a:cs typeface="Arial" pitchFamily="34" charset="0"/>
            </a:rPr>
            <a:t>“холбооны шугамаар дамжуулах” эрх</a:t>
          </a:r>
          <a:endParaRPr lang="en-US" sz="1200" b="1">
            <a:latin typeface="Arial" pitchFamily="34" charset="0"/>
            <a:cs typeface="Arial" pitchFamily="34" charset="0"/>
          </a:endParaRPr>
        </a:p>
      </dgm:t>
    </dgm:pt>
    <dgm:pt modelId="{5CE9FA1F-AB6B-4091-A8F9-0B92B1FD668D}" type="parTrans" cxnId="{E411890F-309C-4465-A99C-411F5BF16B5A}">
      <dgm:prSet/>
      <dgm:spPr/>
      <dgm:t>
        <a:bodyPr/>
        <a:lstStyle/>
        <a:p>
          <a:endParaRPr lang="en-US">
            <a:latin typeface="Arial" pitchFamily="34" charset="0"/>
            <a:cs typeface="Arial" pitchFamily="34" charset="0"/>
          </a:endParaRPr>
        </a:p>
      </dgm:t>
    </dgm:pt>
    <dgm:pt modelId="{E2BEA4B3-540A-4A70-8988-E46B8E7F961B}" type="sibTrans" cxnId="{E411890F-309C-4465-A99C-411F5BF16B5A}">
      <dgm:prSet/>
      <dgm:spPr/>
      <dgm:t>
        <a:bodyPr/>
        <a:lstStyle/>
        <a:p>
          <a:endParaRPr lang="en-US">
            <a:latin typeface="Arial" pitchFamily="34" charset="0"/>
            <a:cs typeface="Arial" pitchFamily="34" charset="0"/>
          </a:endParaRPr>
        </a:p>
      </dgm:t>
    </dgm:pt>
    <dgm:pt modelId="{2DB5042C-DA87-4A2F-805D-888B0C72F1CD}">
      <dgm:prSet phldrT="[Text]" custT="1"/>
      <dgm:spPr/>
      <dgm:t>
        <a:bodyPr/>
        <a:lstStyle/>
        <a:p>
          <a:r>
            <a:rPr lang="mn-MN" sz="1200" b="1">
              <a:latin typeface="Arial" pitchFamily="34" charset="0"/>
              <a:cs typeface="Arial" pitchFamily="34" charset="0"/>
            </a:rPr>
            <a:t>“нийтэд нэвтрүүлэх, түгээх” эрх</a:t>
          </a:r>
          <a:endParaRPr lang="en-US" sz="1200" b="1">
            <a:latin typeface="Arial" pitchFamily="34" charset="0"/>
            <a:cs typeface="Arial" pitchFamily="34" charset="0"/>
          </a:endParaRPr>
        </a:p>
      </dgm:t>
    </dgm:pt>
    <dgm:pt modelId="{99E75066-5660-4280-BBAB-129871C5C12B}" type="parTrans" cxnId="{57FA19E3-07DC-48AC-B88D-E95FB1BF5621}">
      <dgm:prSet/>
      <dgm:spPr/>
      <dgm:t>
        <a:bodyPr/>
        <a:lstStyle/>
        <a:p>
          <a:endParaRPr lang="en-US">
            <a:latin typeface="Arial" pitchFamily="34" charset="0"/>
            <a:cs typeface="Arial" pitchFamily="34" charset="0"/>
          </a:endParaRPr>
        </a:p>
      </dgm:t>
    </dgm:pt>
    <dgm:pt modelId="{AC4B7AEA-9278-43A8-8684-455C93E37990}" type="sibTrans" cxnId="{57FA19E3-07DC-48AC-B88D-E95FB1BF5621}">
      <dgm:prSet/>
      <dgm:spPr/>
      <dgm:t>
        <a:bodyPr/>
        <a:lstStyle/>
        <a:p>
          <a:endParaRPr lang="en-US">
            <a:latin typeface="Arial" pitchFamily="34" charset="0"/>
            <a:cs typeface="Arial" pitchFamily="34" charset="0"/>
          </a:endParaRPr>
        </a:p>
      </dgm:t>
    </dgm:pt>
    <dgm:pt modelId="{23B67C7A-45CA-4430-890F-437F8463DD0C}">
      <dgm:prSet custT="1"/>
      <dgm:spPr/>
      <dgm:t>
        <a:bodyPr/>
        <a:lstStyle/>
        <a:p>
          <a:r>
            <a:rPr lang="mn-MN" sz="1200" b="1">
              <a:latin typeface="Arial" pitchFamily="34" charset="0"/>
              <a:cs typeface="Arial" pitchFamily="34" charset="0"/>
            </a:rPr>
            <a:t>“нийтэд нэвтрүүлэх, түгээх” эрх</a:t>
          </a:r>
          <a:endParaRPr lang="en-US" sz="1200" b="1">
            <a:latin typeface="Arial" pitchFamily="34" charset="0"/>
            <a:cs typeface="Arial" pitchFamily="34" charset="0"/>
          </a:endParaRPr>
        </a:p>
      </dgm:t>
    </dgm:pt>
    <dgm:pt modelId="{22AA43A3-1F0B-4910-A2F4-4E4ED45594E9}" type="parTrans" cxnId="{12ED6BB9-AEB2-481C-983E-9B4817E24417}">
      <dgm:prSet/>
      <dgm:spPr/>
      <dgm:t>
        <a:bodyPr/>
        <a:lstStyle/>
        <a:p>
          <a:endParaRPr lang="en-US"/>
        </a:p>
      </dgm:t>
    </dgm:pt>
    <dgm:pt modelId="{5E991CAD-97D5-45B9-9834-47AA453215CE}" type="sibTrans" cxnId="{12ED6BB9-AEB2-481C-983E-9B4817E24417}">
      <dgm:prSet/>
      <dgm:spPr/>
      <dgm:t>
        <a:bodyPr/>
        <a:lstStyle/>
        <a:p>
          <a:endParaRPr lang="en-US"/>
        </a:p>
      </dgm:t>
    </dgm:pt>
    <dgm:pt modelId="{87EF6C7F-9F00-4437-A6D6-8A92AC2ABF53}" type="pres">
      <dgm:prSet presAssocID="{F4AA346F-F365-4A8C-90F4-D42851C9B59F}" presName="Name0" presStyleCnt="0">
        <dgm:presLayoutVars>
          <dgm:dir/>
          <dgm:animLvl val="lvl"/>
          <dgm:resizeHandles val="exact"/>
        </dgm:presLayoutVars>
      </dgm:prSet>
      <dgm:spPr/>
    </dgm:pt>
    <dgm:pt modelId="{0076DCEA-9D22-4BEA-A102-7E7D091D89C8}" type="pres">
      <dgm:prSet presAssocID="{AF5CEE8D-594B-4981-90FA-C04F779F2370}" presName="vertFlow" presStyleCnt="0"/>
      <dgm:spPr/>
    </dgm:pt>
    <dgm:pt modelId="{A9670F5E-36D0-4632-8067-0C79F2CE7794}" type="pres">
      <dgm:prSet presAssocID="{AF5CEE8D-594B-4981-90FA-C04F779F2370}" presName="header" presStyleLbl="node1" presStyleIdx="0" presStyleCnt="2"/>
      <dgm:spPr/>
    </dgm:pt>
    <dgm:pt modelId="{9468204A-6AFE-4767-B591-543743050EEC}" type="pres">
      <dgm:prSet presAssocID="{3046546A-979F-4842-87F3-26CEF8902288}" presName="parTrans" presStyleLbl="sibTrans2D1" presStyleIdx="0" presStyleCnt="10"/>
      <dgm:spPr/>
    </dgm:pt>
    <dgm:pt modelId="{A3CBFEBA-7792-4C7D-A48F-99D15D6809C9}" type="pres">
      <dgm:prSet presAssocID="{E4D24626-8900-496C-999D-146E232F6454}" presName="child" presStyleLbl="alignAccFollowNode1" presStyleIdx="0" presStyleCnt="10">
        <dgm:presLayoutVars>
          <dgm:chMax val="0"/>
          <dgm:bulletEnabled val="1"/>
        </dgm:presLayoutVars>
      </dgm:prSet>
      <dgm:spPr/>
    </dgm:pt>
    <dgm:pt modelId="{DA35B4D2-D07E-4EF6-8577-675600A19556}" type="pres">
      <dgm:prSet presAssocID="{3DB50F07-9D12-4769-99EA-D7B601703E4B}" presName="sibTrans" presStyleLbl="sibTrans2D1" presStyleIdx="1" presStyleCnt="10"/>
      <dgm:spPr/>
    </dgm:pt>
    <dgm:pt modelId="{1CE433DD-1231-4251-B8F3-A362C63A834B}" type="pres">
      <dgm:prSet presAssocID="{F16FB899-5B8A-48C9-9AA0-5C39FA99594D}" presName="child" presStyleLbl="alignAccFollowNode1" presStyleIdx="1" presStyleCnt="10">
        <dgm:presLayoutVars>
          <dgm:chMax val="0"/>
          <dgm:bulletEnabled val="1"/>
        </dgm:presLayoutVars>
      </dgm:prSet>
      <dgm:spPr/>
    </dgm:pt>
    <dgm:pt modelId="{49ADE264-7BD8-4CDE-BB07-DB033206D673}" type="pres">
      <dgm:prSet presAssocID="{B2322703-352F-4A73-8B7C-49261F1C6988}" presName="sibTrans" presStyleLbl="sibTrans2D1" presStyleIdx="2" presStyleCnt="10"/>
      <dgm:spPr/>
    </dgm:pt>
    <dgm:pt modelId="{EFE0D152-D61E-4D37-A112-B6773E57BFBB}" type="pres">
      <dgm:prSet presAssocID="{1596FC9C-4D15-4C64-9A16-495EA718AF17}" presName="child" presStyleLbl="alignAccFollowNode1" presStyleIdx="2" presStyleCnt="10">
        <dgm:presLayoutVars>
          <dgm:chMax val="0"/>
          <dgm:bulletEnabled val="1"/>
        </dgm:presLayoutVars>
      </dgm:prSet>
      <dgm:spPr/>
    </dgm:pt>
    <dgm:pt modelId="{01A1AD82-0568-42F0-9D0C-2DABD02B8238}" type="pres">
      <dgm:prSet presAssocID="{D44A472B-B4AC-4523-8229-DB957D902910}" presName="sibTrans" presStyleLbl="sibTrans2D1" presStyleIdx="3" presStyleCnt="10"/>
      <dgm:spPr/>
    </dgm:pt>
    <dgm:pt modelId="{CA426AFA-EE59-43C4-A257-2F0C0A623619}" type="pres">
      <dgm:prSet presAssocID="{02DA1C26-8DE9-41B5-A36E-8DD5F8C80E93}" presName="child" presStyleLbl="alignAccFollowNode1" presStyleIdx="3" presStyleCnt="10">
        <dgm:presLayoutVars>
          <dgm:chMax val="0"/>
          <dgm:bulletEnabled val="1"/>
        </dgm:presLayoutVars>
      </dgm:prSet>
      <dgm:spPr/>
    </dgm:pt>
    <dgm:pt modelId="{4BC6D36A-114E-4663-9B7B-D77636333489}" type="pres">
      <dgm:prSet presAssocID="{59614F46-2D3E-4BC3-9D84-052F97165A46}" presName="sibTrans" presStyleLbl="sibTrans2D1" presStyleIdx="4" presStyleCnt="10"/>
      <dgm:spPr/>
    </dgm:pt>
    <dgm:pt modelId="{5C688CFC-FC9B-4857-B34B-69A48C3C1533}" type="pres">
      <dgm:prSet presAssocID="{9D8EBBF9-6750-4485-968A-B0565B118B5D}" presName="child" presStyleLbl="alignAccFollowNode1" presStyleIdx="4" presStyleCnt="10">
        <dgm:presLayoutVars>
          <dgm:chMax val="0"/>
          <dgm:bulletEnabled val="1"/>
        </dgm:presLayoutVars>
      </dgm:prSet>
      <dgm:spPr/>
    </dgm:pt>
    <dgm:pt modelId="{CA71E1AD-32BB-476C-BBE4-C9C041148DC3}" type="pres">
      <dgm:prSet presAssocID="{AF5CEE8D-594B-4981-90FA-C04F779F2370}" presName="hSp" presStyleCnt="0"/>
      <dgm:spPr/>
    </dgm:pt>
    <dgm:pt modelId="{F5242F06-ADCE-4C60-869C-9F73BAA0FC39}" type="pres">
      <dgm:prSet presAssocID="{0AECA40E-BD55-475C-94E9-E689C5A3CC34}" presName="vertFlow" presStyleCnt="0"/>
      <dgm:spPr/>
    </dgm:pt>
    <dgm:pt modelId="{A2074DAC-E50A-498F-9B84-44AF771DA45B}" type="pres">
      <dgm:prSet presAssocID="{0AECA40E-BD55-475C-94E9-E689C5A3CC34}" presName="header" presStyleLbl="node1" presStyleIdx="1" presStyleCnt="2"/>
      <dgm:spPr/>
    </dgm:pt>
    <dgm:pt modelId="{507F3FD1-5AFD-4A0A-A9BA-477E06B32893}" type="pres">
      <dgm:prSet presAssocID="{9788E62F-E15D-44E3-8308-1E620295C1F5}" presName="parTrans" presStyleLbl="sibTrans2D1" presStyleIdx="5" presStyleCnt="10"/>
      <dgm:spPr/>
    </dgm:pt>
    <dgm:pt modelId="{E6D997F4-B678-4521-B42D-CC76E06CDA6E}" type="pres">
      <dgm:prSet presAssocID="{15B6642C-FF5B-415A-A6D2-65743455BBFC}" presName="child" presStyleLbl="alignAccFollowNode1" presStyleIdx="5" presStyleCnt="10">
        <dgm:presLayoutVars>
          <dgm:chMax val="0"/>
          <dgm:bulletEnabled val="1"/>
        </dgm:presLayoutVars>
      </dgm:prSet>
      <dgm:spPr/>
    </dgm:pt>
    <dgm:pt modelId="{F130959B-48A1-4390-A61C-B31DA5180EFF}" type="pres">
      <dgm:prSet presAssocID="{685046C9-21E2-4AC6-B703-AEF5D71246A5}" presName="sibTrans" presStyleLbl="sibTrans2D1" presStyleIdx="6" presStyleCnt="10"/>
      <dgm:spPr/>
    </dgm:pt>
    <dgm:pt modelId="{2B9BB8F1-9DE5-4DBD-BB5C-0D0A8BE0213E}" type="pres">
      <dgm:prSet presAssocID="{A5CCCD34-444D-4E26-9FDC-E68DBDD6461B}" presName="child" presStyleLbl="alignAccFollowNode1" presStyleIdx="6" presStyleCnt="10">
        <dgm:presLayoutVars>
          <dgm:chMax val="0"/>
          <dgm:bulletEnabled val="1"/>
        </dgm:presLayoutVars>
      </dgm:prSet>
      <dgm:spPr/>
    </dgm:pt>
    <dgm:pt modelId="{20AA65BE-B63E-4856-813A-903ABCDC0AE8}" type="pres">
      <dgm:prSet presAssocID="{24FA2279-7F18-4A82-B4F4-A039B8B3D5AF}" presName="sibTrans" presStyleLbl="sibTrans2D1" presStyleIdx="7" presStyleCnt="10"/>
      <dgm:spPr/>
    </dgm:pt>
    <dgm:pt modelId="{A6E2B504-1E25-46AF-B91E-B431EFB64AEF}" type="pres">
      <dgm:prSet presAssocID="{F7A4C058-D69F-4C99-8CF2-62C8F9D33D02}" presName="child" presStyleLbl="alignAccFollowNode1" presStyleIdx="7" presStyleCnt="10">
        <dgm:presLayoutVars>
          <dgm:chMax val="0"/>
          <dgm:bulletEnabled val="1"/>
        </dgm:presLayoutVars>
      </dgm:prSet>
      <dgm:spPr/>
    </dgm:pt>
    <dgm:pt modelId="{A2E9B496-3A59-427B-9B05-7FA9A26C2241}" type="pres">
      <dgm:prSet presAssocID="{E2BEA4B3-540A-4A70-8988-E46B8E7F961B}" presName="sibTrans" presStyleLbl="sibTrans2D1" presStyleIdx="8" presStyleCnt="10"/>
      <dgm:spPr/>
    </dgm:pt>
    <dgm:pt modelId="{BE123C72-B6FC-483E-ABEF-DEC2918494D1}" type="pres">
      <dgm:prSet presAssocID="{2DB5042C-DA87-4A2F-805D-888B0C72F1CD}" presName="child" presStyleLbl="alignAccFollowNode1" presStyleIdx="8" presStyleCnt="10">
        <dgm:presLayoutVars>
          <dgm:chMax val="0"/>
          <dgm:bulletEnabled val="1"/>
        </dgm:presLayoutVars>
      </dgm:prSet>
      <dgm:spPr/>
    </dgm:pt>
    <dgm:pt modelId="{CFAA377E-1B9B-4EAC-98B9-522AEE657BDA}" type="pres">
      <dgm:prSet presAssocID="{AC4B7AEA-9278-43A8-8684-455C93E37990}" presName="sibTrans" presStyleLbl="sibTrans2D1" presStyleIdx="9" presStyleCnt="10"/>
      <dgm:spPr/>
    </dgm:pt>
    <dgm:pt modelId="{2B153C95-CCC7-4876-8CF1-A835CD1CEB6A}" type="pres">
      <dgm:prSet presAssocID="{23B67C7A-45CA-4430-890F-437F8463DD0C}" presName="child" presStyleLbl="alignAccFollowNode1" presStyleIdx="9" presStyleCnt="10">
        <dgm:presLayoutVars>
          <dgm:chMax val="0"/>
          <dgm:bulletEnabled val="1"/>
        </dgm:presLayoutVars>
      </dgm:prSet>
      <dgm:spPr/>
    </dgm:pt>
  </dgm:ptLst>
  <dgm:cxnLst>
    <dgm:cxn modelId="{0300C700-5151-43A5-99DD-6FA9E1DEB8E6}" type="presOf" srcId="{9788E62F-E15D-44E3-8308-1E620295C1F5}" destId="{507F3FD1-5AFD-4A0A-A9BA-477E06B32893}" srcOrd="0" destOrd="0" presId="urn:microsoft.com/office/officeart/2005/8/layout/lProcess1"/>
    <dgm:cxn modelId="{F6798606-B788-4A2D-9C69-F18B671B9F7C}" srcId="{F4AA346F-F365-4A8C-90F4-D42851C9B59F}" destId="{AF5CEE8D-594B-4981-90FA-C04F779F2370}" srcOrd="0" destOrd="0" parTransId="{D5D508BE-8000-4DB4-8C80-82C9CB9E8E77}" sibTransId="{052EF4EF-6786-4CE4-BC0F-89E5437634BE}"/>
    <dgm:cxn modelId="{E37E8B08-DE66-4352-8727-212E0924A311}" type="presOf" srcId="{F16FB899-5B8A-48C9-9AA0-5C39FA99594D}" destId="{1CE433DD-1231-4251-B8F3-A362C63A834B}" srcOrd="0" destOrd="0" presId="urn:microsoft.com/office/officeart/2005/8/layout/lProcess1"/>
    <dgm:cxn modelId="{3AD97E09-F944-414D-A070-E9496332073E}" type="presOf" srcId="{AF5CEE8D-594B-4981-90FA-C04F779F2370}" destId="{A9670F5E-36D0-4632-8067-0C79F2CE7794}" srcOrd="0" destOrd="0" presId="urn:microsoft.com/office/officeart/2005/8/layout/lProcess1"/>
    <dgm:cxn modelId="{E411890F-309C-4465-A99C-411F5BF16B5A}" srcId="{0AECA40E-BD55-475C-94E9-E689C5A3CC34}" destId="{F7A4C058-D69F-4C99-8CF2-62C8F9D33D02}" srcOrd="2" destOrd="0" parTransId="{5CE9FA1F-AB6B-4091-A8F9-0B92B1FD668D}" sibTransId="{E2BEA4B3-540A-4A70-8988-E46B8E7F961B}"/>
    <dgm:cxn modelId="{16578210-4E25-4FA1-8D0A-4D9EE983FAC3}" type="presOf" srcId="{F7A4C058-D69F-4C99-8CF2-62C8F9D33D02}" destId="{A6E2B504-1E25-46AF-B91E-B431EFB64AEF}" srcOrd="0" destOrd="0" presId="urn:microsoft.com/office/officeart/2005/8/layout/lProcess1"/>
    <dgm:cxn modelId="{92F64014-0085-4256-B8D4-7E80E007D194}" srcId="{AF5CEE8D-594B-4981-90FA-C04F779F2370}" destId="{1596FC9C-4D15-4C64-9A16-495EA718AF17}" srcOrd="2" destOrd="0" parTransId="{F1B6647B-EB3A-46FA-B541-3B7D55092451}" sibTransId="{D44A472B-B4AC-4523-8229-DB957D902910}"/>
    <dgm:cxn modelId="{B93D1128-1096-4E2F-AC81-8DA70DBEC9EC}" srcId="{AF5CEE8D-594B-4981-90FA-C04F779F2370}" destId="{02DA1C26-8DE9-41B5-A36E-8DD5F8C80E93}" srcOrd="3" destOrd="0" parTransId="{5660B341-4CB5-4CC4-8EDA-BC0CAC705F5E}" sibTransId="{59614F46-2D3E-4BC3-9D84-052F97165A46}"/>
    <dgm:cxn modelId="{2045622E-C947-44F2-B35A-8F3ED34D4A3C}" type="presOf" srcId="{1596FC9C-4D15-4C64-9A16-495EA718AF17}" destId="{EFE0D152-D61E-4D37-A112-B6773E57BFBB}" srcOrd="0" destOrd="0" presId="urn:microsoft.com/office/officeart/2005/8/layout/lProcess1"/>
    <dgm:cxn modelId="{BAF2CE33-DBD9-4E65-B18B-CDCAA09A5C89}" srcId="{AF5CEE8D-594B-4981-90FA-C04F779F2370}" destId="{F16FB899-5B8A-48C9-9AA0-5C39FA99594D}" srcOrd="1" destOrd="0" parTransId="{40B601CB-B5BB-4952-8580-6B61DFA6E1C8}" sibTransId="{B2322703-352F-4A73-8B7C-49261F1C6988}"/>
    <dgm:cxn modelId="{53DC1740-CC0A-4EE3-B3E2-3A423708FCCD}" type="presOf" srcId="{D44A472B-B4AC-4523-8229-DB957D902910}" destId="{01A1AD82-0568-42F0-9D0C-2DABD02B8238}" srcOrd="0" destOrd="0" presId="urn:microsoft.com/office/officeart/2005/8/layout/lProcess1"/>
    <dgm:cxn modelId="{79076E45-AC53-4EE3-9D18-C9E7366DCDF5}" type="presOf" srcId="{F4AA346F-F365-4A8C-90F4-D42851C9B59F}" destId="{87EF6C7F-9F00-4437-A6D6-8A92AC2ABF53}" srcOrd="0" destOrd="0" presId="urn:microsoft.com/office/officeart/2005/8/layout/lProcess1"/>
    <dgm:cxn modelId="{9E8A0366-A754-48FB-BBEB-0C5402441D8F}" type="presOf" srcId="{685046C9-21E2-4AC6-B703-AEF5D71246A5}" destId="{F130959B-48A1-4390-A61C-B31DA5180EFF}" srcOrd="0" destOrd="0" presId="urn:microsoft.com/office/officeart/2005/8/layout/lProcess1"/>
    <dgm:cxn modelId="{4B5F2E48-F78A-4571-BDC1-FC41C033B947}" type="presOf" srcId="{59614F46-2D3E-4BC3-9D84-052F97165A46}" destId="{4BC6D36A-114E-4663-9B7B-D77636333489}" srcOrd="0" destOrd="0" presId="urn:microsoft.com/office/officeart/2005/8/layout/lProcess1"/>
    <dgm:cxn modelId="{AB4E576B-032A-4CA8-A8A7-81FEF0DE6A56}" type="presOf" srcId="{E2BEA4B3-540A-4A70-8988-E46B8E7F961B}" destId="{A2E9B496-3A59-427B-9B05-7FA9A26C2241}" srcOrd="0" destOrd="0" presId="urn:microsoft.com/office/officeart/2005/8/layout/lProcess1"/>
    <dgm:cxn modelId="{A8F8144E-F904-423F-A686-326441C17A78}" srcId="{AF5CEE8D-594B-4981-90FA-C04F779F2370}" destId="{E4D24626-8900-496C-999D-146E232F6454}" srcOrd="0" destOrd="0" parTransId="{3046546A-979F-4842-87F3-26CEF8902288}" sibTransId="{3DB50F07-9D12-4769-99EA-D7B601703E4B}"/>
    <dgm:cxn modelId="{9050B56F-42D0-4C88-9C41-832AAC7AE05E}" type="presOf" srcId="{3046546A-979F-4842-87F3-26CEF8902288}" destId="{9468204A-6AFE-4767-B591-543743050EEC}" srcOrd="0" destOrd="0" presId="urn:microsoft.com/office/officeart/2005/8/layout/lProcess1"/>
    <dgm:cxn modelId="{5D6FBC6F-A1B8-46A1-B7DD-1C1784B4F140}" type="presOf" srcId="{E4D24626-8900-496C-999D-146E232F6454}" destId="{A3CBFEBA-7792-4C7D-A48F-99D15D6809C9}" srcOrd="0" destOrd="0" presId="urn:microsoft.com/office/officeart/2005/8/layout/lProcess1"/>
    <dgm:cxn modelId="{14A90576-B428-40DA-AD24-02F431269646}" srcId="{0AECA40E-BD55-475C-94E9-E689C5A3CC34}" destId="{A5CCCD34-444D-4E26-9FDC-E68DBDD6461B}" srcOrd="1" destOrd="0" parTransId="{DADA865D-EFD4-47A7-BA2F-4B50D2FDFC49}" sibTransId="{24FA2279-7F18-4A82-B4F4-A039B8B3D5AF}"/>
    <dgm:cxn modelId="{6F835682-45C4-4C16-B7B9-1AB12FC3C5E1}" type="presOf" srcId="{0AECA40E-BD55-475C-94E9-E689C5A3CC34}" destId="{A2074DAC-E50A-498F-9B84-44AF771DA45B}" srcOrd="0" destOrd="0" presId="urn:microsoft.com/office/officeart/2005/8/layout/lProcess1"/>
    <dgm:cxn modelId="{C2BB1890-E793-42CE-A7FD-D140290FE48C}" srcId="{0AECA40E-BD55-475C-94E9-E689C5A3CC34}" destId="{15B6642C-FF5B-415A-A6D2-65743455BBFC}" srcOrd="0" destOrd="0" parTransId="{9788E62F-E15D-44E3-8308-1E620295C1F5}" sibTransId="{685046C9-21E2-4AC6-B703-AEF5D71246A5}"/>
    <dgm:cxn modelId="{9F9FDFAD-5734-43D0-A04F-6A4B09192FF4}" type="presOf" srcId="{2DB5042C-DA87-4A2F-805D-888B0C72F1CD}" destId="{BE123C72-B6FC-483E-ABEF-DEC2918494D1}" srcOrd="0" destOrd="0" presId="urn:microsoft.com/office/officeart/2005/8/layout/lProcess1"/>
    <dgm:cxn modelId="{12ED6BB9-AEB2-481C-983E-9B4817E24417}" srcId="{0AECA40E-BD55-475C-94E9-E689C5A3CC34}" destId="{23B67C7A-45CA-4430-890F-437F8463DD0C}" srcOrd="4" destOrd="0" parTransId="{22AA43A3-1F0B-4910-A2F4-4E4ED45594E9}" sibTransId="{5E991CAD-97D5-45B9-9834-47AA453215CE}"/>
    <dgm:cxn modelId="{97EDEDB9-95DE-46DF-8798-4F01F8754A43}" type="presOf" srcId="{AC4B7AEA-9278-43A8-8684-455C93E37990}" destId="{CFAA377E-1B9B-4EAC-98B9-522AEE657BDA}" srcOrd="0" destOrd="0" presId="urn:microsoft.com/office/officeart/2005/8/layout/lProcess1"/>
    <dgm:cxn modelId="{A433FFB9-EE7E-47F2-B8CC-08E841BA81D8}" type="presOf" srcId="{02DA1C26-8DE9-41B5-A36E-8DD5F8C80E93}" destId="{CA426AFA-EE59-43C4-A257-2F0C0A623619}" srcOrd="0" destOrd="0" presId="urn:microsoft.com/office/officeart/2005/8/layout/lProcess1"/>
    <dgm:cxn modelId="{BB0ACDC2-2E10-4F92-A10F-91030C3F5D26}" type="presOf" srcId="{9D8EBBF9-6750-4485-968A-B0565B118B5D}" destId="{5C688CFC-FC9B-4857-B34B-69A48C3C1533}" srcOrd="0" destOrd="0" presId="urn:microsoft.com/office/officeart/2005/8/layout/lProcess1"/>
    <dgm:cxn modelId="{3C018DD8-5FE6-4071-8DA7-67B5FEBA448D}" type="presOf" srcId="{15B6642C-FF5B-415A-A6D2-65743455BBFC}" destId="{E6D997F4-B678-4521-B42D-CC76E06CDA6E}" srcOrd="0" destOrd="0" presId="urn:microsoft.com/office/officeart/2005/8/layout/lProcess1"/>
    <dgm:cxn modelId="{B8C32CDB-ACF1-49CE-881D-04708FDE281C}" type="presOf" srcId="{24FA2279-7F18-4A82-B4F4-A039B8B3D5AF}" destId="{20AA65BE-B63E-4856-813A-903ABCDC0AE8}" srcOrd="0" destOrd="0" presId="urn:microsoft.com/office/officeart/2005/8/layout/lProcess1"/>
    <dgm:cxn modelId="{B03950DC-1906-4EB0-9A7A-7B82C827C089}" type="presOf" srcId="{B2322703-352F-4A73-8B7C-49261F1C6988}" destId="{49ADE264-7BD8-4CDE-BB07-DB033206D673}" srcOrd="0" destOrd="0" presId="urn:microsoft.com/office/officeart/2005/8/layout/lProcess1"/>
    <dgm:cxn modelId="{57FA19E3-07DC-48AC-B88D-E95FB1BF5621}" srcId="{0AECA40E-BD55-475C-94E9-E689C5A3CC34}" destId="{2DB5042C-DA87-4A2F-805D-888B0C72F1CD}" srcOrd="3" destOrd="0" parTransId="{99E75066-5660-4280-BBAB-129871C5C12B}" sibTransId="{AC4B7AEA-9278-43A8-8684-455C93E37990}"/>
    <dgm:cxn modelId="{BA00FDE5-0F61-45F5-9486-75393FD516B4}" type="presOf" srcId="{23B67C7A-45CA-4430-890F-437F8463DD0C}" destId="{2B153C95-CCC7-4876-8CF1-A835CD1CEB6A}" srcOrd="0" destOrd="0" presId="urn:microsoft.com/office/officeart/2005/8/layout/lProcess1"/>
    <dgm:cxn modelId="{CA09A3E8-E2A5-4648-8E57-5E68C65066F1}" type="presOf" srcId="{A5CCCD34-444D-4E26-9FDC-E68DBDD6461B}" destId="{2B9BB8F1-9DE5-4DBD-BB5C-0D0A8BE0213E}" srcOrd="0" destOrd="0" presId="urn:microsoft.com/office/officeart/2005/8/layout/lProcess1"/>
    <dgm:cxn modelId="{E4D986EB-92A8-4185-B190-8668A1A66F76}" srcId="{AF5CEE8D-594B-4981-90FA-C04F779F2370}" destId="{9D8EBBF9-6750-4485-968A-B0565B118B5D}" srcOrd="4" destOrd="0" parTransId="{3F843976-0488-46A7-8879-9BF90E7F9AD7}" sibTransId="{B120F305-CC25-429B-A3B6-6A7843DB42E7}"/>
    <dgm:cxn modelId="{2546F0EF-E793-4C71-89D4-FAEA4D04C917}" type="presOf" srcId="{3DB50F07-9D12-4769-99EA-D7B601703E4B}" destId="{DA35B4D2-D07E-4EF6-8577-675600A19556}" srcOrd="0" destOrd="0" presId="urn:microsoft.com/office/officeart/2005/8/layout/lProcess1"/>
    <dgm:cxn modelId="{D1006FFD-A244-4E31-818E-C224A897916C}" srcId="{F4AA346F-F365-4A8C-90F4-D42851C9B59F}" destId="{0AECA40E-BD55-475C-94E9-E689C5A3CC34}" srcOrd="1" destOrd="0" parTransId="{5C66034F-96BD-4F21-AC58-3C822769AD68}" sibTransId="{030AE27E-B83A-4BE3-B651-ED8966728A05}"/>
    <dgm:cxn modelId="{7E08DE2A-0480-4880-8D3C-AD700BC9FE72}" type="presParOf" srcId="{87EF6C7F-9F00-4437-A6D6-8A92AC2ABF53}" destId="{0076DCEA-9D22-4BEA-A102-7E7D091D89C8}" srcOrd="0" destOrd="0" presId="urn:microsoft.com/office/officeart/2005/8/layout/lProcess1"/>
    <dgm:cxn modelId="{91F1C1C8-22AC-4A2C-85B3-7BD01751E4BC}" type="presParOf" srcId="{0076DCEA-9D22-4BEA-A102-7E7D091D89C8}" destId="{A9670F5E-36D0-4632-8067-0C79F2CE7794}" srcOrd="0" destOrd="0" presId="urn:microsoft.com/office/officeart/2005/8/layout/lProcess1"/>
    <dgm:cxn modelId="{08C6D405-7517-4D4D-9262-D569FDC71228}" type="presParOf" srcId="{0076DCEA-9D22-4BEA-A102-7E7D091D89C8}" destId="{9468204A-6AFE-4767-B591-543743050EEC}" srcOrd="1" destOrd="0" presId="urn:microsoft.com/office/officeart/2005/8/layout/lProcess1"/>
    <dgm:cxn modelId="{9EA8D8C9-B820-42C4-ABBA-92407EFFA260}" type="presParOf" srcId="{0076DCEA-9D22-4BEA-A102-7E7D091D89C8}" destId="{A3CBFEBA-7792-4C7D-A48F-99D15D6809C9}" srcOrd="2" destOrd="0" presId="urn:microsoft.com/office/officeart/2005/8/layout/lProcess1"/>
    <dgm:cxn modelId="{1526CB34-FEF7-4DC9-AA53-AD1427126111}" type="presParOf" srcId="{0076DCEA-9D22-4BEA-A102-7E7D091D89C8}" destId="{DA35B4D2-D07E-4EF6-8577-675600A19556}" srcOrd="3" destOrd="0" presId="urn:microsoft.com/office/officeart/2005/8/layout/lProcess1"/>
    <dgm:cxn modelId="{A1A9117B-DB86-4F8F-9F8D-19FD1EEFD58B}" type="presParOf" srcId="{0076DCEA-9D22-4BEA-A102-7E7D091D89C8}" destId="{1CE433DD-1231-4251-B8F3-A362C63A834B}" srcOrd="4" destOrd="0" presId="urn:microsoft.com/office/officeart/2005/8/layout/lProcess1"/>
    <dgm:cxn modelId="{57CCBC66-BF30-4880-9E5D-432B5735EDEE}" type="presParOf" srcId="{0076DCEA-9D22-4BEA-A102-7E7D091D89C8}" destId="{49ADE264-7BD8-4CDE-BB07-DB033206D673}" srcOrd="5" destOrd="0" presId="urn:microsoft.com/office/officeart/2005/8/layout/lProcess1"/>
    <dgm:cxn modelId="{9ACB977A-DECA-426C-AE56-0B400C21426E}" type="presParOf" srcId="{0076DCEA-9D22-4BEA-A102-7E7D091D89C8}" destId="{EFE0D152-D61E-4D37-A112-B6773E57BFBB}" srcOrd="6" destOrd="0" presId="urn:microsoft.com/office/officeart/2005/8/layout/lProcess1"/>
    <dgm:cxn modelId="{D4DEBBD3-9E04-4588-8491-DF5C930DDF8F}" type="presParOf" srcId="{0076DCEA-9D22-4BEA-A102-7E7D091D89C8}" destId="{01A1AD82-0568-42F0-9D0C-2DABD02B8238}" srcOrd="7" destOrd="0" presId="urn:microsoft.com/office/officeart/2005/8/layout/lProcess1"/>
    <dgm:cxn modelId="{989889B0-D6AE-4B57-B0DC-673270D50A97}" type="presParOf" srcId="{0076DCEA-9D22-4BEA-A102-7E7D091D89C8}" destId="{CA426AFA-EE59-43C4-A257-2F0C0A623619}" srcOrd="8" destOrd="0" presId="urn:microsoft.com/office/officeart/2005/8/layout/lProcess1"/>
    <dgm:cxn modelId="{DBA08545-A20D-4412-833D-CD9A4311CACC}" type="presParOf" srcId="{0076DCEA-9D22-4BEA-A102-7E7D091D89C8}" destId="{4BC6D36A-114E-4663-9B7B-D77636333489}" srcOrd="9" destOrd="0" presId="urn:microsoft.com/office/officeart/2005/8/layout/lProcess1"/>
    <dgm:cxn modelId="{322E62C4-9F2E-463D-B859-C93583C5869F}" type="presParOf" srcId="{0076DCEA-9D22-4BEA-A102-7E7D091D89C8}" destId="{5C688CFC-FC9B-4857-B34B-69A48C3C1533}" srcOrd="10" destOrd="0" presId="urn:microsoft.com/office/officeart/2005/8/layout/lProcess1"/>
    <dgm:cxn modelId="{4688F0A1-3D2F-4E6B-9389-339BF9C9685D}" type="presParOf" srcId="{87EF6C7F-9F00-4437-A6D6-8A92AC2ABF53}" destId="{CA71E1AD-32BB-476C-BBE4-C9C041148DC3}" srcOrd="1" destOrd="0" presId="urn:microsoft.com/office/officeart/2005/8/layout/lProcess1"/>
    <dgm:cxn modelId="{4B48653A-3C89-46C0-93B7-BF832F0F7C59}" type="presParOf" srcId="{87EF6C7F-9F00-4437-A6D6-8A92AC2ABF53}" destId="{F5242F06-ADCE-4C60-869C-9F73BAA0FC39}" srcOrd="2" destOrd="0" presId="urn:microsoft.com/office/officeart/2005/8/layout/lProcess1"/>
    <dgm:cxn modelId="{89F83F72-CB23-456A-80BD-6BB576C77F03}" type="presParOf" srcId="{F5242F06-ADCE-4C60-869C-9F73BAA0FC39}" destId="{A2074DAC-E50A-498F-9B84-44AF771DA45B}" srcOrd="0" destOrd="0" presId="urn:microsoft.com/office/officeart/2005/8/layout/lProcess1"/>
    <dgm:cxn modelId="{A4BDA061-6290-49CC-A78A-0C26F6A29473}" type="presParOf" srcId="{F5242F06-ADCE-4C60-869C-9F73BAA0FC39}" destId="{507F3FD1-5AFD-4A0A-A9BA-477E06B32893}" srcOrd="1" destOrd="0" presId="urn:microsoft.com/office/officeart/2005/8/layout/lProcess1"/>
    <dgm:cxn modelId="{066E3117-5605-4D09-B1AB-83A5B912E908}" type="presParOf" srcId="{F5242F06-ADCE-4C60-869C-9F73BAA0FC39}" destId="{E6D997F4-B678-4521-B42D-CC76E06CDA6E}" srcOrd="2" destOrd="0" presId="urn:microsoft.com/office/officeart/2005/8/layout/lProcess1"/>
    <dgm:cxn modelId="{072202E9-87A4-4431-BD93-8165231C822F}" type="presParOf" srcId="{F5242F06-ADCE-4C60-869C-9F73BAA0FC39}" destId="{F130959B-48A1-4390-A61C-B31DA5180EFF}" srcOrd="3" destOrd="0" presId="urn:microsoft.com/office/officeart/2005/8/layout/lProcess1"/>
    <dgm:cxn modelId="{A5B533D0-E4A7-4593-B6EF-7BFB9BF500E4}" type="presParOf" srcId="{F5242F06-ADCE-4C60-869C-9F73BAA0FC39}" destId="{2B9BB8F1-9DE5-4DBD-BB5C-0D0A8BE0213E}" srcOrd="4" destOrd="0" presId="urn:microsoft.com/office/officeart/2005/8/layout/lProcess1"/>
    <dgm:cxn modelId="{DB9CBDD7-9A27-48AC-BBDF-B4B07A7C2B97}" type="presParOf" srcId="{F5242F06-ADCE-4C60-869C-9F73BAA0FC39}" destId="{20AA65BE-B63E-4856-813A-903ABCDC0AE8}" srcOrd="5" destOrd="0" presId="urn:microsoft.com/office/officeart/2005/8/layout/lProcess1"/>
    <dgm:cxn modelId="{2FC620FC-F06F-4208-A173-1E1464C4434E}" type="presParOf" srcId="{F5242F06-ADCE-4C60-869C-9F73BAA0FC39}" destId="{A6E2B504-1E25-46AF-B91E-B431EFB64AEF}" srcOrd="6" destOrd="0" presId="urn:microsoft.com/office/officeart/2005/8/layout/lProcess1"/>
    <dgm:cxn modelId="{2AC08138-92CB-4781-9495-B233A9C7024F}" type="presParOf" srcId="{F5242F06-ADCE-4C60-869C-9F73BAA0FC39}" destId="{A2E9B496-3A59-427B-9B05-7FA9A26C2241}" srcOrd="7" destOrd="0" presId="urn:microsoft.com/office/officeart/2005/8/layout/lProcess1"/>
    <dgm:cxn modelId="{21A36A79-B391-4C94-8932-9F81D96C5C6B}" type="presParOf" srcId="{F5242F06-ADCE-4C60-869C-9F73BAA0FC39}" destId="{BE123C72-B6FC-483E-ABEF-DEC2918494D1}" srcOrd="8" destOrd="0" presId="urn:microsoft.com/office/officeart/2005/8/layout/lProcess1"/>
    <dgm:cxn modelId="{55C57FB7-1537-41F7-B722-11B9DC542066}" type="presParOf" srcId="{F5242F06-ADCE-4C60-869C-9F73BAA0FC39}" destId="{CFAA377E-1B9B-4EAC-98B9-522AEE657BDA}" srcOrd="9" destOrd="0" presId="urn:microsoft.com/office/officeart/2005/8/layout/lProcess1"/>
    <dgm:cxn modelId="{AE74DFC3-DDB8-4107-8239-63288E051F43}" type="presParOf" srcId="{F5242F06-ADCE-4C60-869C-9F73BAA0FC39}" destId="{2B153C95-CCC7-4876-8CF1-A835CD1CEB6A}" srcOrd="10" destOrd="0" presId="urn:microsoft.com/office/officeart/2005/8/layout/lProcess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9A9451C-1406-42DC-9BBF-84B2A9C630A3}" type="doc">
      <dgm:prSet loTypeId="urn:microsoft.com/office/officeart/2005/8/layout/vList6" loCatId="list" qsTypeId="urn:microsoft.com/office/officeart/2005/8/quickstyle/3d2" qsCatId="3D" csTypeId="urn:microsoft.com/office/officeart/2005/8/colors/accent1_2" csCatId="accent1" phldr="1"/>
      <dgm:spPr/>
      <dgm:t>
        <a:bodyPr/>
        <a:lstStyle/>
        <a:p>
          <a:endParaRPr lang="en-US"/>
        </a:p>
      </dgm:t>
    </dgm:pt>
    <dgm:pt modelId="{E844DBD4-163E-4142-8A1E-709775A5F469}">
      <dgm:prSet phldrT="[Text]" custT="1"/>
      <dgm:spPr/>
      <dgm:t>
        <a:bodyPr/>
        <a:lstStyle/>
        <a:p>
          <a:r>
            <a:rPr lang="mn-MN" sz="1000" b="1">
              <a:solidFill>
                <a:schemeClr val="bg1"/>
              </a:solidFill>
              <a:latin typeface="Arial" pitchFamily="34" charset="0"/>
              <a:cs typeface="Arial" pitchFamily="34" charset="0"/>
            </a:rPr>
            <a:t>Спортын  мэдээ, уралдаан тэмцээний, дамжуулах эрх</a:t>
          </a:r>
          <a:endParaRPr lang="en-US" sz="1000" b="1">
            <a:solidFill>
              <a:schemeClr val="bg1"/>
            </a:solidFill>
            <a:latin typeface="Arial" pitchFamily="34" charset="0"/>
            <a:cs typeface="Arial" pitchFamily="34" charset="0"/>
          </a:endParaRPr>
        </a:p>
      </dgm:t>
    </dgm:pt>
    <dgm:pt modelId="{AFDB650E-7F12-4109-99E8-ABEAFCCBEAE8}" type="parTrans" cxnId="{C691C16B-085E-4A1F-989E-7FDDC8C95E51}">
      <dgm:prSet/>
      <dgm:spPr/>
      <dgm:t>
        <a:bodyPr/>
        <a:lstStyle/>
        <a:p>
          <a:endParaRPr lang="en-US" b="1">
            <a:latin typeface="Arial" pitchFamily="34" charset="0"/>
            <a:cs typeface="Arial" pitchFamily="34" charset="0"/>
          </a:endParaRPr>
        </a:p>
      </dgm:t>
    </dgm:pt>
    <dgm:pt modelId="{BD2C7FA7-58E7-4F6F-990D-43662A336033}" type="sibTrans" cxnId="{C691C16B-085E-4A1F-989E-7FDDC8C95E51}">
      <dgm:prSet/>
      <dgm:spPr/>
      <dgm:t>
        <a:bodyPr/>
        <a:lstStyle/>
        <a:p>
          <a:endParaRPr lang="en-US" b="1">
            <a:latin typeface="Arial" pitchFamily="34" charset="0"/>
            <a:cs typeface="Arial" pitchFamily="34" charset="0"/>
          </a:endParaRPr>
        </a:p>
      </dgm:t>
    </dgm:pt>
    <dgm:pt modelId="{DAD06A45-343A-40D2-862F-9F2905D52F15}">
      <dgm:prSet phldrT="[Text]"/>
      <dgm:spPr/>
      <dgm:t>
        <a:bodyPr/>
        <a:lstStyle/>
        <a:p>
          <a:r>
            <a:rPr lang="mn-MN" b="1">
              <a:solidFill>
                <a:schemeClr val="bg1"/>
              </a:solidFill>
              <a:latin typeface="Arial" pitchFamily="34" charset="0"/>
              <a:cs typeface="Arial" pitchFamily="34" charset="0"/>
            </a:rPr>
            <a:t>Шоу интертаймент нэвтрүүлэг</a:t>
          </a:r>
          <a:endParaRPr lang="en-US" b="1">
            <a:solidFill>
              <a:schemeClr val="bg1"/>
            </a:solidFill>
            <a:latin typeface="Arial" pitchFamily="34" charset="0"/>
            <a:cs typeface="Arial" pitchFamily="34" charset="0"/>
          </a:endParaRPr>
        </a:p>
      </dgm:t>
    </dgm:pt>
    <dgm:pt modelId="{6AC9C8DB-5A9D-4EF6-816D-893D022F4F31}" type="parTrans" cxnId="{D63476DA-DA53-4AE1-834F-AFB11C9B4FB7}">
      <dgm:prSet/>
      <dgm:spPr/>
      <dgm:t>
        <a:bodyPr/>
        <a:lstStyle/>
        <a:p>
          <a:endParaRPr lang="en-US" b="1">
            <a:latin typeface="Arial" pitchFamily="34" charset="0"/>
            <a:cs typeface="Arial" pitchFamily="34" charset="0"/>
          </a:endParaRPr>
        </a:p>
      </dgm:t>
    </dgm:pt>
    <dgm:pt modelId="{7220EA71-F699-4BDD-9A45-D285CF7F632F}" type="sibTrans" cxnId="{D63476DA-DA53-4AE1-834F-AFB11C9B4FB7}">
      <dgm:prSet/>
      <dgm:spPr/>
      <dgm:t>
        <a:bodyPr/>
        <a:lstStyle/>
        <a:p>
          <a:endParaRPr lang="en-US" b="1">
            <a:latin typeface="Arial" pitchFamily="34" charset="0"/>
            <a:cs typeface="Arial" pitchFamily="34" charset="0"/>
          </a:endParaRPr>
        </a:p>
      </dgm:t>
    </dgm:pt>
    <dgm:pt modelId="{FA28D55A-2094-4010-984C-DAB2FCBE63AB}">
      <dgm:prSet phldrT="[Text]"/>
      <dgm:spPr/>
      <dgm:t>
        <a:bodyPr/>
        <a:lstStyle/>
        <a:p>
          <a:r>
            <a:rPr lang="mn-MN" b="1">
              <a:solidFill>
                <a:schemeClr val="bg1"/>
              </a:solidFill>
              <a:latin typeface="Arial" pitchFamily="34" charset="0"/>
              <a:cs typeface="Arial" pitchFamily="34" charset="0"/>
            </a:rPr>
            <a:t>Кино урлагийн бүтээл</a:t>
          </a:r>
          <a:endParaRPr lang="en-US" b="1">
            <a:solidFill>
              <a:schemeClr val="bg1"/>
            </a:solidFill>
            <a:latin typeface="Arial" pitchFamily="34" charset="0"/>
            <a:cs typeface="Arial" pitchFamily="34" charset="0"/>
          </a:endParaRPr>
        </a:p>
      </dgm:t>
    </dgm:pt>
    <dgm:pt modelId="{C5C82AFA-27E6-4DAC-9EB9-C63EF7206404}" type="sibTrans" cxnId="{0F7FC63F-B1E8-401F-8F2A-3700B7B9190D}">
      <dgm:prSet/>
      <dgm:spPr/>
      <dgm:t>
        <a:bodyPr/>
        <a:lstStyle/>
        <a:p>
          <a:endParaRPr lang="en-US" b="1">
            <a:latin typeface="Arial" pitchFamily="34" charset="0"/>
            <a:cs typeface="Arial" pitchFamily="34" charset="0"/>
          </a:endParaRPr>
        </a:p>
      </dgm:t>
    </dgm:pt>
    <dgm:pt modelId="{E3FB7E5D-82FF-40DB-BA9F-E96353486FC6}" type="parTrans" cxnId="{0F7FC63F-B1E8-401F-8F2A-3700B7B9190D}">
      <dgm:prSet/>
      <dgm:spPr/>
      <dgm:t>
        <a:bodyPr/>
        <a:lstStyle/>
        <a:p>
          <a:endParaRPr lang="en-US" b="1">
            <a:latin typeface="Arial" pitchFamily="34" charset="0"/>
            <a:cs typeface="Arial" pitchFamily="34" charset="0"/>
          </a:endParaRPr>
        </a:p>
      </dgm:t>
    </dgm:pt>
    <dgm:pt modelId="{0DAF5EC2-C46B-47AC-B456-B08E68FE1DA4}">
      <dgm:prSet custT="1"/>
      <dgm:spPr/>
      <dgm:t>
        <a:bodyPr/>
        <a:lstStyle/>
        <a:p>
          <a:endParaRPr lang="en-US" sz="6100">
            <a:latin typeface="Arial" pitchFamily="34" charset="0"/>
            <a:cs typeface="Arial" pitchFamily="34" charset="0"/>
          </a:endParaRPr>
        </a:p>
      </dgm:t>
    </dgm:pt>
    <dgm:pt modelId="{08D91A98-58B5-4A40-882C-8E514D6E8649}" type="sibTrans" cxnId="{B3A9DC4B-CEA0-4B8D-9729-ED31A8FAFACD}">
      <dgm:prSet/>
      <dgm:spPr/>
      <dgm:t>
        <a:bodyPr/>
        <a:lstStyle/>
        <a:p>
          <a:endParaRPr lang="en-US"/>
        </a:p>
      </dgm:t>
    </dgm:pt>
    <dgm:pt modelId="{903A77AB-1356-476D-A292-986D71FBAE45}" type="parTrans" cxnId="{B3A9DC4B-CEA0-4B8D-9729-ED31A8FAFACD}">
      <dgm:prSet/>
      <dgm:spPr/>
      <dgm:t>
        <a:bodyPr/>
        <a:lstStyle/>
        <a:p>
          <a:endParaRPr lang="en-US"/>
        </a:p>
      </dgm:t>
    </dgm:pt>
    <dgm:pt modelId="{04C2F8F2-49BE-46EE-B15B-A27FCC7D6F78}">
      <dgm:prSet phldrT="[Text]" custT="1"/>
      <dgm:spPr/>
      <dgm:t>
        <a:bodyPr/>
        <a:lstStyle/>
        <a:p>
          <a:r>
            <a:rPr lang="mn-MN" sz="1100" b="1">
              <a:solidFill>
                <a:schemeClr val="bg1"/>
              </a:solidFill>
              <a:latin typeface="Arial" pitchFamily="34" charset="0"/>
              <a:cs typeface="Arial" pitchFamily="34" charset="0"/>
            </a:rPr>
            <a:t>Гадаад, дотоод мэдээ</a:t>
          </a:r>
          <a:endParaRPr lang="en-US" sz="1100" b="1">
            <a:solidFill>
              <a:schemeClr val="bg1"/>
            </a:solidFill>
            <a:latin typeface="Arial" pitchFamily="34" charset="0"/>
            <a:cs typeface="Arial" pitchFamily="34" charset="0"/>
          </a:endParaRPr>
        </a:p>
      </dgm:t>
    </dgm:pt>
    <dgm:pt modelId="{7D420719-E2C4-409A-B9FD-724FBDFFE8FE}" type="parTrans" cxnId="{1C6965F9-D8F8-48A9-983A-87A2ABBEC8B5}">
      <dgm:prSet/>
      <dgm:spPr/>
      <dgm:t>
        <a:bodyPr/>
        <a:lstStyle/>
        <a:p>
          <a:endParaRPr lang="en-US"/>
        </a:p>
      </dgm:t>
    </dgm:pt>
    <dgm:pt modelId="{7622BEB0-3FA7-44A0-AAF0-513BED17CD0D}" type="sibTrans" cxnId="{1C6965F9-D8F8-48A9-983A-87A2ABBEC8B5}">
      <dgm:prSet/>
      <dgm:spPr/>
      <dgm:t>
        <a:bodyPr/>
        <a:lstStyle/>
        <a:p>
          <a:endParaRPr lang="en-US"/>
        </a:p>
      </dgm:t>
    </dgm:pt>
    <dgm:pt modelId="{9F858479-AA0C-46E5-9583-BE859DAF9C17}" type="pres">
      <dgm:prSet presAssocID="{59A9451C-1406-42DC-9BBF-84B2A9C630A3}" presName="Name0" presStyleCnt="0">
        <dgm:presLayoutVars>
          <dgm:dir/>
          <dgm:animLvl val="lvl"/>
          <dgm:resizeHandles/>
        </dgm:presLayoutVars>
      </dgm:prSet>
      <dgm:spPr/>
    </dgm:pt>
    <dgm:pt modelId="{FAA2DBBB-77CE-4C76-B0D3-8751FFA80EF1}" type="pres">
      <dgm:prSet presAssocID="{E844DBD4-163E-4142-8A1E-709775A5F469}" presName="linNode" presStyleCnt="0"/>
      <dgm:spPr/>
    </dgm:pt>
    <dgm:pt modelId="{F0D9E5B9-E964-466C-8288-D42C28E85257}" type="pres">
      <dgm:prSet presAssocID="{E844DBD4-163E-4142-8A1E-709775A5F469}" presName="parentShp" presStyleLbl="node1" presStyleIdx="0" presStyleCnt="4" custScaleX="55667" custScaleY="112715">
        <dgm:presLayoutVars>
          <dgm:bulletEnabled val="1"/>
        </dgm:presLayoutVars>
      </dgm:prSet>
      <dgm:spPr/>
    </dgm:pt>
    <dgm:pt modelId="{99A79CE4-D4AC-46DF-BFCB-F24CC73ECF0F}" type="pres">
      <dgm:prSet presAssocID="{E844DBD4-163E-4142-8A1E-709775A5F469}" presName="childShp" presStyleLbl="bgAccFollowNode1" presStyleIdx="0" presStyleCnt="4" custScaleX="166667" custScaleY="132835">
        <dgm:presLayoutVars>
          <dgm:bulletEnabled val="1"/>
        </dgm:presLayoutVars>
      </dgm:prSet>
      <dgm:spPr/>
    </dgm:pt>
    <dgm:pt modelId="{21189AFA-4A60-48F9-8B4C-57422FB0B426}" type="pres">
      <dgm:prSet presAssocID="{BD2C7FA7-58E7-4F6F-990D-43662A336033}" presName="spacing" presStyleCnt="0"/>
      <dgm:spPr/>
    </dgm:pt>
    <dgm:pt modelId="{AF55745E-D189-4561-A818-BB25072539B7}" type="pres">
      <dgm:prSet presAssocID="{DAD06A45-343A-40D2-862F-9F2905D52F15}" presName="linNode" presStyleCnt="0"/>
      <dgm:spPr/>
    </dgm:pt>
    <dgm:pt modelId="{963373D5-4307-4887-A560-5F5CDE3014DA}" type="pres">
      <dgm:prSet presAssocID="{DAD06A45-343A-40D2-862F-9F2905D52F15}" presName="parentShp" presStyleLbl="node1" presStyleIdx="1" presStyleCnt="4" custScaleX="55370" custScaleY="101045">
        <dgm:presLayoutVars>
          <dgm:bulletEnabled val="1"/>
        </dgm:presLayoutVars>
      </dgm:prSet>
      <dgm:spPr/>
    </dgm:pt>
    <dgm:pt modelId="{7E872FEE-A9C7-407F-A227-2E754CE7879A}" type="pres">
      <dgm:prSet presAssocID="{DAD06A45-343A-40D2-862F-9F2905D52F15}" presName="childShp" presStyleLbl="bgAccFollowNode1" presStyleIdx="1" presStyleCnt="4" custScaleX="163939" custScaleY="132370">
        <dgm:presLayoutVars>
          <dgm:bulletEnabled val="1"/>
        </dgm:presLayoutVars>
      </dgm:prSet>
      <dgm:spPr/>
    </dgm:pt>
    <dgm:pt modelId="{9990F14B-94A9-494C-B4F0-811655110A02}" type="pres">
      <dgm:prSet presAssocID="{7220EA71-F699-4BDD-9A45-D285CF7F632F}" presName="spacing" presStyleCnt="0"/>
      <dgm:spPr/>
    </dgm:pt>
    <dgm:pt modelId="{423D6085-9751-4247-B653-E14EC82E4AF4}" type="pres">
      <dgm:prSet presAssocID="{FA28D55A-2094-4010-984C-DAB2FCBE63AB}" presName="linNode" presStyleCnt="0"/>
      <dgm:spPr/>
    </dgm:pt>
    <dgm:pt modelId="{19AB0C7D-59B3-4234-AF2B-724D4D533233}" type="pres">
      <dgm:prSet presAssocID="{FA28D55A-2094-4010-984C-DAB2FCBE63AB}" presName="parentShp" presStyleLbl="node1" presStyleIdx="2" presStyleCnt="4" custScaleX="52412" custScaleY="88095" custLinFactNeighborX="-1085" custLinFactNeighborY="-3051">
        <dgm:presLayoutVars>
          <dgm:bulletEnabled val="1"/>
        </dgm:presLayoutVars>
      </dgm:prSet>
      <dgm:spPr/>
    </dgm:pt>
    <dgm:pt modelId="{B292C244-D1AD-4DB9-B777-E84DD04B453E}" type="pres">
      <dgm:prSet presAssocID="{FA28D55A-2094-4010-984C-DAB2FCBE63AB}" presName="childShp" presStyleLbl="bgAccFollowNode1" presStyleIdx="2" presStyleCnt="4" custScaleX="158528" custScaleY="122068" custLinFactNeighborX="2925" custLinFactNeighborY="328">
        <dgm:presLayoutVars>
          <dgm:bulletEnabled val="1"/>
        </dgm:presLayoutVars>
      </dgm:prSet>
      <dgm:spPr/>
    </dgm:pt>
    <dgm:pt modelId="{4645E3E6-D760-487F-B6D3-28826865B3C5}" type="pres">
      <dgm:prSet presAssocID="{C5C82AFA-27E6-4DAC-9EB9-C63EF7206404}" presName="spacing" presStyleCnt="0"/>
      <dgm:spPr/>
    </dgm:pt>
    <dgm:pt modelId="{43D0ED77-D97D-4796-80FB-BB6E29250001}" type="pres">
      <dgm:prSet presAssocID="{04C2F8F2-49BE-46EE-B15B-A27FCC7D6F78}" presName="linNode" presStyleCnt="0"/>
      <dgm:spPr/>
    </dgm:pt>
    <dgm:pt modelId="{833479C0-19BA-479F-BE9B-4951D24F1D26}" type="pres">
      <dgm:prSet presAssocID="{04C2F8F2-49BE-46EE-B15B-A27FCC7D6F78}" presName="parentShp" presStyleLbl="node1" presStyleIdx="3" presStyleCnt="4" custScaleX="52412" custScaleY="93143" custLinFactNeighborX="-15863" custLinFactNeighborY="-4159">
        <dgm:presLayoutVars>
          <dgm:bulletEnabled val="1"/>
        </dgm:presLayoutVars>
      </dgm:prSet>
      <dgm:spPr/>
    </dgm:pt>
    <dgm:pt modelId="{D1A8C9AF-7C59-4525-AB0D-88163EACEEE2}" type="pres">
      <dgm:prSet presAssocID="{04C2F8F2-49BE-46EE-B15B-A27FCC7D6F78}" presName="childShp" presStyleLbl="bgAccFollowNode1" presStyleIdx="3" presStyleCnt="4" custScaleX="155977" custScaleY="128371" custLinFactNeighborX="3097" custLinFactNeighborY="-6962">
        <dgm:presLayoutVars>
          <dgm:bulletEnabled val="1"/>
        </dgm:presLayoutVars>
      </dgm:prSet>
      <dgm:spPr/>
    </dgm:pt>
  </dgm:ptLst>
  <dgm:cxnLst>
    <dgm:cxn modelId="{0F7FC63F-B1E8-401F-8F2A-3700B7B9190D}" srcId="{59A9451C-1406-42DC-9BBF-84B2A9C630A3}" destId="{FA28D55A-2094-4010-984C-DAB2FCBE63AB}" srcOrd="2" destOrd="0" parTransId="{E3FB7E5D-82FF-40DB-BA9F-E96353486FC6}" sibTransId="{C5C82AFA-27E6-4DAC-9EB9-C63EF7206404}"/>
    <dgm:cxn modelId="{E1B7A944-5942-4922-AFA2-DB64F729E701}" type="presOf" srcId="{FA28D55A-2094-4010-984C-DAB2FCBE63AB}" destId="{19AB0C7D-59B3-4234-AF2B-724D4D533233}" srcOrd="0" destOrd="0" presId="urn:microsoft.com/office/officeart/2005/8/layout/vList6"/>
    <dgm:cxn modelId="{C691C16B-085E-4A1F-989E-7FDDC8C95E51}" srcId="{59A9451C-1406-42DC-9BBF-84B2A9C630A3}" destId="{E844DBD4-163E-4142-8A1E-709775A5F469}" srcOrd="0" destOrd="0" parTransId="{AFDB650E-7F12-4109-99E8-ABEAFCCBEAE8}" sibTransId="{BD2C7FA7-58E7-4F6F-990D-43662A336033}"/>
    <dgm:cxn modelId="{B3A9DC4B-CEA0-4B8D-9729-ED31A8FAFACD}" srcId="{FA28D55A-2094-4010-984C-DAB2FCBE63AB}" destId="{0DAF5EC2-C46B-47AC-B456-B08E68FE1DA4}" srcOrd="0" destOrd="0" parTransId="{903A77AB-1356-476D-A292-986D71FBAE45}" sibTransId="{08D91A98-58B5-4A40-882C-8E514D6E8649}"/>
    <dgm:cxn modelId="{973F4087-0A4E-4C83-BE87-C2C1CF2990F7}" type="presOf" srcId="{0DAF5EC2-C46B-47AC-B456-B08E68FE1DA4}" destId="{B292C244-D1AD-4DB9-B777-E84DD04B453E}" srcOrd="0" destOrd="0" presId="urn:microsoft.com/office/officeart/2005/8/layout/vList6"/>
    <dgm:cxn modelId="{B25216B0-DB82-40C4-929B-1374BEAF912A}" type="presOf" srcId="{59A9451C-1406-42DC-9BBF-84B2A9C630A3}" destId="{9F858479-AA0C-46E5-9583-BE859DAF9C17}" srcOrd="0" destOrd="0" presId="urn:microsoft.com/office/officeart/2005/8/layout/vList6"/>
    <dgm:cxn modelId="{A04ACABA-4F7C-4AA0-BA89-33762EF00C58}" type="presOf" srcId="{E844DBD4-163E-4142-8A1E-709775A5F469}" destId="{F0D9E5B9-E964-466C-8288-D42C28E85257}" srcOrd="0" destOrd="0" presId="urn:microsoft.com/office/officeart/2005/8/layout/vList6"/>
    <dgm:cxn modelId="{D63476DA-DA53-4AE1-834F-AFB11C9B4FB7}" srcId="{59A9451C-1406-42DC-9BBF-84B2A9C630A3}" destId="{DAD06A45-343A-40D2-862F-9F2905D52F15}" srcOrd="1" destOrd="0" parTransId="{6AC9C8DB-5A9D-4EF6-816D-893D022F4F31}" sibTransId="{7220EA71-F699-4BDD-9A45-D285CF7F632F}"/>
    <dgm:cxn modelId="{1C6965F9-D8F8-48A9-983A-87A2ABBEC8B5}" srcId="{59A9451C-1406-42DC-9BBF-84B2A9C630A3}" destId="{04C2F8F2-49BE-46EE-B15B-A27FCC7D6F78}" srcOrd="3" destOrd="0" parTransId="{7D420719-E2C4-409A-B9FD-724FBDFFE8FE}" sibTransId="{7622BEB0-3FA7-44A0-AAF0-513BED17CD0D}"/>
    <dgm:cxn modelId="{91BDA2FC-024D-4FF8-AC6A-48C4DCE49C99}" type="presOf" srcId="{DAD06A45-343A-40D2-862F-9F2905D52F15}" destId="{963373D5-4307-4887-A560-5F5CDE3014DA}" srcOrd="0" destOrd="0" presId="urn:microsoft.com/office/officeart/2005/8/layout/vList6"/>
    <dgm:cxn modelId="{7CB56BFF-F317-4A07-A541-C4EA5F9B349F}" type="presOf" srcId="{04C2F8F2-49BE-46EE-B15B-A27FCC7D6F78}" destId="{833479C0-19BA-479F-BE9B-4951D24F1D26}" srcOrd="0" destOrd="0" presId="urn:microsoft.com/office/officeart/2005/8/layout/vList6"/>
    <dgm:cxn modelId="{AEC84833-FBAC-48CE-96FE-B75587D510DB}" type="presParOf" srcId="{9F858479-AA0C-46E5-9583-BE859DAF9C17}" destId="{FAA2DBBB-77CE-4C76-B0D3-8751FFA80EF1}" srcOrd="0" destOrd="0" presId="urn:microsoft.com/office/officeart/2005/8/layout/vList6"/>
    <dgm:cxn modelId="{6704C907-87D4-43E8-BCC1-B4BC57FE6C54}" type="presParOf" srcId="{FAA2DBBB-77CE-4C76-B0D3-8751FFA80EF1}" destId="{F0D9E5B9-E964-466C-8288-D42C28E85257}" srcOrd="0" destOrd="0" presId="urn:microsoft.com/office/officeart/2005/8/layout/vList6"/>
    <dgm:cxn modelId="{FEF7F705-9940-4AE4-BDDB-85AE4B8773B9}" type="presParOf" srcId="{FAA2DBBB-77CE-4C76-B0D3-8751FFA80EF1}" destId="{99A79CE4-D4AC-46DF-BFCB-F24CC73ECF0F}" srcOrd="1" destOrd="0" presId="urn:microsoft.com/office/officeart/2005/8/layout/vList6"/>
    <dgm:cxn modelId="{C850A28B-63F7-4760-8114-D5A15DFD07BF}" type="presParOf" srcId="{9F858479-AA0C-46E5-9583-BE859DAF9C17}" destId="{21189AFA-4A60-48F9-8B4C-57422FB0B426}" srcOrd="1" destOrd="0" presId="urn:microsoft.com/office/officeart/2005/8/layout/vList6"/>
    <dgm:cxn modelId="{34BD1B07-019C-449C-AE41-165A9E90F46F}" type="presParOf" srcId="{9F858479-AA0C-46E5-9583-BE859DAF9C17}" destId="{AF55745E-D189-4561-A818-BB25072539B7}" srcOrd="2" destOrd="0" presId="urn:microsoft.com/office/officeart/2005/8/layout/vList6"/>
    <dgm:cxn modelId="{367C8EB7-9EC4-4448-A2BD-51788D380FC5}" type="presParOf" srcId="{AF55745E-D189-4561-A818-BB25072539B7}" destId="{963373D5-4307-4887-A560-5F5CDE3014DA}" srcOrd="0" destOrd="0" presId="urn:microsoft.com/office/officeart/2005/8/layout/vList6"/>
    <dgm:cxn modelId="{7C70E6A8-FB0C-4E2A-A7CA-3978F3D52491}" type="presParOf" srcId="{AF55745E-D189-4561-A818-BB25072539B7}" destId="{7E872FEE-A9C7-407F-A227-2E754CE7879A}" srcOrd="1" destOrd="0" presId="urn:microsoft.com/office/officeart/2005/8/layout/vList6"/>
    <dgm:cxn modelId="{91FD33DD-8178-4C82-9B58-BA3FA741F32F}" type="presParOf" srcId="{9F858479-AA0C-46E5-9583-BE859DAF9C17}" destId="{9990F14B-94A9-494C-B4F0-811655110A02}" srcOrd="3" destOrd="0" presId="urn:microsoft.com/office/officeart/2005/8/layout/vList6"/>
    <dgm:cxn modelId="{769746FA-8A9C-48E9-AA25-DBEC033F52EA}" type="presParOf" srcId="{9F858479-AA0C-46E5-9583-BE859DAF9C17}" destId="{423D6085-9751-4247-B653-E14EC82E4AF4}" srcOrd="4" destOrd="0" presId="urn:microsoft.com/office/officeart/2005/8/layout/vList6"/>
    <dgm:cxn modelId="{74C27D02-AE55-46A0-823F-9D0D1FABAB83}" type="presParOf" srcId="{423D6085-9751-4247-B653-E14EC82E4AF4}" destId="{19AB0C7D-59B3-4234-AF2B-724D4D533233}" srcOrd="0" destOrd="0" presId="urn:microsoft.com/office/officeart/2005/8/layout/vList6"/>
    <dgm:cxn modelId="{BFAEF9AC-0B2C-4E86-92A2-B7481D46C82D}" type="presParOf" srcId="{423D6085-9751-4247-B653-E14EC82E4AF4}" destId="{B292C244-D1AD-4DB9-B777-E84DD04B453E}" srcOrd="1" destOrd="0" presId="urn:microsoft.com/office/officeart/2005/8/layout/vList6"/>
    <dgm:cxn modelId="{FD804EEE-9A70-445F-BE90-43E26018B841}" type="presParOf" srcId="{9F858479-AA0C-46E5-9583-BE859DAF9C17}" destId="{4645E3E6-D760-487F-B6D3-28826865B3C5}" srcOrd="5" destOrd="0" presId="urn:microsoft.com/office/officeart/2005/8/layout/vList6"/>
    <dgm:cxn modelId="{5AE2BB91-2B2C-4E43-81F0-B6B273F6883F}" type="presParOf" srcId="{9F858479-AA0C-46E5-9583-BE859DAF9C17}" destId="{43D0ED77-D97D-4796-80FB-BB6E29250001}" srcOrd="6" destOrd="0" presId="urn:microsoft.com/office/officeart/2005/8/layout/vList6"/>
    <dgm:cxn modelId="{7CED8C30-D447-4FD8-B955-DB9381C9401D}" type="presParOf" srcId="{43D0ED77-D97D-4796-80FB-BB6E29250001}" destId="{833479C0-19BA-479F-BE9B-4951D24F1D26}" srcOrd="0" destOrd="0" presId="urn:microsoft.com/office/officeart/2005/8/layout/vList6"/>
    <dgm:cxn modelId="{E84BF8F5-97F9-4E9C-BD7C-8668A1EB1FE1}" type="presParOf" srcId="{43D0ED77-D97D-4796-80FB-BB6E29250001}" destId="{D1A8C9AF-7C59-4525-AB0D-88163EACEEE2}"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13D702B-F7C7-4C9A-84C4-FA02C2CC7DCA}" type="doc">
      <dgm:prSet loTypeId="urn:microsoft.com/office/officeart/2005/8/layout/radial5" loCatId="cycle" qsTypeId="urn:microsoft.com/office/officeart/2005/8/quickstyle/simple5" qsCatId="simple" csTypeId="urn:microsoft.com/office/officeart/2005/8/colors/accent1_3" csCatId="accent1" phldr="1"/>
      <dgm:spPr/>
      <dgm:t>
        <a:bodyPr/>
        <a:lstStyle/>
        <a:p>
          <a:endParaRPr lang="en-US"/>
        </a:p>
      </dgm:t>
    </dgm:pt>
    <dgm:pt modelId="{0DAFD599-CFDC-4CB9-BB14-23138F35C917}">
      <dgm:prSet phldrT="[Text]" custT="1"/>
      <dgm:spPr/>
      <dgm:t>
        <a:bodyPr/>
        <a:lstStyle/>
        <a:p>
          <a:r>
            <a:rPr lang="mn-MN" sz="1000" b="1">
              <a:latin typeface="Arial" pitchFamily="34" charset="0"/>
              <a:cs typeface="Arial" pitchFamily="34" charset="0"/>
            </a:rPr>
            <a:t>Оюуны өмчийн хяналтын тогтолцоо</a:t>
          </a:r>
          <a:endParaRPr lang="en-US" sz="1000" b="1">
            <a:latin typeface="Arial" pitchFamily="34" charset="0"/>
            <a:cs typeface="Arial" pitchFamily="34" charset="0"/>
          </a:endParaRPr>
        </a:p>
      </dgm:t>
    </dgm:pt>
    <dgm:pt modelId="{5A4F46AA-E4C1-445D-9624-DD65ED159DF6}" type="parTrans" cxnId="{D7B4A36F-D968-436A-B72B-7BF8CB58E993}">
      <dgm:prSet/>
      <dgm:spPr/>
      <dgm:t>
        <a:bodyPr/>
        <a:lstStyle/>
        <a:p>
          <a:endParaRPr lang="en-US" sz="1200"/>
        </a:p>
      </dgm:t>
    </dgm:pt>
    <dgm:pt modelId="{3C1CB08C-C136-4ACA-86DE-2C0FA04B79F1}" type="sibTrans" cxnId="{D7B4A36F-D968-436A-B72B-7BF8CB58E993}">
      <dgm:prSet/>
      <dgm:spPr/>
      <dgm:t>
        <a:bodyPr/>
        <a:lstStyle/>
        <a:p>
          <a:endParaRPr lang="en-US" sz="1200"/>
        </a:p>
      </dgm:t>
    </dgm:pt>
    <dgm:pt modelId="{7348FF48-6573-4347-B135-D8B86211BBA5}">
      <dgm:prSet phldrT="[Text]" custT="1"/>
      <dgm:spPr>
        <a:blipFill rotWithShape="0">
          <a:blip xmlns:r="http://schemas.openxmlformats.org/officeDocument/2006/relationships" r:embed="rId1"/>
          <a:stretch>
            <a:fillRect/>
          </a:stretch>
        </a:blipFill>
      </dgm:spPr>
      <dgm:t>
        <a:bodyPr/>
        <a:lstStyle/>
        <a:p>
          <a:endParaRPr lang="en-US" sz="1100" b="1">
            <a:latin typeface="Arial" pitchFamily="34" charset="0"/>
            <a:cs typeface="Arial" pitchFamily="34" charset="0"/>
          </a:endParaRPr>
        </a:p>
      </dgm:t>
    </dgm:pt>
    <dgm:pt modelId="{376B1D05-569D-493A-AB3E-4890D54B522F}" type="parTrans" cxnId="{8422202C-E9DB-4C7C-93DB-26096FCFE0EF}">
      <dgm:prSet/>
      <dgm:spPr/>
      <dgm:t>
        <a:bodyPr/>
        <a:lstStyle/>
        <a:p>
          <a:endParaRPr lang="en-US" sz="1200"/>
        </a:p>
      </dgm:t>
    </dgm:pt>
    <dgm:pt modelId="{7509A90B-9C0C-46C2-89C2-BC49D304A4D7}" type="sibTrans" cxnId="{8422202C-E9DB-4C7C-93DB-26096FCFE0EF}">
      <dgm:prSet/>
      <dgm:spPr/>
      <dgm:t>
        <a:bodyPr/>
        <a:lstStyle/>
        <a:p>
          <a:endParaRPr lang="en-US" sz="1200"/>
        </a:p>
      </dgm:t>
    </dgm:pt>
    <dgm:pt modelId="{309EC081-C14F-4365-AB5E-77C8177ED14E}">
      <dgm:prSet phldrT="[Text]" custT="1"/>
      <dgm:spPr>
        <a:blipFill rotWithShape="0">
          <a:blip xmlns:r="http://schemas.openxmlformats.org/officeDocument/2006/relationships" r:embed="rId2"/>
          <a:stretch>
            <a:fillRect/>
          </a:stretch>
        </a:blipFill>
      </dgm:spPr>
      <dgm:t>
        <a:bodyPr/>
        <a:lstStyle/>
        <a:p>
          <a:pPr>
            <a:lnSpc>
              <a:spcPct val="150000"/>
            </a:lnSpc>
          </a:pPr>
          <a:endParaRPr lang="en-US" sz="900" b="1" dirty="0">
            <a:latin typeface="Arial" pitchFamily="34" charset="0"/>
            <a:cs typeface="Arial" pitchFamily="34" charset="0"/>
          </a:endParaRPr>
        </a:p>
      </dgm:t>
    </dgm:pt>
    <dgm:pt modelId="{DFFC468D-66D5-4E43-90B9-00B9C5E877F8}" type="parTrans" cxnId="{DCC83300-AAEF-4717-882A-4DE3459B07BB}">
      <dgm:prSet/>
      <dgm:spPr/>
      <dgm:t>
        <a:bodyPr/>
        <a:lstStyle/>
        <a:p>
          <a:endParaRPr lang="en-US" sz="1200"/>
        </a:p>
      </dgm:t>
    </dgm:pt>
    <dgm:pt modelId="{068F367B-FE5B-4CF0-AB68-9BB59907461F}" type="sibTrans" cxnId="{DCC83300-AAEF-4717-882A-4DE3459B07BB}">
      <dgm:prSet/>
      <dgm:spPr/>
      <dgm:t>
        <a:bodyPr/>
        <a:lstStyle/>
        <a:p>
          <a:endParaRPr lang="en-US" sz="1200"/>
        </a:p>
      </dgm:t>
    </dgm:pt>
    <dgm:pt modelId="{E5F65EE9-4861-48C0-B22F-FF8A3CAD33D7}">
      <dgm:prSet phldrT="[Text]" custT="1"/>
      <dgm:spPr>
        <a:blipFill rotWithShape="0">
          <a:blip xmlns:r="http://schemas.openxmlformats.org/officeDocument/2006/relationships" r:embed="rId3"/>
          <a:stretch>
            <a:fillRect/>
          </a:stretch>
        </a:blipFill>
      </dgm:spPr>
      <dgm:t>
        <a:bodyPr/>
        <a:lstStyle/>
        <a:p>
          <a:endParaRPr lang="en-US" sz="900" b="1" dirty="0">
            <a:latin typeface="Arial" pitchFamily="34" charset="0"/>
            <a:cs typeface="Arial" pitchFamily="34" charset="0"/>
          </a:endParaRPr>
        </a:p>
      </dgm:t>
    </dgm:pt>
    <dgm:pt modelId="{4FA9561C-4ACD-4E03-A8B2-132F4717A5BB}" type="parTrans" cxnId="{C61AB2F8-DA48-4F4D-82E6-C16D7775BB8C}">
      <dgm:prSet/>
      <dgm:spPr/>
      <dgm:t>
        <a:bodyPr/>
        <a:lstStyle/>
        <a:p>
          <a:endParaRPr lang="en-US" sz="1200"/>
        </a:p>
      </dgm:t>
    </dgm:pt>
    <dgm:pt modelId="{D7319E4B-CB1C-4928-8C05-382E9C35EC3D}" type="sibTrans" cxnId="{C61AB2F8-DA48-4F4D-82E6-C16D7775BB8C}">
      <dgm:prSet/>
      <dgm:spPr/>
      <dgm:t>
        <a:bodyPr/>
        <a:lstStyle/>
        <a:p>
          <a:endParaRPr lang="en-US" sz="1200"/>
        </a:p>
      </dgm:t>
    </dgm:pt>
    <dgm:pt modelId="{00CB2DC6-EFE6-4170-AFAE-2EC3B9967DA6}">
      <dgm:prSet phldrT="[Text]" custT="1"/>
      <dgm:spPr>
        <a:blipFill rotWithShape="0">
          <a:blip xmlns:r="http://schemas.openxmlformats.org/officeDocument/2006/relationships" r:embed="rId4"/>
          <a:stretch>
            <a:fillRect/>
          </a:stretch>
        </a:blipFill>
      </dgm:spPr>
      <dgm:t>
        <a:bodyPr/>
        <a:lstStyle/>
        <a:p>
          <a:pPr>
            <a:lnSpc>
              <a:spcPct val="150000"/>
            </a:lnSpc>
          </a:pPr>
          <a:endParaRPr lang="en-US" sz="900" b="1" dirty="0">
            <a:latin typeface="Arial" pitchFamily="34" charset="0"/>
            <a:cs typeface="Arial" pitchFamily="34" charset="0"/>
          </a:endParaRPr>
        </a:p>
      </dgm:t>
    </dgm:pt>
    <dgm:pt modelId="{E32E85A0-C030-4647-9376-9BC7896B55F6}" type="parTrans" cxnId="{D6E3B8D2-A85B-48E8-85AF-89F3137104BF}">
      <dgm:prSet/>
      <dgm:spPr/>
      <dgm:t>
        <a:bodyPr/>
        <a:lstStyle/>
        <a:p>
          <a:endParaRPr lang="en-US" sz="1200"/>
        </a:p>
      </dgm:t>
    </dgm:pt>
    <dgm:pt modelId="{6797829A-6C11-4D7B-A69A-62C80CC6D424}" type="sibTrans" cxnId="{D6E3B8D2-A85B-48E8-85AF-89F3137104BF}">
      <dgm:prSet/>
      <dgm:spPr/>
      <dgm:t>
        <a:bodyPr/>
        <a:lstStyle/>
        <a:p>
          <a:endParaRPr lang="en-US" sz="1200"/>
        </a:p>
      </dgm:t>
    </dgm:pt>
    <dgm:pt modelId="{458E0730-52C7-4E6C-8002-081D6586D9AA}">
      <dgm:prSet phldrT="[Text]" custT="1"/>
      <dgm:spPr>
        <a:blipFill rotWithShape="0">
          <a:blip xmlns:r="http://schemas.openxmlformats.org/officeDocument/2006/relationships" r:embed="rId5"/>
          <a:stretch>
            <a:fillRect/>
          </a:stretch>
        </a:blipFill>
      </dgm:spPr>
      <dgm:t>
        <a:bodyPr/>
        <a:lstStyle/>
        <a:p>
          <a:endParaRPr lang="en-US" sz="900" b="1" dirty="0">
            <a:latin typeface="Arial" pitchFamily="34" charset="0"/>
            <a:cs typeface="Arial" pitchFamily="34" charset="0"/>
          </a:endParaRPr>
        </a:p>
      </dgm:t>
    </dgm:pt>
    <dgm:pt modelId="{9599F87A-BD58-413B-9021-18885ADAF7DC}" type="parTrans" cxnId="{19C951B2-C60F-4AD5-9A1B-F05801E32CE3}">
      <dgm:prSet/>
      <dgm:spPr/>
      <dgm:t>
        <a:bodyPr/>
        <a:lstStyle/>
        <a:p>
          <a:endParaRPr lang="en-US" sz="1200"/>
        </a:p>
      </dgm:t>
    </dgm:pt>
    <dgm:pt modelId="{F6A2279D-F140-4211-A8C0-ED964E21BBCA}" type="sibTrans" cxnId="{19C951B2-C60F-4AD5-9A1B-F05801E32CE3}">
      <dgm:prSet/>
      <dgm:spPr/>
      <dgm:t>
        <a:bodyPr/>
        <a:lstStyle/>
        <a:p>
          <a:endParaRPr lang="en-US" sz="1200"/>
        </a:p>
      </dgm:t>
    </dgm:pt>
    <dgm:pt modelId="{ED51391E-E352-4338-9263-69A38E27E33E}">
      <dgm:prSet phldrT="[Text]"/>
      <dgm:spPr>
        <a:blipFill rotWithShape="0">
          <a:blip xmlns:r="http://schemas.openxmlformats.org/officeDocument/2006/relationships" r:embed="rId6"/>
          <a:stretch>
            <a:fillRect/>
          </a:stretch>
        </a:blipFill>
      </dgm:spPr>
      <dgm:t>
        <a:bodyPr/>
        <a:lstStyle/>
        <a:p>
          <a:endParaRPr lang="en-US" b="1">
            <a:latin typeface="Arial" pitchFamily="34" charset="0"/>
            <a:cs typeface="Arial" pitchFamily="34" charset="0"/>
          </a:endParaRPr>
        </a:p>
      </dgm:t>
    </dgm:pt>
    <dgm:pt modelId="{E2977BCA-DEEF-42D1-AA89-DF82C024C736}" type="parTrans" cxnId="{CA670F33-5AF6-48CE-B247-7C94EE27B24C}">
      <dgm:prSet/>
      <dgm:spPr/>
      <dgm:t>
        <a:bodyPr/>
        <a:lstStyle/>
        <a:p>
          <a:endParaRPr lang="en-US"/>
        </a:p>
      </dgm:t>
    </dgm:pt>
    <dgm:pt modelId="{A53029DB-5A98-45E7-B451-0B4B35F5B4B6}" type="sibTrans" cxnId="{CA670F33-5AF6-48CE-B247-7C94EE27B24C}">
      <dgm:prSet/>
      <dgm:spPr/>
      <dgm:t>
        <a:bodyPr/>
        <a:lstStyle/>
        <a:p>
          <a:endParaRPr lang="en-US"/>
        </a:p>
      </dgm:t>
    </dgm:pt>
    <dgm:pt modelId="{71481A2D-9522-4AEC-A6F5-B7F404B68EE5}">
      <dgm:prSet phldrT="[Text]"/>
      <dgm:spPr/>
      <dgm:t>
        <a:bodyPr/>
        <a:lstStyle/>
        <a:p>
          <a:r>
            <a:rPr lang="mn-MN" b="1">
              <a:latin typeface="Arial" pitchFamily="34" charset="0"/>
              <a:cs typeface="Arial" pitchFamily="34" charset="0"/>
            </a:rPr>
            <a:t>Иргэний нийгмийн байгууллага</a:t>
          </a:r>
          <a:endParaRPr lang="en-US" b="1" dirty="0">
            <a:latin typeface="Arial" pitchFamily="34" charset="0"/>
            <a:cs typeface="Arial" pitchFamily="34" charset="0"/>
          </a:endParaRPr>
        </a:p>
      </dgm:t>
    </dgm:pt>
    <dgm:pt modelId="{B20BADDA-AF9F-4CE4-9F14-45EECEEB9A77}" type="parTrans" cxnId="{AF0C767D-5AAF-451B-B79E-834B71BB37EF}">
      <dgm:prSet/>
      <dgm:spPr/>
      <dgm:t>
        <a:bodyPr/>
        <a:lstStyle/>
        <a:p>
          <a:endParaRPr lang="en-US"/>
        </a:p>
      </dgm:t>
    </dgm:pt>
    <dgm:pt modelId="{70696BFF-1E1B-44C4-A8F7-32F208537745}" type="sibTrans" cxnId="{AF0C767D-5AAF-451B-B79E-834B71BB37EF}">
      <dgm:prSet/>
      <dgm:spPr/>
      <dgm:t>
        <a:bodyPr/>
        <a:lstStyle/>
        <a:p>
          <a:endParaRPr lang="en-US"/>
        </a:p>
      </dgm:t>
    </dgm:pt>
    <dgm:pt modelId="{EB334464-EA94-48F5-8C92-A1CBA6686C39}" type="pres">
      <dgm:prSet presAssocID="{513D702B-F7C7-4C9A-84C4-FA02C2CC7DCA}" presName="Name0" presStyleCnt="0">
        <dgm:presLayoutVars>
          <dgm:chMax val="1"/>
          <dgm:dir/>
          <dgm:animLvl val="ctr"/>
          <dgm:resizeHandles val="exact"/>
        </dgm:presLayoutVars>
      </dgm:prSet>
      <dgm:spPr/>
    </dgm:pt>
    <dgm:pt modelId="{E94C051E-E7BD-4C91-A524-06EC9000D4A0}" type="pres">
      <dgm:prSet presAssocID="{0DAFD599-CFDC-4CB9-BB14-23138F35C917}" presName="centerShape" presStyleLbl="node0" presStyleIdx="0" presStyleCnt="1" custScaleX="124999" custScaleY="128227"/>
      <dgm:spPr/>
    </dgm:pt>
    <dgm:pt modelId="{2C86CCDD-780B-4A3F-AD9B-8FB02E1D51B0}" type="pres">
      <dgm:prSet presAssocID="{376B1D05-569D-493A-AB3E-4890D54B522F}" presName="parTrans" presStyleLbl="sibTrans2D1" presStyleIdx="0" presStyleCnt="7"/>
      <dgm:spPr/>
    </dgm:pt>
    <dgm:pt modelId="{FFD5B3CF-63D0-4F12-8FB4-DD4CD7B06ABF}" type="pres">
      <dgm:prSet presAssocID="{376B1D05-569D-493A-AB3E-4890D54B522F}" presName="connectorText" presStyleLbl="sibTrans2D1" presStyleIdx="0" presStyleCnt="7"/>
      <dgm:spPr/>
    </dgm:pt>
    <dgm:pt modelId="{42EB59C3-4162-4477-BB35-9405CF79638B}" type="pres">
      <dgm:prSet presAssocID="{7348FF48-6573-4347-B135-D8B86211BBA5}" presName="node" presStyleLbl="node1" presStyleIdx="0" presStyleCnt="7" custScaleX="97363" custScaleY="101741">
        <dgm:presLayoutVars>
          <dgm:bulletEnabled val="1"/>
        </dgm:presLayoutVars>
      </dgm:prSet>
      <dgm:spPr/>
    </dgm:pt>
    <dgm:pt modelId="{BE662594-8DA3-44B5-BDC7-3693F62D8100}" type="pres">
      <dgm:prSet presAssocID="{E2977BCA-DEEF-42D1-AA89-DF82C024C736}" presName="parTrans" presStyleLbl="sibTrans2D1" presStyleIdx="1" presStyleCnt="7"/>
      <dgm:spPr/>
    </dgm:pt>
    <dgm:pt modelId="{51C978D6-D7BF-4B25-ACEC-3BC0D13D23B6}" type="pres">
      <dgm:prSet presAssocID="{E2977BCA-DEEF-42D1-AA89-DF82C024C736}" presName="connectorText" presStyleLbl="sibTrans2D1" presStyleIdx="1" presStyleCnt="7"/>
      <dgm:spPr/>
    </dgm:pt>
    <dgm:pt modelId="{E793300F-A641-42F9-8129-1B633756B12C}" type="pres">
      <dgm:prSet presAssocID="{ED51391E-E352-4338-9263-69A38E27E33E}" presName="node" presStyleLbl="node1" presStyleIdx="1" presStyleCnt="7" custRadScaleRad="114207" custRadScaleInc="182907">
        <dgm:presLayoutVars>
          <dgm:bulletEnabled val="1"/>
        </dgm:presLayoutVars>
      </dgm:prSet>
      <dgm:spPr/>
    </dgm:pt>
    <dgm:pt modelId="{BC51A2A1-D630-4631-8BC2-2BBA7E62E559}" type="pres">
      <dgm:prSet presAssocID="{DFFC468D-66D5-4E43-90B9-00B9C5E877F8}" presName="parTrans" presStyleLbl="sibTrans2D1" presStyleIdx="2" presStyleCnt="7"/>
      <dgm:spPr/>
    </dgm:pt>
    <dgm:pt modelId="{F60F03AD-E91E-42A1-B973-FD1DD60B4F33}" type="pres">
      <dgm:prSet presAssocID="{DFFC468D-66D5-4E43-90B9-00B9C5E877F8}" presName="connectorText" presStyleLbl="sibTrans2D1" presStyleIdx="2" presStyleCnt="7"/>
      <dgm:spPr/>
    </dgm:pt>
    <dgm:pt modelId="{89C1AA2F-9AED-451F-AD34-6A7DD2DD2CEF}" type="pres">
      <dgm:prSet presAssocID="{309EC081-C14F-4365-AB5E-77C8177ED14E}" presName="node" presStyleLbl="node1" presStyleIdx="2" presStyleCnt="7" custRadScaleRad="114614" custRadScaleInc="-204265">
        <dgm:presLayoutVars>
          <dgm:bulletEnabled val="1"/>
        </dgm:presLayoutVars>
      </dgm:prSet>
      <dgm:spPr/>
    </dgm:pt>
    <dgm:pt modelId="{EDD1528B-0826-4D3D-9AE7-49297C1AC798}" type="pres">
      <dgm:prSet presAssocID="{E32E85A0-C030-4647-9376-9BC7896B55F6}" presName="parTrans" presStyleLbl="sibTrans2D1" presStyleIdx="3" presStyleCnt="7"/>
      <dgm:spPr/>
    </dgm:pt>
    <dgm:pt modelId="{D3EC43EF-9AB9-4A93-AA76-60E60D711CA3}" type="pres">
      <dgm:prSet presAssocID="{E32E85A0-C030-4647-9376-9BC7896B55F6}" presName="connectorText" presStyleLbl="sibTrans2D1" presStyleIdx="3" presStyleCnt="7"/>
      <dgm:spPr/>
    </dgm:pt>
    <dgm:pt modelId="{367F0AC1-0733-489E-8492-788FB1A97476}" type="pres">
      <dgm:prSet presAssocID="{00CB2DC6-EFE6-4170-AFAE-2EC3B9967DA6}" presName="node" presStyleLbl="node1" presStyleIdx="3" presStyleCnt="7" custScaleX="109613" custScaleY="104594" custRadScaleRad="104573" custRadScaleInc="-18638">
        <dgm:presLayoutVars>
          <dgm:bulletEnabled val="1"/>
        </dgm:presLayoutVars>
      </dgm:prSet>
      <dgm:spPr/>
    </dgm:pt>
    <dgm:pt modelId="{98CEAC59-FA10-4C5C-BD54-2D18861BA938}" type="pres">
      <dgm:prSet presAssocID="{B20BADDA-AF9F-4CE4-9F14-45EECEEB9A77}" presName="parTrans" presStyleLbl="sibTrans2D1" presStyleIdx="4" presStyleCnt="7"/>
      <dgm:spPr/>
    </dgm:pt>
    <dgm:pt modelId="{7D5E4B33-C9C6-421C-A31E-193AC0E98CC2}" type="pres">
      <dgm:prSet presAssocID="{B20BADDA-AF9F-4CE4-9F14-45EECEEB9A77}" presName="connectorText" presStyleLbl="sibTrans2D1" presStyleIdx="4" presStyleCnt="7"/>
      <dgm:spPr/>
    </dgm:pt>
    <dgm:pt modelId="{D079A5D9-DAE5-4587-B17A-EFFE7B41CEED}" type="pres">
      <dgm:prSet presAssocID="{71481A2D-9522-4AEC-A6F5-B7F404B68EE5}" presName="node" presStyleLbl="node1" presStyleIdx="4" presStyleCnt="7" custScaleX="106357" custScaleY="103196">
        <dgm:presLayoutVars>
          <dgm:bulletEnabled val="1"/>
        </dgm:presLayoutVars>
      </dgm:prSet>
      <dgm:spPr/>
    </dgm:pt>
    <dgm:pt modelId="{9324E4C1-EA82-4C17-901E-D051ACAA8C92}" type="pres">
      <dgm:prSet presAssocID="{9599F87A-BD58-413B-9021-18885ADAF7DC}" presName="parTrans" presStyleLbl="sibTrans2D1" presStyleIdx="5" presStyleCnt="7"/>
      <dgm:spPr/>
    </dgm:pt>
    <dgm:pt modelId="{4C15C84D-C9C1-4EA9-BE19-03DAA6C22A3A}" type="pres">
      <dgm:prSet presAssocID="{9599F87A-BD58-413B-9021-18885ADAF7DC}" presName="connectorText" presStyleLbl="sibTrans2D1" presStyleIdx="5" presStyleCnt="7"/>
      <dgm:spPr/>
    </dgm:pt>
    <dgm:pt modelId="{183C3ADF-2550-4E80-8182-127ED5F3F1FA}" type="pres">
      <dgm:prSet presAssocID="{458E0730-52C7-4E6C-8002-081D6586D9AA}" presName="node" presStyleLbl="node1" presStyleIdx="5" presStyleCnt="7" custRadScaleRad="108749" custRadScaleInc="23556">
        <dgm:presLayoutVars>
          <dgm:bulletEnabled val="1"/>
        </dgm:presLayoutVars>
      </dgm:prSet>
      <dgm:spPr/>
    </dgm:pt>
    <dgm:pt modelId="{290665E0-651A-4D01-BA6F-FC32EE7F00DC}" type="pres">
      <dgm:prSet presAssocID="{4FA9561C-4ACD-4E03-A8B2-132F4717A5BB}" presName="parTrans" presStyleLbl="sibTrans2D1" presStyleIdx="6" presStyleCnt="7"/>
      <dgm:spPr/>
    </dgm:pt>
    <dgm:pt modelId="{060ADB23-730B-430F-8301-3C79B6B77085}" type="pres">
      <dgm:prSet presAssocID="{4FA9561C-4ACD-4E03-A8B2-132F4717A5BB}" presName="connectorText" presStyleLbl="sibTrans2D1" presStyleIdx="6" presStyleCnt="7"/>
      <dgm:spPr/>
    </dgm:pt>
    <dgm:pt modelId="{A7BD2D76-AE7B-49C0-936A-5A77EEDEB3C7}" type="pres">
      <dgm:prSet presAssocID="{E5F65EE9-4861-48C0-B22F-FF8A3CAD33D7}" presName="node" presStyleLbl="node1" presStyleIdx="6" presStyleCnt="7" custScaleX="94480" custScaleY="90529" custRadScaleRad="111671" custRadScaleInc="7338">
        <dgm:presLayoutVars>
          <dgm:bulletEnabled val="1"/>
        </dgm:presLayoutVars>
      </dgm:prSet>
      <dgm:spPr/>
    </dgm:pt>
  </dgm:ptLst>
  <dgm:cxnLst>
    <dgm:cxn modelId="{DCC83300-AAEF-4717-882A-4DE3459B07BB}" srcId="{0DAFD599-CFDC-4CB9-BB14-23138F35C917}" destId="{309EC081-C14F-4365-AB5E-77C8177ED14E}" srcOrd="2" destOrd="0" parTransId="{DFFC468D-66D5-4E43-90B9-00B9C5E877F8}" sibTransId="{068F367B-FE5B-4CF0-AB68-9BB59907461F}"/>
    <dgm:cxn modelId="{73AA7624-78D9-427D-A4AC-7C0A44CA8DEF}" type="presOf" srcId="{00CB2DC6-EFE6-4170-AFAE-2EC3B9967DA6}" destId="{367F0AC1-0733-489E-8492-788FB1A97476}" srcOrd="0" destOrd="0" presId="urn:microsoft.com/office/officeart/2005/8/layout/radial5"/>
    <dgm:cxn modelId="{8422202C-E9DB-4C7C-93DB-26096FCFE0EF}" srcId="{0DAFD599-CFDC-4CB9-BB14-23138F35C917}" destId="{7348FF48-6573-4347-B135-D8B86211BBA5}" srcOrd="0" destOrd="0" parTransId="{376B1D05-569D-493A-AB3E-4890D54B522F}" sibTransId="{7509A90B-9C0C-46C2-89C2-BC49D304A4D7}"/>
    <dgm:cxn modelId="{278E092D-1CE3-47E1-9DED-21AD8076C418}" type="presOf" srcId="{71481A2D-9522-4AEC-A6F5-B7F404B68EE5}" destId="{D079A5D9-DAE5-4587-B17A-EFFE7B41CEED}" srcOrd="0" destOrd="0" presId="urn:microsoft.com/office/officeart/2005/8/layout/radial5"/>
    <dgm:cxn modelId="{99802A2F-4043-4351-B8A2-F6D6E6F8ECBB}" type="presOf" srcId="{7348FF48-6573-4347-B135-D8B86211BBA5}" destId="{42EB59C3-4162-4477-BB35-9405CF79638B}" srcOrd="0" destOrd="0" presId="urn:microsoft.com/office/officeart/2005/8/layout/radial5"/>
    <dgm:cxn modelId="{CA670F33-5AF6-48CE-B247-7C94EE27B24C}" srcId="{0DAFD599-CFDC-4CB9-BB14-23138F35C917}" destId="{ED51391E-E352-4338-9263-69A38E27E33E}" srcOrd="1" destOrd="0" parTransId="{E2977BCA-DEEF-42D1-AA89-DF82C024C736}" sibTransId="{A53029DB-5A98-45E7-B451-0B4B35F5B4B6}"/>
    <dgm:cxn modelId="{08D2573C-4E0B-41D4-8707-D88F5625BD18}" type="presOf" srcId="{DFFC468D-66D5-4E43-90B9-00B9C5E877F8}" destId="{F60F03AD-E91E-42A1-B973-FD1DD60B4F33}" srcOrd="1" destOrd="0" presId="urn:microsoft.com/office/officeart/2005/8/layout/radial5"/>
    <dgm:cxn modelId="{FEC58A5C-34E1-41C5-AE7B-C8280DBBCA61}" type="presOf" srcId="{458E0730-52C7-4E6C-8002-081D6586D9AA}" destId="{183C3ADF-2550-4E80-8182-127ED5F3F1FA}" srcOrd="0" destOrd="0" presId="urn:microsoft.com/office/officeart/2005/8/layout/radial5"/>
    <dgm:cxn modelId="{04471141-15BC-43EE-9658-BA43965DF897}" type="presOf" srcId="{513D702B-F7C7-4C9A-84C4-FA02C2CC7DCA}" destId="{EB334464-EA94-48F5-8C92-A1CBA6686C39}" srcOrd="0" destOrd="0" presId="urn:microsoft.com/office/officeart/2005/8/layout/radial5"/>
    <dgm:cxn modelId="{063A3E6F-637A-4772-820B-B738DF75EDE1}" type="presOf" srcId="{E32E85A0-C030-4647-9376-9BC7896B55F6}" destId="{D3EC43EF-9AB9-4A93-AA76-60E60D711CA3}" srcOrd="1" destOrd="0" presId="urn:microsoft.com/office/officeart/2005/8/layout/radial5"/>
    <dgm:cxn modelId="{D7B4A36F-D968-436A-B72B-7BF8CB58E993}" srcId="{513D702B-F7C7-4C9A-84C4-FA02C2CC7DCA}" destId="{0DAFD599-CFDC-4CB9-BB14-23138F35C917}" srcOrd="0" destOrd="0" parTransId="{5A4F46AA-E4C1-445D-9624-DD65ED159DF6}" sibTransId="{3C1CB08C-C136-4ACA-86DE-2C0FA04B79F1}"/>
    <dgm:cxn modelId="{CD5A6875-15BA-493B-85BC-E9514DAD4365}" type="presOf" srcId="{B20BADDA-AF9F-4CE4-9F14-45EECEEB9A77}" destId="{98CEAC59-FA10-4C5C-BD54-2D18861BA938}" srcOrd="0" destOrd="0" presId="urn:microsoft.com/office/officeart/2005/8/layout/radial5"/>
    <dgm:cxn modelId="{47A48C75-CF7A-4DF7-9B54-2B8C0745F279}" type="presOf" srcId="{9599F87A-BD58-413B-9021-18885ADAF7DC}" destId="{9324E4C1-EA82-4C17-901E-D051ACAA8C92}" srcOrd="0" destOrd="0" presId="urn:microsoft.com/office/officeart/2005/8/layout/radial5"/>
    <dgm:cxn modelId="{4D6B5176-1043-4FA4-95AF-E9ECAC995F16}" type="presOf" srcId="{B20BADDA-AF9F-4CE4-9F14-45EECEEB9A77}" destId="{7D5E4B33-C9C6-421C-A31E-193AC0E98CC2}" srcOrd="1" destOrd="0" presId="urn:microsoft.com/office/officeart/2005/8/layout/radial5"/>
    <dgm:cxn modelId="{089FC578-128B-483D-8661-B5D6034E9BC9}" type="presOf" srcId="{376B1D05-569D-493A-AB3E-4890D54B522F}" destId="{2C86CCDD-780B-4A3F-AD9B-8FB02E1D51B0}" srcOrd="0" destOrd="0" presId="urn:microsoft.com/office/officeart/2005/8/layout/radial5"/>
    <dgm:cxn modelId="{4F86967B-5462-4D64-B13B-9C2FC6055345}" type="presOf" srcId="{309EC081-C14F-4365-AB5E-77C8177ED14E}" destId="{89C1AA2F-9AED-451F-AD34-6A7DD2DD2CEF}" srcOrd="0" destOrd="0" presId="urn:microsoft.com/office/officeart/2005/8/layout/radial5"/>
    <dgm:cxn modelId="{AF0C767D-5AAF-451B-B79E-834B71BB37EF}" srcId="{0DAFD599-CFDC-4CB9-BB14-23138F35C917}" destId="{71481A2D-9522-4AEC-A6F5-B7F404B68EE5}" srcOrd="4" destOrd="0" parTransId="{B20BADDA-AF9F-4CE4-9F14-45EECEEB9A77}" sibTransId="{70696BFF-1E1B-44C4-A8F7-32F208537745}"/>
    <dgm:cxn modelId="{DF77FF83-44D2-4466-B8C2-2FF3D9062E8D}" type="presOf" srcId="{4FA9561C-4ACD-4E03-A8B2-132F4717A5BB}" destId="{060ADB23-730B-430F-8301-3C79B6B77085}" srcOrd="1" destOrd="0" presId="urn:microsoft.com/office/officeart/2005/8/layout/radial5"/>
    <dgm:cxn modelId="{5B90579C-3905-4CBB-9296-C72342CB8E44}" type="presOf" srcId="{0DAFD599-CFDC-4CB9-BB14-23138F35C917}" destId="{E94C051E-E7BD-4C91-A524-06EC9000D4A0}" srcOrd="0" destOrd="0" presId="urn:microsoft.com/office/officeart/2005/8/layout/radial5"/>
    <dgm:cxn modelId="{2699B99C-AB18-43D5-9C96-A2503EF85128}" type="presOf" srcId="{9599F87A-BD58-413B-9021-18885ADAF7DC}" destId="{4C15C84D-C9C1-4EA9-BE19-03DAA6C22A3A}" srcOrd="1" destOrd="0" presId="urn:microsoft.com/office/officeart/2005/8/layout/radial5"/>
    <dgm:cxn modelId="{C88D399E-A8AD-4CC0-AFE5-403C968D0884}" type="presOf" srcId="{E2977BCA-DEEF-42D1-AA89-DF82C024C736}" destId="{BE662594-8DA3-44B5-BDC7-3693F62D8100}" srcOrd="0" destOrd="0" presId="urn:microsoft.com/office/officeart/2005/8/layout/radial5"/>
    <dgm:cxn modelId="{8527D9AA-86FD-4069-AB5A-4AB7AA3D1F83}" type="presOf" srcId="{E5F65EE9-4861-48C0-B22F-FF8A3CAD33D7}" destId="{A7BD2D76-AE7B-49C0-936A-5A77EEDEB3C7}" srcOrd="0" destOrd="0" presId="urn:microsoft.com/office/officeart/2005/8/layout/radial5"/>
    <dgm:cxn modelId="{19C951B2-C60F-4AD5-9A1B-F05801E32CE3}" srcId="{0DAFD599-CFDC-4CB9-BB14-23138F35C917}" destId="{458E0730-52C7-4E6C-8002-081D6586D9AA}" srcOrd="5" destOrd="0" parTransId="{9599F87A-BD58-413B-9021-18885ADAF7DC}" sibTransId="{F6A2279D-F140-4211-A8C0-ED964E21BBCA}"/>
    <dgm:cxn modelId="{7B14BEB5-C2A6-4F6A-B747-CEF18F1E4D6E}" type="presOf" srcId="{E32E85A0-C030-4647-9376-9BC7896B55F6}" destId="{EDD1528B-0826-4D3D-9AE7-49297C1AC798}" srcOrd="0" destOrd="0" presId="urn:microsoft.com/office/officeart/2005/8/layout/radial5"/>
    <dgm:cxn modelId="{C15BEFBC-9657-4D6A-A113-716DE26CFF91}" type="presOf" srcId="{376B1D05-569D-493A-AB3E-4890D54B522F}" destId="{FFD5B3CF-63D0-4F12-8FB4-DD4CD7B06ABF}" srcOrd="1" destOrd="0" presId="urn:microsoft.com/office/officeart/2005/8/layout/radial5"/>
    <dgm:cxn modelId="{CE3B70C6-01D2-412F-841D-6B6C52FB3789}" type="presOf" srcId="{4FA9561C-4ACD-4E03-A8B2-132F4717A5BB}" destId="{290665E0-651A-4D01-BA6F-FC32EE7F00DC}" srcOrd="0" destOrd="0" presId="urn:microsoft.com/office/officeart/2005/8/layout/radial5"/>
    <dgm:cxn modelId="{12F585C7-0925-4B28-90E2-AE9489F721BB}" type="presOf" srcId="{E2977BCA-DEEF-42D1-AA89-DF82C024C736}" destId="{51C978D6-D7BF-4B25-ACEC-3BC0D13D23B6}" srcOrd="1" destOrd="0" presId="urn:microsoft.com/office/officeart/2005/8/layout/radial5"/>
    <dgm:cxn modelId="{D6E3B8D2-A85B-48E8-85AF-89F3137104BF}" srcId="{0DAFD599-CFDC-4CB9-BB14-23138F35C917}" destId="{00CB2DC6-EFE6-4170-AFAE-2EC3B9967DA6}" srcOrd="3" destOrd="0" parTransId="{E32E85A0-C030-4647-9376-9BC7896B55F6}" sibTransId="{6797829A-6C11-4D7B-A69A-62C80CC6D424}"/>
    <dgm:cxn modelId="{CD397FDB-66CB-4CDC-9F07-885E82AD61D4}" type="presOf" srcId="{ED51391E-E352-4338-9263-69A38E27E33E}" destId="{E793300F-A641-42F9-8129-1B633756B12C}" srcOrd="0" destOrd="0" presId="urn:microsoft.com/office/officeart/2005/8/layout/radial5"/>
    <dgm:cxn modelId="{CAC131E5-2A1F-4929-811A-01746DF9CB06}" type="presOf" srcId="{DFFC468D-66D5-4E43-90B9-00B9C5E877F8}" destId="{BC51A2A1-D630-4631-8BC2-2BBA7E62E559}" srcOrd="0" destOrd="0" presId="urn:microsoft.com/office/officeart/2005/8/layout/radial5"/>
    <dgm:cxn modelId="{C61AB2F8-DA48-4F4D-82E6-C16D7775BB8C}" srcId="{0DAFD599-CFDC-4CB9-BB14-23138F35C917}" destId="{E5F65EE9-4861-48C0-B22F-FF8A3CAD33D7}" srcOrd="6" destOrd="0" parTransId="{4FA9561C-4ACD-4E03-A8B2-132F4717A5BB}" sibTransId="{D7319E4B-CB1C-4928-8C05-382E9C35EC3D}"/>
    <dgm:cxn modelId="{CEC83048-53EB-4D78-8D88-7A6B3C845938}" type="presParOf" srcId="{EB334464-EA94-48F5-8C92-A1CBA6686C39}" destId="{E94C051E-E7BD-4C91-A524-06EC9000D4A0}" srcOrd="0" destOrd="0" presId="urn:microsoft.com/office/officeart/2005/8/layout/radial5"/>
    <dgm:cxn modelId="{0DC49A60-910D-46E4-820D-3285EF3A3BBA}" type="presParOf" srcId="{EB334464-EA94-48F5-8C92-A1CBA6686C39}" destId="{2C86CCDD-780B-4A3F-AD9B-8FB02E1D51B0}" srcOrd="1" destOrd="0" presId="urn:microsoft.com/office/officeart/2005/8/layout/radial5"/>
    <dgm:cxn modelId="{792C3E8D-F4DB-4A1D-B61F-9BE925A701BB}" type="presParOf" srcId="{2C86CCDD-780B-4A3F-AD9B-8FB02E1D51B0}" destId="{FFD5B3CF-63D0-4F12-8FB4-DD4CD7B06ABF}" srcOrd="0" destOrd="0" presId="urn:microsoft.com/office/officeart/2005/8/layout/radial5"/>
    <dgm:cxn modelId="{2E2AD3D2-2889-4607-A048-3364A5E0787E}" type="presParOf" srcId="{EB334464-EA94-48F5-8C92-A1CBA6686C39}" destId="{42EB59C3-4162-4477-BB35-9405CF79638B}" srcOrd="2" destOrd="0" presId="urn:microsoft.com/office/officeart/2005/8/layout/radial5"/>
    <dgm:cxn modelId="{665B65EB-2D3C-48DF-9290-ADCE65614C60}" type="presParOf" srcId="{EB334464-EA94-48F5-8C92-A1CBA6686C39}" destId="{BE662594-8DA3-44B5-BDC7-3693F62D8100}" srcOrd="3" destOrd="0" presId="urn:microsoft.com/office/officeart/2005/8/layout/radial5"/>
    <dgm:cxn modelId="{AA56FC20-A8CD-40B8-8B5E-257AD0AB73D2}" type="presParOf" srcId="{BE662594-8DA3-44B5-BDC7-3693F62D8100}" destId="{51C978D6-D7BF-4B25-ACEC-3BC0D13D23B6}" srcOrd="0" destOrd="0" presId="urn:microsoft.com/office/officeart/2005/8/layout/radial5"/>
    <dgm:cxn modelId="{0E8E7B0F-96AA-4C4B-80E0-13098B369664}" type="presParOf" srcId="{EB334464-EA94-48F5-8C92-A1CBA6686C39}" destId="{E793300F-A641-42F9-8129-1B633756B12C}" srcOrd="4" destOrd="0" presId="urn:microsoft.com/office/officeart/2005/8/layout/radial5"/>
    <dgm:cxn modelId="{5D089A82-3B39-454F-A958-6FD315C2F82A}" type="presParOf" srcId="{EB334464-EA94-48F5-8C92-A1CBA6686C39}" destId="{BC51A2A1-D630-4631-8BC2-2BBA7E62E559}" srcOrd="5" destOrd="0" presId="urn:microsoft.com/office/officeart/2005/8/layout/radial5"/>
    <dgm:cxn modelId="{6E65A723-9CD9-4DFE-98EC-94864684ACFD}" type="presParOf" srcId="{BC51A2A1-D630-4631-8BC2-2BBA7E62E559}" destId="{F60F03AD-E91E-42A1-B973-FD1DD60B4F33}" srcOrd="0" destOrd="0" presId="urn:microsoft.com/office/officeart/2005/8/layout/radial5"/>
    <dgm:cxn modelId="{9E71BCB2-C52D-4070-967A-8129A0945DE3}" type="presParOf" srcId="{EB334464-EA94-48F5-8C92-A1CBA6686C39}" destId="{89C1AA2F-9AED-451F-AD34-6A7DD2DD2CEF}" srcOrd="6" destOrd="0" presId="urn:microsoft.com/office/officeart/2005/8/layout/radial5"/>
    <dgm:cxn modelId="{4078036C-3977-4D0C-9125-B032F07E2188}" type="presParOf" srcId="{EB334464-EA94-48F5-8C92-A1CBA6686C39}" destId="{EDD1528B-0826-4D3D-9AE7-49297C1AC798}" srcOrd="7" destOrd="0" presId="urn:microsoft.com/office/officeart/2005/8/layout/radial5"/>
    <dgm:cxn modelId="{856F703E-C550-40A5-B141-A1E54D9432CE}" type="presParOf" srcId="{EDD1528B-0826-4D3D-9AE7-49297C1AC798}" destId="{D3EC43EF-9AB9-4A93-AA76-60E60D711CA3}" srcOrd="0" destOrd="0" presId="urn:microsoft.com/office/officeart/2005/8/layout/radial5"/>
    <dgm:cxn modelId="{05DACCC5-D9C1-487B-AB94-EFABB036E4F0}" type="presParOf" srcId="{EB334464-EA94-48F5-8C92-A1CBA6686C39}" destId="{367F0AC1-0733-489E-8492-788FB1A97476}" srcOrd="8" destOrd="0" presId="urn:microsoft.com/office/officeart/2005/8/layout/radial5"/>
    <dgm:cxn modelId="{5FA2A201-2002-42D3-BCD6-C105AA29859F}" type="presParOf" srcId="{EB334464-EA94-48F5-8C92-A1CBA6686C39}" destId="{98CEAC59-FA10-4C5C-BD54-2D18861BA938}" srcOrd="9" destOrd="0" presId="urn:microsoft.com/office/officeart/2005/8/layout/radial5"/>
    <dgm:cxn modelId="{9B6956CC-F70A-414A-BB7A-922F4BD019E4}" type="presParOf" srcId="{98CEAC59-FA10-4C5C-BD54-2D18861BA938}" destId="{7D5E4B33-C9C6-421C-A31E-193AC0E98CC2}" srcOrd="0" destOrd="0" presId="urn:microsoft.com/office/officeart/2005/8/layout/radial5"/>
    <dgm:cxn modelId="{73D6A0F1-DD81-4009-8A62-2855F9E8061F}" type="presParOf" srcId="{EB334464-EA94-48F5-8C92-A1CBA6686C39}" destId="{D079A5D9-DAE5-4587-B17A-EFFE7B41CEED}" srcOrd="10" destOrd="0" presId="urn:microsoft.com/office/officeart/2005/8/layout/radial5"/>
    <dgm:cxn modelId="{EBD1FC0E-8D15-4070-94CB-75CCF59E6B09}" type="presParOf" srcId="{EB334464-EA94-48F5-8C92-A1CBA6686C39}" destId="{9324E4C1-EA82-4C17-901E-D051ACAA8C92}" srcOrd="11" destOrd="0" presId="urn:microsoft.com/office/officeart/2005/8/layout/radial5"/>
    <dgm:cxn modelId="{4CABE1C1-1E69-4A3A-A818-661BFF39D333}" type="presParOf" srcId="{9324E4C1-EA82-4C17-901E-D051ACAA8C92}" destId="{4C15C84D-C9C1-4EA9-BE19-03DAA6C22A3A}" srcOrd="0" destOrd="0" presId="urn:microsoft.com/office/officeart/2005/8/layout/radial5"/>
    <dgm:cxn modelId="{0C39BF57-A4EC-445B-BF84-C6490458D955}" type="presParOf" srcId="{EB334464-EA94-48F5-8C92-A1CBA6686C39}" destId="{183C3ADF-2550-4E80-8182-127ED5F3F1FA}" srcOrd="12" destOrd="0" presId="urn:microsoft.com/office/officeart/2005/8/layout/radial5"/>
    <dgm:cxn modelId="{BE7DB5EB-C365-4C2C-9937-B3629917C4FF}" type="presParOf" srcId="{EB334464-EA94-48F5-8C92-A1CBA6686C39}" destId="{290665E0-651A-4D01-BA6F-FC32EE7F00DC}" srcOrd="13" destOrd="0" presId="urn:microsoft.com/office/officeart/2005/8/layout/radial5"/>
    <dgm:cxn modelId="{48CE4540-D597-434E-A565-B46E34F7DB64}" type="presParOf" srcId="{290665E0-651A-4D01-BA6F-FC32EE7F00DC}" destId="{060ADB23-730B-430F-8301-3C79B6B77085}" srcOrd="0" destOrd="0" presId="urn:microsoft.com/office/officeart/2005/8/layout/radial5"/>
    <dgm:cxn modelId="{0CFD051A-4803-4285-94E1-B98A791A6D3A}" type="presParOf" srcId="{EB334464-EA94-48F5-8C92-A1CBA6686C39}" destId="{A7BD2D76-AE7B-49C0-936A-5A77EEDEB3C7}" srcOrd="14"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45A779-B6A5-4988-A0E3-B60313261549}">
      <dsp:nvSpPr>
        <dsp:cNvPr id="0" name=""/>
        <dsp:cNvSpPr/>
      </dsp:nvSpPr>
      <dsp:spPr>
        <a:xfrm>
          <a:off x="1" y="0"/>
          <a:ext cx="7955671" cy="3171825"/>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6395D3-E635-4EBB-B203-8973DB5D1C3D}">
      <dsp:nvSpPr>
        <dsp:cNvPr id="0" name=""/>
        <dsp:cNvSpPr/>
      </dsp:nvSpPr>
      <dsp:spPr>
        <a:xfrm>
          <a:off x="3981" y="951547"/>
          <a:ext cx="1915111" cy="1268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mn-MN" sz="2500" kern="1200" dirty="0">
              <a:latin typeface="Times New Roman" pitchFamily="18" charset="0"/>
              <a:cs typeface="Times New Roman" pitchFamily="18" charset="0"/>
            </a:rPr>
            <a:t>Инкубаторт элсүүлэх</a:t>
          </a:r>
          <a:endParaRPr lang="en-US" sz="2500" kern="1200" dirty="0"/>
        </a:p>
      </dsp:txBody>
      <dsp:txXfrm>
        <a:off x="65915" y="1013481"/>
        <a:ext cx="1791243" cy="1144862"/>
      </dsp:txXfrm>
    </dsp:sp>
    <dsp:sp modelId="{9029C81A-8462-4890-B239-4DFF2E0AB785}">
      <dsp:nvSpPr>
        <dsp:cNvPr id="0" name=""/>
        <dsp:cNvSpPr/>
      </dsp:nvSpPr>
      <dsp:spPr>
        <a:xfrm>
          <a:off x="2014848" y="951547"/>
          <a:ext cx="1915111" cy="1268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mn-MN" sz="2500" kern="1200" dirty="0">
              <a:latin typeface="Times New Roman" pitchFamily="18" charset="0"/>
              <a:cs typeface="Times New Roman" pitchFamily="18" charset="0"/>
            </a:rPr>
            <a:t>Өсгөх</a:t>
          </a:r>
          <a:endParaRPr lang="en-US" sz="2500" kern="1200" dirty="0">
            <a:latin typeface="Times New Roman" pitchFamily="18" charset="0"/>
            <a:cs typeface="Times New Roman" pitchFamily="18" charset="0"/>
          </a:endParaRPr>
        </a:p>
      </dsp:txBody>
      <dsp:txXfrm>
        <a:off x="2076782" y="1013481"/>
        <a:ext cx="1791243" cy="1144862"/>
      </dsp:txXfrm>
    </dsp:sp>
    <dsp:sp modelId="{5430C14C-8A56-4FF9-A835-1CEE8B1992E4}">
      <dsp:nvSpPr>
        <dsp:cNvPr id="0" name=""/>
        <dsp:cNvSpPr/>
      </dsp:nvSpPr>
      <dsp:spPr>
        <a:xfrm>
          <a:off x="4025715" y="951547"/>
          <a:ext cx="1915111" cy="1268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mn-MN" sz="2500" kern="1200" dirty="0">
              <a:latin typeface="Times New Roman" pitchFamily="18" charset="0"/>
              <a:cs typeface="Times New Roman" pitchFamily="18" charset="0"/>
            </a:rPr>
            <a:t>Хөгжүүлэх</a:t>
          </a:r>
          <a:endParaRPr lang="en-US" sz="2500" kern="1200" dirty="0">
            <a:latin typeface="Times New Roman" pitchFamily="18" charset="0"/>
            <a:cs typeface="Times New Roman" pitchFamily="18" charset="0"/>
          </a:endParaRPr>
        </a:p>
      </dsp:txBody>
      <dsp:txXfrm>
        <a:off x="4087649" y="1013481"/>
        <a:ext cx="1791243" cy="1144862"/>
      </dsp:txXfrm>
    </dsp:sp>
    <dsp:sp modelId="{DACF315F-6D53-4147-8B7E-4944FD6BFB3C}">
      <dsp:nvSpPr>
        <dsp:cNvPr id="0" name=""/>
        <dsp:cNvSpPr/>
      </dsp:nvSpPr>
      <dsp:spPr>
        <a:xfrm>
          <a:off x="6036582" y="951547"/>
          <a:ext cx="1915111" cy="1268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mn-MN" sz="2500" kern="1200" dirty="0">
              <a:latin typeface="Times New Roman" pitchFamily="18" charset="0"/>
              <a:cs typeface="Times New Roman" pitchFamily="18" charset="0"/>
            </a:rPr>
            <a:t>Төгсгөх</a:t>
          </a:r>
          <a:endParaRPr lang="en-US" sz="2500" kern="1200" dirty="0">
            <a:latin typeface="Times New Roman" pitchFamily="18" charset="0"/>
            <a:cs typeface="Times New Roman" pitchFamily="18" charset="0"/>
          </a:endParaRPr>
        </a:p>
      </dsp:txBody>
      <dsp:txXfrm>
        <a:off x="6098516" y="1013481"/>
        <a:ext cx="1791243" cy="11448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DC9306-ED01-43D5-A1F8-8C6B7726BBB6}">
      <dsp:nvSpPr>
        <dsp:cNvPr id="0" name=""/>
        <dsp:cNvSpPr/>
      </dsp:nvSpPr>
      <dsp:spPr>
        <a:xfrm>
          <a:off x="0" y="2330952"/>
          <a:ext cx="6429420" cy="1300429"/>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100000"/>
            </a:lnSpc>
            <a:spcBef>
              <a:spcPct val="0"/>
            </a:spcBef>
            <a:spcAft>
              <a:spcPts val="0"/>
            </a:spcAft>
            <a:buNone/>
          </a:pPr>
          <a:r>
            <a:rPr lang="mn-MN" sz="1800" b="1" kern="1200">
              <a:latin typeface="Arial" pitchFamily="34" charset="0"/>
              <a:cs typeface="Arial" pitchFamily="34" charset="0"/>
            </a:rPr>
            <a:t>Бүтээл ашиглах онцгой эрх</a:t>
          </a:r>
        </a:p>
        <a:p>
          <a:pPr marL="0" lvl="0" indent="0" algn="ctr" defTabSz="800100">
            <a:lnSpc>
              <a:spcPct val="100000"/>
            </a:lnSpc>
            <a:spcBef>
              <a:spcPct val="0"/>
            </a:spcBef>
            <a:spcAft>
              <a:spcPts val="0"/>
            </a:spcAft>
            <a:buNone/>
          </a:pPr>
          <a:r>
            <a:rPr lang="mn-MN" sz="1800" b="1" kern="1200">
              <a:latin typeface="Arial" pitchFamily="34" charset="0"/>
              <a:cs typeface="Arial" pitchFamily="34" charset="0"/>
            </a:rPr>
            <a:t>/Эдийн засгийн эрх/</a:t>
          </a:r>
          <a:endParaRPr lang="en-US" sz="1800" b="1" kern="1200">
            <a:latin typeface="Arial" pitchFamily="34" charset="0"/>
            <a:cs typeface="Arial" pitchFamily="34" charset="0"/>
          </a:endParaRPr>
        </a:p>
      </dsp:txBody>
      <dsp:txXfrm>
        <a:off x="0" y="2330952"/>
        <a:ext cx="6429420" cy="702232"/>
      </dsp:txXfrm>
    </dsp:sp>
    <dsp:sp modelId="{837D6AEE-1B22-454D-A169-481D347491D5}">
      <dsp:nvSpPr>
        <dsp:cNvPr id="0" name=""/>
        <dsp:cNvSpPr/>
      </dsp:nvSpPr>
      <dsp:spPr>
        <a:xfrm>
          <a:off x="784" y="3018840"/>
          <a:ext cx="1285570" cy="598197"/>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99568" tIns="17780" rIns="99568" bIns="17780" numCol="1" spcCol="1270" anchor="ctr" anchorCtr="0">
          <a:noAutofit/>
        </a:bodyPr>
        <a:lstStyle/>
        <a:p>
          <a:pPr marL="0" lvl="0" indent="0" algn="ctr" defTabSz="622300">
            <a:lnSpc>
              <a:spcPct val="90000"/>
            </a:lnSpc>
            <a:spcBef>
              <a:spcPct val="0"/>
            </a:spcBef>
            <a:spcAft>
              <a:spcPct val="35000"/>
            </a:spcAft>
            <a:buNone/>
          </a:pPr>
          <a:r>
            <a:rPr lang="mn-MN" sz="1400" b="1" kern="1200">
              <a:latin typeface="Arial" pitchFamily="34" charset="0"/>
              <a:cs typeface="Arial" pitchFamily="34" charset="0"/>
            </a:rPr>
            <a:t>Хуулбарлах</a:t>
          </a:r>
          <a:endParaRPr lang="en-US" sz="1400" b="1" kern="1200">
            <a:latin typeface="Arial" pitchFamily="34" charset="0"/>
            <a:cs typeface="Arial" pitchFamily="34" charset="0"/>
          </a:endParaRPr>
        </a:p>
      </dsp:txBody>
      <dsp:txXfrm>
        <a:off x="784" y="3018840"/>
        <a:ext cx="1285570" cy="598197"/>
      </dsp:txXfrm>
    </dsp:sp>
    <dsp:sp modelId="{86D363E4-FC16-4878-B728-DCA118B3E8AE}">
      <dsp:nvSpPr>
        <dsp:cNvPr id="0" name=""/>
        <dsp:cNvSpPr/>
      </dsp:nvSpPr>
      <dsp:spPr>
        <a:xfrm>
          <a:off x="1286354" y="3018840"/>
          <a:ext cx="1285570" cy="598197"/>
        </a:xfrm>
        <a:prstGeom prst="rect">
          <a:avLst/>
        </a:prstGeom>
        <a:solidFill>
          <a:schemeClr val="accent4">
            <a:tint val="40000"/>
            <a:alpha val="90000"/>
            <a:hueOff val="1810321"/>
            <a:satOff val="-8541"/>
            <a:lumOff val="-308"/>
            <a:alphaOff val="0"/>
          </a:schemeClr>
        </a:solidFill>
        <a:ln w="6350" cap="flat" cmpd="sng" algn="ctr">
          <a:solidFill>
            <a:schemeClr val="accent4">
              <a:tint val="40000"/>
              <a:alpha val="90000"/>
              <a:hueOff val="1810321"/>
              <a:satOff val="-8541"/>
              <a:lumOff val="-308"/>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85344" tIns="15240" rIns="85344" bIns="15240" numCol="1" spcCol="1270" anchor="ctr" anchorCtr="0">
          <a:noAutofit/>
        </a:bodyPr>
        <a:lstStyle/>
        <a:p>
          <a:pPr marL="0" lvl="0" indent="0" algn="ctr" defTabSz="533400">
            <a:lnSpc>
              <a:spcPct val="90000"/>
            </a:lnSpc>
            <a:spcBef>
              <a:spcPct val="0"/>
            </a:spcBef>
            <a:spcAft>
              <a:spcPct val="35000"/>
            </a:spcAft>
            <a:buNone/>
          </a:pPr>
          <a:r>
            <a:rPr lang="mn-MN" sz="1200" b="1" kern="1200">
              <a:latin typeface="Arial" pitchFamily="34" charset="0"/>
              <a:cs typeface="Arial" pitchFamily="34" charset="0"/>
            </a:rPr>
            <a:t>Нийтлэх</a:t>
          </a:r>
          <a:endParaRPr lang="en-US" sz="1200" b="1" kern="1200">
            <a:latin typeface="Arial" pitchFamily="34" charset="0"/>
            <a:cs typeface="Arial" pitchFamily="34" charset="0"/>
          </a:endParaRPr>
        </a:p>
      </dsp:txBody>
      <dsp:txXfrm>
        <a:off x="1286354" y="3018840"/>
        <a:ext cx="1285570" cy="598197"/>
      </dsp:txXfrm>
    </dsp:sp>
    <dsp:sp modelId="{301130D9-A374-4EB8-B779-C09A500C64B8}">
      <dsp:nvSpPr>
        <dsp:cNvPr id="0" name=""/>
        <dsp:cNvSpPr/>
      </dsp:nvSpPr>
      <dsp:spPr>
        <a:xfrm>
          <a:off x="2571924" y="3018840"/>
          <a:ext cx="1285570" cy="598197"/>
        </a:xfrm>
        <a:prstGeom prst="rect">
          <a:avLst/>
        </a:prstGeom>
        <a:solidFill>
          <a:schemeClr val="accent4">
            <a:tint val="40000"/>
            <a:alpha val="90000"/>
            <a:hueOff val="3620642"/>
            <a:satOff val="-17082"/>
            <a:lumOff val="-617"/>
            <a:alphaOff val="0"/>
          </a:schemeClr>
        </a:solidFill>
        <a:ln w="6350" cap="flat" cmpd="sng" algn="ctr">
          <a:solidFill>
            <a:schemeClr val="accent4">
              <a:tint val="40000"/>
              <a:alpha val="90000"/>
              <a:hueOff val="3620642"/>
              <a:satOff val="-17082"/>
              <a:lumOff val="-617"/>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85344" tIns="15240" rIns="85344" bIns="15240" numCol="1" spcCol="1270" anchor="ctr" anchorCtr="0">
          <a:noAutofit/>
        </a:bodyPr>
        <a:lstStyle/>
        <a:p>
          <a:pPr marL="0" lvl="0" indent="0" algn="ctr" defTabSz="533400">
            <a:lnSpc>
              <a:spcPct val="90000"/>
            </a:lnSpc>
            <a:spcBef>
              <a:spcPct val="0"/>
            </a:spcBef>
            <a:spcAft>
              <a:spcPct val="35000"/>
            </a:spcAft>
            <a:buNone/>
          </a:pPr>
          <a:r>
            <a:rPr lang="mn-MN" sz="1200" b="1" kern="1200">
              <a:latin typeface="Arial" pitchFamily="34" charset="0"/>
              <a:cs typeface="Arial" pitchFamily="34" charset="0"/>
            </a:rPr>
            <a:t>Нийтэд түгээх</a:t>
          </a:r>
          <a:endParaRPr lang="en-US" sz="1200" b="1" kern="1200">
            <a:latin typeface="Arial" pitchFamily="34" charset="0"/>
            <a:cs typeface="Arial" pitchFamily="34" charset="0"/>
          </a:endParaRPr>
        </a:p>
      </dsp:txBody>
      <dsp:txXfrm>
        <a:off x="2571924" y="3018840"/>
        <a:ext cx="1285570" cy="598197"/>
      </dsp:txXfrm>
    </dsp:sp>
    <dsp:sp modelId="{96C89262-25E5-4C60-8163-4E587523EBB9}">
      <dsp:nvSpPr>
        <dsp:cNvPr id="0" name=""/>
        <dsp:cNvSpPr/>
      </dsp:nvSpPr>
      <dsp:spPr>
        <a:xfrm>
          <a:off x="3857495" y="3018840"/>
          <a:ext cx="1285570" cy="598197"/>
        </a:xfrm>
        <a:prstGeom prst="rect">
          <a:avLst/>
        </a:prstGeom>
        <a:solidFill>
          <a:schemeClr val="accent4">
            <a:tint val="40000"/>
            <a:alpha val="90000"/>
            <a:hueOff val="5430963"/>
            <a:satOff val="-25622"/>
            <a:lumOff val="-925"/>
            <a:alphaOff val="0"/>
          </a:schemeClr>
        </a:solidFill>
        <a:ln w="6350" cap="flat" cmpd="sng" algn="ctr">
          <a:solidFill>
            <a:schemeClr val="accent4">
              <a:tint val="40000"/>
              <a:alpha val="90000"/>
              <a:hueOff val="5430963"/>
              <a:satOff val="-25622"/>
              <a:lumOff val="-925"/>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85344" tIns="15240" rIns="85344" bIns="15240" numCol="1" spcCol="1270" anchor="ctr" anchorCtr="0">
          <a:noAutofit/>
        </a:bodyPr>
        <a:lstStyle/>
        <a:p>
          <a:pPr marL="0" lvl="0" indent="0" algn="ctr" defTabSz="533400">
            <a:lnSpc>
              <a:spcPct val="90000"/>
            </a:lnSpc>
            <a:spcBef>
              <a:spcPct val="0"/>
            </a:spcBef>
            <a:spcAft>
              <a:spcPct val="35000"/>
            </a:spcAft>
            <a:buNone/>
          </a:pPr>
          <a:r>
            <a:rPr lang="mn-MN" sz="1200" b="1" kern="1200">
              <a:latin typeface="Arial" pitchFamily="34" charset="0"/>
              <a:cs typeface="Arial" pitchFamily="34" charset="0"/>
            </a:rPr>
            <a:t>Үүсмэл бүтээл болгон өөрчлөх</a:t>
          </a:r>
          <a:endParaRPr lang="en-US" sz="1200" b="1" kern="1200">
            <a:latin typeface="Arial" pitchFamily="34" charset="0"/>
            <a:cs typeface="Arial" pitchFamily="34" charset="0"/>
          </a:endParaRPr>
        </a:p>
      </dsp:txBody>
      <dsp:txXfrm>
        <a:off x="3857495" y="3018840"/>
        <a:ext cx="1285570" cy="598197"/>
      </dsp:txXfrm>
    </dsp:sp>
    <dsp:sp modelId="{A631BBCE-BD0B-46CB-B5A4-EFE448916B63}">
      <dsp:nvSpPr>
        <dsp:cNvPr id="0" name=""/>
        <dsp:cNvSpPr/>
      </dsp:nvSpPr>
      <dsp:spPr>
        <a:xfrm>
          <a:off x="5143065" y="3018840"/>
          <a:ext cx="1285570" cy="598197"/>
        </a:xfrm>
        <a:prstGeom prst="rect">
          <a:avLst/>
        </a:prstGeom>
        <a:solidFill>
          <a:schemeClr val="accent4">
            <a:tint val="40000"/>
            <a:alpha val="90000"/>
            <a:hueOff val="7241284"/>
            <a:satOff val="-34163"/>
            <a:lumOff val="-1234"/>
            <a:alphaOff val="0"/>
          </a:schemeClr>
        </a:solidFill>
        <a:ln w="6350" cap="flat" cmpd="sng" algn="ctr">
          <a:solidFill>
            <a:schemeClr val="accent4">
              <a:tint val="40000"/>
              <a:alpha val="90000"/>
              <a:hueOff val="7241284"/>
              <a:satOff val="-34163"/>
              <a:lumOff val="-1234"/>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85344" tIns="15240" rIns="85344" bIns="15240" numCol="1" spcCol="1270" anchor="ctr" anchorCtr="0">
          <a:noAutofit/>
        </a:bodyPr>
        <a:lstStyle/>
        <a:p>
          <a:pPr marL="0" lvl="0" indent="0" algn="ctr" defTabSz="533400">
            <a:lnSpc>
              <a:spcPct val="90000"/>
            </a:lnSpc>
            <a:spcBef>
              <a:spcPct val="0"/>
            </a:spcBef>
            <a:spcAft>
              <a:spcPct val="35000"/>
            </a:spcAft>
            <a:buNone/>
          </a:pPr>
          <a:r>
            <a:rPr lang="mn-MN" sz="1200" b="1" kern="1200">
              <a:latin typeface="Arial" pitchFamily="34" charset="0"/>
              <a:cs typeface="Arial" pitchFamily="34" charset="0"/>
            </a:rPr>
            <a:t>Түрээсээр ашиглуулах</a:t>
          </a:r>
          <a:endParaRPr lang="en-US" sz="1200" b="1" kern="1200">
            <a:latin typeface="Arial" pitchFamily="34" charset="0"/>
            <a:cs typeface="Arial" pitchFamily="34" charset="0"/>
          </a:endParaRPr>
        </a:p>
      </dsp:txBody>
      <dsp:txXfrm>
        <a:off x="5143065" y="3018840"/>
        <a:ext cx="1285570" cy="598197"/>
      </dsp:txXfrm>
    </dsp:sp>
    <dsp:sp modelId="{0340FE24-3AE5-4EF3-9E93-4DED088FEA15}">
      <dsp:nvSpPr>
        <dsp:cNvPr id="0" name=""/>
        <dsp:cNvSpPr/>
      </dsp:nvSpPr>
      <dsp:spPr>
        <a:xfrm rot="10800000">
          <a:off x="0" y="0"/>
          <a:ext cx="6429420" cy="2361831"/>
        </a:xfrm>
        <a:prstGeom prst="upArrowCallout">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mn-MN" sz="2000" b="1" kern="1200">
              <a:latin typeface="Arial" pitchFamily="34" charset="0"/>
              <a:cs typeface="Arial" pitchFamily="34" charset="0"/>
            </a:rPr>
            <a:t>Зохиогчийн эрх</a:t>
          </a:r>
          <a:endParaRPr lang="en-US" sz="2000" b="1" kern="1200">
            <a:latin typeface="Arial" pitchFamily="34" charset="0"/>
            <a:cs typeface="Arial" pitchFamily="34" charset="0"/>
          </a:endParaRPr>
        </a:p>
      </dsp:txBody>
      <dsp:txXfrm rot="-10800000">
        <a:off x="0" y="0"/>
        <a:ext cx="6429420" cy="829003"/>
      </dsp:txXfrm>
    </dsp:sp>
    <dsp:sp modelId="{FB694737-7583-4DD8-A180-62960E731E05}">
      <dsp:nvSpPr>
        <dsp:cNvPr id="0" name=""/>
        <dsp:cNvSpPr/>
      </dsp:nvSpPr>
      <dsp:spPr>
        <a:xfrm>
          <a:off x="0" y="891217"/>
          <a:ext cx="3214710" cy="598018"/>
        </a:xfrm>
        <a:prstGeom prst="rect">
          <a:avLst/>
        </a:prstGeom>
        <a:solidFill>
          <a:schemeClr val="accent4">
            <a:tint val="40000"/>
            <a:alpha val="90000"/>
            <a:hueOff val="9051605"/>
            <a:satOff val="-42704"/>
            <a:lumOff val="-1542"/>
            <a:alphaOff val="0"/>
          </a:schemeClr>
        </a:solidFill>
        <a:ln w="6350" cap="flat" cmpd="sng" algn="ctr">
          <a:solidFill>
            <a:schemeClr val="accent4">
              <a:tint val="40000"/>
              <a:alpha val="90000"/>
              <a:hueOff val="9051605"/>
              <a:satOff val="-42704"/>
              <a:lumOff val="-1542"/>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99568" tIns="17780" rIns="99568" bIns="17780" numCol="1" spcCol="1270" anchor="ctr" anchorCtr="0">
          <a:noAutofit/>
        </a:bodyPr>
        <a:lstStyle/>
        <a:p>
          <a:pPr marL="0" lvl="0" indent="0" algn="ctr" defTabSz="622300">
            <a:lnSpc>
              <a:spcPct val="90000"/>
            </a:lnSpc>
            <a:spcBef>
              <a:spcPct val="0"/>
            </a:spcBef>
            <a:spcAft>
              <a:spcPct val="35000"/>
            </a:spcAft>
            <a:buNone/>
          </a:pPr>
          <a:r>
            <a:rPr lang="mn-MN" sz="1400" b="1" kern="1200">
              <a:latin typeface="Arial" pitchFamily="34" charset="0"/>
              <a:cs typeface="Arial" pitchFamily="34" charset="0"/>
            </a:rPr>
            <a:t>Эдийн бус баялгийн эрх</a:t>
          </a:r>
        </a:p>
        <a:p>
          <a:pPr marL="0" lvl="0" indent="0" algn="ctr" defTabSz="622300">
            <a:lnSpc>
              <a:spcPct val="90000"/>
            </a:lnSpc>
            <a:spcBef>
              <a:spcPct val="0"/>
            </a:spcBef>
            <a:spcAft>
              <a:spcPct val="35000"/>
            </a:spcAft>
            <a:buNone/>
          </a:pPr>
          <a:r>
            <a:rPr lang="mn-MN" sz="1400" b="1" kern="1200">
              <a:latin typeface="Arial" pitchFamily="34" charset="0"/>
              <a:cs typeface="Arial" pitchFamily="34" charset="0"/>
            </a:rPr>
            <a:t>/Амины эрх/</a:t>
          </a:r>
          <a:endParaRPr lang="en-US" sz="1400" b="1" kern="1200">
            <a:latin typeface="Arial" pitchFamily="34" charset="0"/>
            <a:cs typeface="Arial" pitchFamily="34" charset="0"/>
          </a:endParaRPr>
        </a:p>
      </dsp:txBody>
      <dsp:txXfrm>
        <a:off x="0" y="891217"/>
        <a:ext cx="3214710" cy="598018"/>
      </dsp:txXfrm>
    </dsp:sp>
    <dsp:sp modelId="{E64E5F9D-9AA1-430E-8AA0-2907DDF3B1DA}">
      <dsp:nvSpPr>
        <dsp:cNvPr id="0" name=""/>
        <dsp:cNvSpPr/>
      </dsp:nvSpPr>
      <dsp:spPr>
        <a:xfrm>
          <a:off x="3214710" y="895260"/>
          <a:ext cx="3214710" cy="598018"/>
        </a:xfrm>
        <a:prstGeom prst="rect">
          <a:avLst/>
        </a:prstGeom>
        <a:solidFill>
          <a:schemeClr val="accent4">
            <a:tint val="40000"/>
            <a:alpha val="90000"/>
            <a:hueOff val="10861925"/>
            <a:satOff val="-51245"/>
            <a:lumOff val="-1851"/>
            <a:alphaOff val="0"/>
          </a:schemeClr>
        </a:solidFill>
        <a:ln w="6350" cap="flat" cmpd="sng" algn="ctr">
          <a:solidFill>
            <a:schemeClr val="accent4">
              <a:tint val="40000"/>
              <a:alpha val="90000"/>
              <a:hueOff val="10861925"/>
              <a:satOff val="-51245"/>
              <a:lumOff val="-1851"/>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99568" tIns="17780" rIns="99568" bIns="17780" numCol="1" spcCol="1270" anchor="ctr" anchorCtr="0">
          <a:noAutofit/>
        </a:bodyPr>
        <a:lstStyle/>
        <a:p>
          <a:pPr marL="0" lvl="0" indent="0" algn="ctr" defTabSz="622300">
            <a:lnSpc>
              <a:spcPct val="90000"/>
            </a:lnSpc>
            <a:spcBef>
              <a:spcPct val="0"/>
            </a:spcBef>
            <a:spcAft>
              <a:spcPct val="35000"/>
            </a:spcAft>
            <a:buNone/>
          </a:pPr>
          <a:r>
            <a:rPr lang="mn-MN" sz="1400" b="1" kern="1200">
              <a:latin typeface="Arial" pitchFamily="34" charset="0"/>
              <a:cs typeface="Arial" pitchFamily="34" charset="0"/>
            </a:rPr>
            <a:t>Бүтээл ашиглах онцгой эрх</a:t>
          </a:r>
        </a:p>
        <a:p>
          <a:pPr marL="0" lvl="0" indent="0" algn="ctr" defTabSz="622300">
            <a:lnSpc>
              <a:spcPct val="90000"/>
            </a:lnSpc>
            <a:spcBef>
              <a:spcPct val="0"/>
            </a:spcBef>
            <a:spcAft>
              <a:spcPct val="35000"/>
            </a:spcAft>
            <a:buNone/>
          </a:pPr>
          <a:r>
            <a:rPr lang="mn-MN" sz="1400" b="1" kern="1200">
              <a:latin typeface="Arial" pitchFamily="34" charset="0"/>
              <a:cs typeface="Arial" pitchFamily="34" charset="0"/>
            </a:rPr>
            <a:t>/Эдийн засгийн эрх/</a:t>
          </a:r>
          <a:endParaRPr lang="en-US" sz="1400" b="1" kern="1200">
            <a:latin typeface="Arial" pitchFamily="34" charset="0"/>
            <a:cs typeface="Arial" pitchFamily="34" charset="0"/>
          </a:endParaRPr>
        </a:p>
      </dsp:txBody>
      <dsp:txXfrm>
        <a:off x="3214710" y="895260"/>
        <a:ext cx="3214710" cy="5980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670F5E-36D0-4632-8067-0C79F2CE7794}">
      <dsp:nvSpPr>
        <dsp:cNvPr id="0" name=""/>
        <dsp:cNvSpPr/>
      </dsp:nvSpPr>
      <dsp:spPr>
        <a:xfrm>
          <a:off x="1117167" y="2267"/>
          <a:ext cx="2394289" cy="598572"/>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mn-MN" sz="2000" b="1" kern="1200">
              <a:latin typeface="Arial" pitchFamily="34" charset="0"/>
              <a:cs typeface="Arial" pitchFamily="34" charset="0"/>
            </a:rPr>
            <a:t>БҮТЭЭЛ</a:t>
          </a:r>
          <a:endParaRPr lang="en-US" sz="3300" b="1" kern="1200">
            <a:latin typeface="Arial" pitchFamily="34" charset="0"/>
            <a:cs typeface="Arial" pitchFamily="34" charset="0"/>
          </a:endParaRPr>
        </a:p>
      </dsp:txBody>
      <dsp:txXfrm>
        <a:off x="1134699" y="19799"/>
        <a:ext cx="2359225" cy="563508"/>
      </dsp:txXfrm>
    </dsp:sp>
    <dsp:sp modelId="{9468204A-6AFE-4767-B591-543743050EEC}">
      <dsp:nvSpPr>
        <dsp:cNvPr id="0" name=""/>
        <dsp:cNvSpPr/>
      </dsp:nvSpPr>
      <dsp:spPr>
        <a:xfrm rot="5400000">
          <a:off x="2261937" y="653214"/>
          <a:ext cx="104750" cy="104750"/>
        </a:xfrm>
        <a:prstGeom prst="rightArrow">
          <a:avLst>
            <a:gd name="adj1" fmla="val 66700"/>
            <a:gd name="adj2" fmla="val 5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A3CBFEBA-7792-4C7D-A48F-99D15D6809C9}">
      <dsp:nvSpPr>
        <dsp:cNvPr id="0" name=""/>
        <dsp:cNvSpPr/>
      </dsp:nvSpPr>
      <dsp:spPr>
        <a:xfrm>
          <a:off x="1117167" y="810339"/>
          <a:ext cx="2394289" cy="598572"/>
        </a:xfrm>
        <a:prstGeom prst="roundRect">
          <a:avLst>
            <a:gd name="adj" fmla="val 10000"/>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mn-MN" sz="1400" b="1" kern="1200">
              <a:latin typeface="Arial" pitchFamily="34" charset="0"/>
              <a:cs typeface="Arial" pitchFamily="34" charset="0"/>
            </a:rPr>
            <a:t>Кино урлаг</a:t>
          </a:r>
          <a:endParaRPr lang="en-US" sz="1400" b="1" kern="1200">
            <a:latin typeface="Arial" pitchFamily="34" charset="0"/>
            <a:cs typeface="Arial" pitchFamily="34" charset="0"/>
          </a:endParaRPr>
        </a:p>
      </dsp:txBody>
      <dsp:txXfrm>
        <a:off x="1134699" y="827871"/>
        <a:ext cx="2359225" cy="563508"/>
      </dsp:txXfrm>
    </dsp:sp>
    <dsp:sp modelId="{DA35B4D2-D07E-4EF6-8577-675600A19556}">
      <dsp:nvSpPr>
        <dsp:cNvPr id="0" name=""/>
        <dsp:cNvSpPr/>
      </dsp:nvSpPr>
      <dsp:spPr>
        <a:xfrm rot="5400000">
          <a:off x="2261937" y="1461287"/>
          <a:ext cx="104750" cy="104750"/>
        </a:xfrm>
        <a:prstGeom prst="rightArrow">
          <a:avLst>
            <a:gd name="adj1" fmla="val 66700"/>
            <a:gd name="adj2" fmla="val 50000"/>
          </a:avLst>
        </a:prstGeom>
        <a:gradFill rotWithShape="0">
          <a:gsLst>
            <a:gs pos="0">
              <a:schemeClr val="accent4">
                <a:hueOff val="1088988"/>
                <a:satOff val="-4531"/>
                <a:lumOff val="1068"/>
                <a:alphaOff val="0"/>
                <a:satMod val="103000"/>
                <a:lumMod val="102000"/>
                <a:tint val="94000"/>
              </a:schemeClr>
            </a:gs>
            <a:gs pos="50000">
              <a:schemeClr val="accent4">
                <a:hueOff val="1088988"/>
                <a:satOff val="-4531"/>
                <a:lumOff val="1068"/>
                <a:alphaOff val="0"/>
                <a:satMod val="110000"/>
                <a:lumMod val="100000"/>
                <a:shade val="100000"/>
              </a:schemeClr>
            </a:gs>
            <a:gs pos="100000">
              <a:schemeClr val="accent4">
                <a:hueOff val="1088988"/>
                <a:satOff val="-4531"/>
                <a:lumOff val="1068"/>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1CE433DD-1231-4251-B8F3-A362C63A834B}">
      <dsp:nvSpPr>
        <dsp:cNvPr id="0" name=""/>
        <dsp:cNvSpPr/>
      </dsp:nvSpPr>
      <dsp:spPr>
        <a:xfrm>
          <a:off x="1117167" y="1618412"/>
          <a:ext cx="2394289" cy="598572"/>
        </a:xfrm>
        <a:prstGeom prst="roundRect">
          <a:avLst>
            <a:gd name="adj" fmla="val 10000"/>
          </a:avLst>
        </a:prstGeom>
        <a:solidFill>
          <a:schemeClr val="accent4">
            <a:tint val="40000"/>
            <a:alpha val="90000"/>
            <a:hueOff val="1206881"/>
            <a:satOff val="-5694"/>
            <a:lumOff val="-206"/>
            <a:alphaOff val="0"/>
          </a:schemeClr>
        </a:solidFill>
        <a:ln w="6350" cap="flat" cmpd="sng" algn="ctr">
          <a:solidFill>
            <a:schemeClr val="accent4">
              <a:tint val="40000"/>
              <a:alpha val="90000"/>
              <a:hueOff val="1206881"/>
              <a:satOff val="-5694"/>
              <a:lumOff val="-206"/>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mn-MN" sz="1200" b="1" kern="1200">
              <a:latin typeface="Arial" pitchFamily="34" charset="0"/>
              <a:cs typeface="Arial" pitchFamily="34" charset="0"/>
            </a:rPr>
            <a:t>Утасгүй цахилгаан холбоо</a:t>
          </a:r>
          <a:endParaRPr lang="en-US" sz="1200" b="1" kern="1200">
            <a:latin typeface="Arial" pitchFamily="34" charset="0"/>
            <a:cs typeface="Arial" pitchFamily="34" charset="0"/>
          </a:endParaRPr>
        </a:p>
      </dsp:txBody>
      <dsp:txXfrm>
        <a:off x="1134699" y="1635944"/>
        <a:ext cx="2359225" cy="563508"/>
      </dsp:txXfrm>
    </dsp:sp>
    <dsp:sp modelId="{49ADE264-7BD8-4CDE-BB07-DB033206D673}">
      <dsp:nvSpPr>
        <dsp:cNvPr id="0" name=""/>
        <dsp:cNvSpPr/>
      </dsp:nvSpPr>
      <dsp:spPr>
        <a:xfrm rot="5400000">
          <a:off x="2261937" y="2269359"/>
          <a:ext cx="104750" cy="104750"/>
        </a:xfrm>
        <a:prstGeom prst="rightArrow">
          <a:avLst>
            <a:gd name="adj1" fmla="val 66700"/>
            <a:gd name="adj2" fmla="val 50000"/>
          </a:avLst>
        </a:prstGeom>
        <a:gradFill rotWithShape="0">
          <a:gsLst>
            <a:gs pos="0">
              <a:schemeClr val="accent4">
                <a:hueOff val="2177976"/>
                <a:satOff val="-9062"/>
                <a:lumOff val="2135"/>
                <a:alphaOff val="0"/>
                <a:satMod val="103000"/>
                <a:lumMod val="102000"/>
                <a:tint val="94000"/>
              </a:schemeClr>
            </a:gs>
            <a:gs pos="50000">
              <a:schemeClr val="accent4">
                <a:hueOff val="2177976"/>
                <a:satOff val="-9062"/>
                <a:lumOff val="2135"/>
                <a:alphaOff val="0"/>
                <a:satMod val="110000"/>
                <a:lumMod val="100000"/>
                <a:shade val="100000"/>
              </a:schemeClr>
            </a:gs>
            <a:gs pos="100000">
              <a:schemeClr val="accent4">
                <a:hueOff val="2177976"/>
                <a:satOff val="-9062"/>
                <a:lumOff val="2135"/>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EFE0D152-D61E-4D37-A112-B6773E57BFBB}">
      <dsp:nvSpPr>
        <dsp:cNvPr id="0" name=""/>
        <dsp:cNvSpPr/>
      </dsp:nvSpPr>
      <dsp:spPr>
        <a:xfrm>
          <a:off x="1117167" y="2426485"/>
          <a:ext cx="2394289" cy="598572"/>
        </a:xfrm>
        <a:prstGeom prst="roundRect">
          <a:avLst>
            <a:gd name="adj" fmla="val 10000"/>
          </a:avLst>
        </a:prstGeom>
        <a:solidFill>
          <a:schemeClr val="accent4">
            <a:tint val="40000"/>
            <a:alpha val="90000"/>
            <a:hueOff val="2413761"/>
            <a:satOff val="-11388"/>
            <a:lumOff val="-411"/>
            <a:alphaOff val="0"/>
          </a:schemeClr>
        </a:solidFill>
        <a:ln w="6350" cap="flat" cmpd="sng" algn="ctr">
          <a:solidFill>
            <a:schemeClr val="accent4">
              <a:tint val="40000"/>
              <a:alpha val="90000"/>
              <a:hueOff val="2413761"/>
              <a:satOff val="-11388"/>
              <a:lumOff val="-411"/>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mn-MN" sz="1200" b="1" kern="1200">
              <a:latin typeface="Arial" pitchFamily="34" charset="0"/>
              <a:cs typeface="Arial" pitchFamily="34" charset="0"/>
            </a:rPr>
            <a:t>Кабелийн сүлжээ</a:t>
          </a:r>
          <a:endParaRPr lang="en-US" sz="1200" b="1" kern="1200">
            <a:latin typeface="Arial" pitchFamily="34" charset="0"/>
            <a:cs typeface="Arial" pitchFamily="34" charset="0"/>
          </a:endParaRPr>
        </a:p>
      </dsp:txBody>
      <dsp:txXfrm>
        <a:off x="1134699" y="2444017"/>
        <a:ext cx="2359225" cy="563508"/>
      </dsp:txXfrm>
    </dsp:sp>
    <dsp:sp modelId="{01A1AD82-0568-42F0-9D0C-2DABD02B8238}">
      <dsp:nvSpPr>
        <dsp:cNvPr id="0" name=""/>
        <dsp:cNvSpPr/>
      </dsp:nvSpPr>
      <dsp:spPr>
        <a:xfrm rot="5400000">
          <a:off x="2261937" y="3077432"/>
          <a:ext cx="104750" cy="104750"/>
        </a:xfrm>
        <a:prstGeom prst="rightArrow">
          <a:avLst>
            <a:gd name="adj1" fmla="val 66700"/>
            <a:gd name="adj2" fmla="val 50000"/>
          </a:avLst>
        </a:prstGeom>
        <a:gradFill rotWithShape="0">
          <a:gsLst>
            <a:gs pos="0">
              <a:schemeClr val="accent4">
                <a:hueOff val="3266964"/>
                <a:satOff val="-13592"/>
                <a:lumOff val="3203"/>
                <a:alphaOff val="0"/>
                <a:satMod val="103000"/>
                <a:lumMod val="102000"/>
                <a:tint val="94000"/>
              </a:schemeClr>
            </a:gs>
            <a:gs pos="50000">
              <a:schemeClr val="accent4">
                <a:hueOff val="3266964"/>
                <a:satOff val="-13592"/>
                <a:lumOff val="3203"/>
                <a:alphaOff val="0"/>
                <a:satMod val="110000"/>
                <a:lumMod val="100000"/>
                <a:shade val="100000"/>
              </a:schemeClr>
            </a:gs>
            <a:gs pos="100000">
              <a:schemeClr val="accent4">
                <a:hueOff val="3266964"/>
                <a:satOff val="-13592"/>
                <a:lumOff val="3203"/>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CA426AFA-EE59-43C4-A257-2F0C0A623619}">
      <dsp:nvSpPr>
        <dsp:cNvPr id="0" name=""/>
        <dsp:cNvSpPr/>
      </dsp:nvSpPr>
      <dsp:spPr>
        <a:xfrm>
          <a:off x="1117167" y="3234557"/>
          <a:ext cx="2394289" cy="598572"/>
        </a:xfrm>
        <a:prstGeom prst="roundRect">
          <a:avLst>
            <a:gd name="adj" fmla="val 10000"/>
          </a:avLst>
        </a:prstGeom>
        <a:solidFill>
          <a:schemeClr val="accent4">
            <a:tint val="40000"/>
            <a:alpha val="90000"/>
            <a:hueOff val="3620642"/>
            <a:satOff val="-17082"/>
            <a:lumOff val="-617"/>
            <a:alphaOff val="0"/>
          </a:schemeClr>
        </a:solidFill>
        <a:ln w="6350" cap="flat" cmpd="sng" algn="ctr">
          <a:solidFill>
            <a:schemeClr val="accent4">
              <a:tint val="40000"/>
              <a:alpha val="90000"/>
              <a:hueOff val="3620642"/>
              <a:satOff val="-17082"/>
              <a:lumOff val="-617"/>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mn-MN" sz="1200" b="1" kern="1200">
              <a:latin typeface="Arial" pitchFamily="34" charset="0"/>
              <a:cs typeface="Arial" pitchFamily="34" charset="0"/>
            </a:rPr>
            <a:t>Шаардсан үед дамжуулах </a:t>
          </a:r>
        </a:p>
        <a:p>
          <a:pPr marL="0" lvl="0" indent="0" algn="ctr" defTabSz="533400">
            <a:lnSpc>
              <a:spcPct val="90000"/>
            </a:lnSpc>
            <a:spcBef>
              <a:spcPct val="0"/>
            </a:spcBef>
            <a:spcAft>
              <a:spcPct val="35000"/>
            </a:spcAft>
            <a:buNone/>
          </a:pPr>
          <a:r>
            <a:rPr lang="mn-MN" sz="1200" b="0" kern="1200">
              <a:latin typeface="Arial" pitchFamily="34" charset="0"/>
              <a:cs typeface="Arial" pitchFamily="34" charset="0"/>
            </a:rPr>
            <a:t>/1 серверээс/</a:t>
          </a:r>
          <a:endParaRPr lang="en-US" sz="1200" b="0" kern="1200">
            <a:latin typeface="Arial" pitchFamily="34" charset="0"/>
            <a:cs typeface="Arial" pitchFamily="34" charset="0"/>
          </a:endParaRPr>
        </a:p>
      </dsp:txBody>
      <dsp:txXfrm>
        <a:off x="1134699" y="3252089"/>
        <a:ext cx="2359225" cy="563508"/>
      </dsp:txXfrm>
    </dsp:sp>
    <dsp:sp modelId="{4BC6D36A-114E-4663-9B7B-D77636333489}">
      <dsp:nvSpPr>
        <dsp:cNvPr id="0" name=""/>
        <dsp:cNvSpPr/>
      </dsp:nvSpPr>
      <dsp:spPr>
        <a:xfrm rot="5400000">
          <a:off x="2261937" y="3885505"/>
          <a:ext cx="104750" cy="104750"/>
        </a:xfrm>
        <a:prstGeom prst="rightArrow">
          <a:avLst>
            <a:gd name="adj1" fmla="val 66700"/>
            <a:gd name="adj2" fmla="val 50000"/>
          </a:avLst>
        </a:prstGeom>
        <a:gradFill rotWithShape="0">
          <a:gsLst>
            <a:gs pos="0">
              <a:schemeClr val="accent4">
                <a:hueOff val="4355951"/>
                <a:satOff val="-18123"/>
                <a:lumOff val="4270"/>
                <a:alphaOff val="0"/>
                <a:satMod val="103000"/>
                <a:lumMod val="102000"/>
                <a:tint val="94000"/>
              </a:schemeClr>
            </a:gs>
            <a:gs pos="50000">
              <a:schemeClr val="accent4">
                <a:hueOff val="4355951"/>
                <a:satOff val="-18123"/>
                <a:lumOff val="4270"/>
                <a:alphaOff val="0"/>
                <a:satMod val="110000"/>
                <a:lumMod val="100000"/>
                <a:shade val="100000"/>
              </a:schemeClr>
            </a:gs>
            <a:gs pos="100000">
              <a:schemeClr val="accent4">
                <a:hueOff val="4355951"/>
                <a:satOff val="-18123"/>
                <a:lumOff val="427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5C688CFC-FC9B-4857-B34B-69A48C3C1533}">
      <dsp:nvSpPr>
        <dsp:cNvPr id="0" name=""/>
        <dsp:cNvSpPr/>
      </dsp:nvSpPr>
      <dsp:spPr>
        <a:xfrm>
          <a:off x="1117167" y="4042630"/>
          <a:ext cx="2394289" cy="598572"/>
        </a:xfrm>
        <a:prstGeom prst="roundRect">
          <a:avLst>
            <a:gd name="adj" fmla="val 10000"/>
          </a:avLst>
        </a:prstGeom>
        <a:solidFill>
          <a:schemeClr val="accent4">
            <a:tint val="40000"/>
            <a:alpha val="90000"/>
            <a:hueOff val="4827523"/>
            <a:satOff val="-22776"/>
            <a:lumOff val="-823"/>
            <a:alphaOff val="0"/>
          </a:schemeClr>
        </a:solidFill>
        <a:ln w="6350" cap="flat" cmpd="sng" algn="ctr">
          <a:solidFill>
            <a:schemeClr val="accent4">
              <a:tint val="40000"/>
              <a:alpha val="90000"/>
              <a:hueOff val="4827523"/>
              <a:satOff val="-22776"/>
              <a:lumOff val="-823"/>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mn-MN" sz="1200" b="1" kern="1200">
              <a:latin typeface="Arial" pitchFamily="34" charset="0"/>
              <a:cs typeface="Arial" pitchFamily="34" charset="0"/>
            </a:rPr>
            <a:t>Интернетээр дамжуулах </a:t>
          </a:r>
          <a:r>
            <a:rPr lang="mn-MN" sz="1200" b="0" kern="1200">
              <a:latin typeface="Arial" pitchFamily="34" charset="0"/>
              <a:cs typeface="Arial" pitchFamily="34" charset="0"/>
            </a:rPr>
            <a:t>/интернетэд холбогдсон олон серверээс/</a:t>
          </a:r>
          <a:endParaRPr lang="en-US" sz="1200" b="0" kern="1200">
            <a:latin typeface="Arial" pitchFamily="34" charset="0"/>
            <a:cs typeface="Arial" pitchFamily="34" charset="0"/>
          </a:endParaRPr>
        </a:p>
      </dsp:txBody>
      <dsp:txXfrm>
        <a:off x="1134699" y="4060162"/>
        <a:ext cx="2359225" cy="563508"/>
      </dsp:txXfrm>
    </dsp:sp>
    <dsp:sp modelId="{A2074DAC-E50A-498F-9B84-44AF771DA45B}">
      <dsp:nvSpPr>
        <dsp:cNvPr id="0" name=""/>
        <dsp:cNvSpPr/>
      </dsp:nvSpPr>
      <dsp:spPr>
        <a:xfrm>
          <a:off x="3846657" y="2267"/>
          <a:ext cx="2394289" cy="598572"/>
        </a:xfrm>
        <a:prstGeom prst="roundRect">
          <a:avLst>
            <a:gd name="adj" fmla="val 10000"/>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mn-MN" sz="2000" b="1" kern="1200">
              <a:latin typeface="Arial" pitchFamily="34" charset="0"/>
              <a:cs typeface="Arial" pitchFamily="34" charset="0"/>
            </a:rPr>
            <a:t>ШИНЭ ЭРХ</a:t>
          </a:r>
          <a:endParaRPr lang="en-US" sz="2000" b="1" kern="1200">
            <a:latin typeface="Arial" pitchFamily="34" charset="0"/>
            <a:cs typeface="Arial" pitchFamily="34" charset="0"/>
          </a:endParaRPr>
        </a:p>
      </dsp:txBody>
      <dsp:txXfrm>
        <a:off x="3864189" y="19799"/>
        <a:ext cx="2359225" cy="563508"/>
      </dsp:txXfrm>
    </dsp:sp>
    <dsp:sp modelId="{507F3FD1-5AFD-4A0A-A9BA-477E06B32893}">
      <dsp:nvSpPr>
        <dsp:cNvPr id="0" name=""/>
        <dsp:cNvSpPr/>
      </dsp:nvSpPr>
      <dsp:spPr>
        <a:xfrm rot="5400000">
          <a:off x="4991426" y="653214"/>
          <a:ext cx="104750" cy="104750"/>
        </a:xfrm>
        <a:prstGeom prst="rightArrow">
          <a:avLst>
            <a:gd name="adj1" fmla="val 66700"/>
            <a:gd name="adj2" fmla="val 50000"/>
          </a:avLst>
        </a:prstGeom>
        <a:gradFill rotWithShape="0">
          <a:gsLst>
            <a:gs pos="0">
              <a:schemeClr val="accent4">
                <a:hueOff val="5444940"/>
                <a:satOff val="-22654"/>
                <a:lumOff val="5338"/>
                <a:alphaOff val="0"/>
                <a:satMod val="103000"/>
                <a:lumMod val="102000"/>
                <a:tint val="94000"/>
              </a:schemeClr>
            </a:gs>
            <a:gs pos="50000">
              <a:schemeClr val="accent4">
                <a:hueOff val="5444940"/>
                <a:satOff val="-22654"/>
                <a:lumOff val="5338"/>
                <a:alphaOff val="0"/>
                <a:satMod val="110000"/>
                <a:lumMod val="100000"/>
                <a:shade val="100000"/>
              </a:schemeClr>
            </a:gs>
            <a:gs pos="100000">
              <a:schemeClr val="accent4">
                <a:hueOff val="5444940"/>
                <a:satOff val="-22654"/>
                <a:lumOff val="5338"/>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E6D997F4-B678-4521-B42D-CC76E06CDA6E}">
      <dsp:nvSpPr>
        <dsp:cNvPr id="0" name=""/>
        <dsp:cNvSpPr/>
      </dsp:nvSpPr>
      <dsp:spPr>
        <a:xfrm>
          <a:off x="3846657" y="810339"/>
          <a:ext cx="2394289" cy="598572"/>
        </a:xfrm>
        <a:prstGeom prst="roundRect">
          <a:avLst>
            <a:gd name="adj" fmla="val 10000"/>
          </a:avLst>
        </a:prstGeom>
        <a:solidFill>
          <a:schemeClr val="accent4">
            <a:tint val="40000"/>
            <a:alpha val="90000"/>
            <a:hueOff val="6034403"/>
            <a:satOff val="-28469"/>
            <a:lumOff val="-1028"/>
            <a:alphaOff val="0"/>
          </a:schemeClr>
        </a:solidFill>
        <a:ln w="6350" cap="flat" cmpd="sng" algn="ctr">
          <a:solidFill>
            <a:schemeClr val="accent4">
              <a:tint val="40000"/>
              <a:alpha val="90000"/>
              <a:hueOff val="6034403"/>
              <a:satOff val="-28469"/>
              <a:lumOff val="-1028"/>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mn-MN" sz="1400" b="1" kern="1200">
              <a:latin typeface="Arial" pitchFamily="34" charset="0"/>
              <a:cs typeface="Arial" pitchFamily="34" charset="0"/>
            </a:rPr>
            <a:t>“кино үзүүлэх” эрх</a:t>
          </a:r>
          <a:endParaRPr lang="en-US" sz="1400" b="1" kern="1200">
            <a:latin typeface="Arial" pitchFamily="34" charset="0"/>
            <a:cs typeface="Arial" pitchFamily="34" charset="0"/>
          </a:endParaRPr>
        </a:p>
      </dsp:txBody>
      <dsp:txXfrm>
        <a:off x="3864189" y="827871"/>
        <a:ext cx="2359225" cy="563508"/>
      </dsp:txXfrm>
    </dsp:sp>
    <dsp:sp modelId="{F130959B-48A1-4390-A61C-B31DA5180EFF}">
      <dsp:nvSpPr>
        <dsp:cNvPr id="0" name=""/>
        <dsp:cNvSpPr/>
      </dsp:nvSpPr>
      <dsp:spPr>
        <a:xfrm rot="5400000">
          <a:off x="4991426" y="1461287"/>
          <a:ext cx="104750" cy="104750"/>
        </a:xfrm>
        <a:prstGeom prst="rightArrow">
          <a:avLst>
            <a:gd name="adj1" fmla="val 66700"/>
            <a:gd name="adj2" fmla="val 50000"/>
          </a:avLst>
        </a:prstGeom>
        <a:gradFill rotWithShape="0">
          <a:gsLst>
            <a:gs pos="0">
              <a:schemeClr val="accent4">
                <a:hueOff val="6533927"/>
                <a:satOff val="-27185"/>
                <a:lumOff val="6405"/>
                <a:alphaOff val="0"/>
                <a:satMod val="103000"/>
                <a:lumMod val="102000"/>
                <a:tint val="94000"/>
              </a:schemeClr>
            </a:gs>
            <a:gs pos="50000">
              <a:schemeClr val="accent4">
                <a:hueOff val="6533927"/>
                <a:satOff val="-27185"/>
                <a:lumOff val="6405"/>
                <a:alphaOff val="0"/>
                <a:satMod val="110000"/>
                <a:lumMod val="100000"/>
                <a:shade val="100000"/>
              </a:schemeClr>
            </a:gs>
            <a:gs pos="100000">
              <a:schemeClr val="accent4">
                <a:hueOff val="6533927"/>
                <a:satOff val="-27185"/>
                <a:lumOff val="6405"/>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2B9BB8F1-9DE5-4DBD-BB5C-0D0A8BE0213E}">
      <dsp:nvSpPr>
        <dsp:cNvPr id="0" name=""/>
        <dsp:cNvSpPr/>
      </dsp:nvSpPr>
      <dsp:spPr>
        <a:xfrm>
          <a:off x="3846657" y="1618412"/>
          <a:ext cx="2394289" cy="598572"/>
        </a:xfrm>
        <a:prstGeom prst="roundRect">
          <a:avLst>
            <a:gd name="adj" fmla="val 10000"/>
          </a:avLst>
        </a:prstGeom>
        <a:solidFill>
          <a:schemeClr val="accent4">
            <a:tint val="40000"/>
            <a:alpha val="90000"/>
            <a:hueOff val="7241284"/>
            <a:satOff val="-34163"/>
            <a:lumOff val="-1234"/>
            <a:alphaOff val="0"/>
          </a:schemeClr>
        </a:solidFill>
        <a:ln w="6350" cap="flat" cmpd="sng" algn="ctr">
          <a:solidFill>
            <a:schemeClr val="accent4">
              <a:tint val="40000"/>
              <a:alpha val="90000"/>
              <a:hueOff val="7241284"/>
              <a:satOff val="-34163"/>
              <a:lumOff val="-1234"/>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mn-MN" sz="1200" b="1" kern="1200">
              <a:latin typeface="Arial" pitchFamily="34" charset="0"/>
              <a:cs typeface="Arial" pitchFamily="34" charset="0"/>
            </a:rPr>
            <a:t>“нэвтрүүлэх” эрх</a:t>
          </a:r>
          <a:endParaRPr lang="en-US" sz="1200" b="1" kern="1200">
            <a:latin typeface="Arial" pitchFamily="34" charset="0"/>
            <a:cs typeface="Arial" pitchFamily="34" charset="0"/>
          </a:endParaRPr>
        </a:p>
      </dsp:txBody>
      <dsp:txXfrm>
        <a:off x="3864189" y="1635944"/>
        <a:ext cx="2359225" cy="563508"/>
      </dsp:txXfrm>
    </dsp:sp>
    <dsp:sp modelId="{20AA65BE-B63E-4856-813A-903ABCDC0AE8}">
      <dsp:nvSpPr>
        <dsp:cNvPr id="0" name=""/>
        <dsp:cNvSpPr/>
      </dsp:nvSpPr>
      <dsp:spPr>
        <a:xfrm rot="5400000">
          <a:off x="4991426" y="2269359"/>
          <a:ext cx="104750" cy="104750"/>
        </a:xfrm>
        <a:prstGeom prst="rightArrow">
          <a:avLst>
            <a:gd name="adj1" fmla="val 66700"/>
            <a:gd name="adj2" fmla="val 50000"/>
          </a:avLst>
        </a:prstGeom>
        <a:gradFill rotWithShape="0">
          <a:gsLst>
            <a:gs pos="0">
              <a:schemeClr val="accent4">
                <a:hueOff val="7622915"/>
                <a:satOff val="-31715"/>
                <a:lumOff val="7473"/>
                <a:alphaOff val="0"/>
                <a:satMod val="103000"/>
                <a:lumMod val="102000"/>
                <a:tint val="94000"/>
              </a:schemeClr>
            </a:gs>
            <a:gs pos="50000">
              <a:schemeClr val="accent4">
                <a:hueOff val="7622915"/>
                <a:satOff val="-31715"/>
                <a:lumOff val="7473"/>
                <a:alphaOff val="0"/>
                <a:satMod val="110000"/>
                <a:lumMod val="100000"/>
                <a:shade val="100000"/>
              </a:schemeClr>
            </a:gs>
            <a:gs pos="100000">
              <a:schemeClr val="accent4">
                <a:hueOff val="7622915"/>
                <a:satOff val="-31715"/>
                <a:lumOff val="7473"/>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A6E2B504-1E25-46AF-B91E-B431EFB64AEF}">
      <dsp:nvSpPr>
        <dsp:cNvPr id="0" name=""/>
        <dsp:cNvSpPr/>
      </dsp:nvSpPr>
      <dsp:spPr>
        <a:xfrm>
          <a:off x="3846657" y="2426485"/>
          <a:ext cx="2394289" cy="598572"/>
        </a:xfrm>
        <a:prstGeom prst="roundRect">
          <a:avLst>
            <a:gd name="adj" fmla="val 10000"/>
          </a:avLst>
        </a:prstGeom>
        <a:solidFill>
          <a:schemeClr val="accent4">
            <a:tint val="40000"/>
            <a:alpha val="90000"/>
            <a:hueOff val="8448164"/>
            <a:satOff val="-39857"/>
            <a:lumOff val="-1440"/>
            <a:alphaOff val="0"/>
          </a:schemeClr>
        </a:solidFill>
        <a:ln w="6350" cap="flat" cmpd="sng" algn="ctr">
          <a:solidFill>
            <a:schemeClr val="accent4">
              <a:tint val="40000"/>
              <a:alpha val="90000"/>
              <a:hueOff val="8448164"/>
              <a:satOff val="-39857"/>
              <a:lumOff val="-144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mn-MN" sz="1200" b="1" kern="1200">
              <a:latin typeface="Arial" pitchFamily="34" charset="0"/>
              <a:cs typeface="Arial" pitchFamily="34" charset="0"/>
            </a:rPr>
            <a:t>“холбооны шугамаар дамжуулах” эрх</a:t>
          </a:r>
          <a:endParaRPr lang="en-US" sz="1200" b="1" kern="1200">
            <a:latin typeface="Arial" pitchFamily="34" charset="0"/>
            <a:cs typeface="Arial" pitchFamily="34" charset="0"/>
          </a:endParaRPr>
        </a:p>
      </dsp:txBody>
      <dsp:txXfrm>
        <a:off x="3864189" y="2444017"/>
        <a:ext cx="2359225" cy="563508"/>
      </dsp:txXfrm>
    </dsp:sp>
    <dsp:sp modelId="{A2E9B496-3A59-427B-9B05-7FA9A26C2241}">
      <dsp:nvSpPr>
        <dsp:cNvPr id="0" name=""/>
        <dsp:cNvSpPr/>
      </dsp:nvSpPr>
      <dsp:spPr>
        <a:xfrm rot="5400000">
          <a:off x="4991426" y="3077432"/>
          <a:ext cx="104750" cy="104750"/>
        </a:xfrm>
        <a:prstGeom prst="rightArrow">
          <a:avLst>
            <a:gd name="adj1" fmla="val 66700"/>
            <a:gd name="adj2" fmla="val 50000"/>
          </a:avLst>
        </a:prstGeom>
        <a:gradFill rotWithShape="0">
          <a:gsLst>
            <a:gs pos="0">
              <a:schemeClr val="accent4">
                <a:hueOff val="8711903"/>
                <a:satOff val="-36246"/>
                <a:lumOff val="8540"/>
                <a:alphaOff val="0"/>
                <a:satMod val="103000"/>
                <a:lumMod val="102000"/>
                <a:tint val="94000"/>
              </a:schemeClr>
            </a:gs>
            <a:gs pos="50000">
              <a:schemeClr val="accent4">
                <a:hueOff val="8711903"/>
                <a:satOff val="-36246"/>
                <a:lumOff val="8540"/>
                <a:alphaOff val="0"/>
                <a:satMod val="110000"/>
                <a:lumMod val="100000"/>
                <a:shade val="100000"/>
              </a:schemeClr>
            </a:gs>
            <a:gs pos="100000">
              <a:schemeClr val="accent4">
                <a:hueOff val="8711903"/>
                <a:satOff val="-36246"/>
                <a:lumOff val="854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BE123C72-B6FC-483E-ABEF-DEC2918494D1}">
      <dsp:nvSpPr>
        <dsp:cNvPr id="0" name=""/>
        <dsp:cNvSpPr/>
      </dsp:nvSpPr>
      <dsp:spPr>
        <a:xfrm>
          <a:off x="3846657" y="3234557"/>
          <a:ext cx="2394289" cy="598572"/>
        </a:xfrm>
        <a:prstGeom prst="roundRect">
          <a:avLst>
            <a:gd name="adj" fmla="val 10000"/>
          </a:avLst>
        </a:prstGeom>
        <a:solidFill>
          <a:schemeClr val="accent4">
            <a:tint val="40000"/>
            <a:alpha val="90000"/>
            <a:hueOff val="9655045"/>
            <a:satOff val="-45551"/>
            <a:lumOff val="-1645"/>
            <a:alphaOff val="0"/>
          </a:schemeClr>
        </a:solidFill>
        <a:ln w="6350" cap="flat" cmpd="sng" algn="ctr">
          <a:solidFill>
            <a:schemeClr val="accent4">
              <a:tint val="40000"/>
              <a:alpha val="90000"/>
              <a:hueOff val="9655045"/>
              <a:satOff val="-45551"/>
              <a:lumOff val="-1645"/>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mn-MN" sz="1200" b="1" kern="1200">
              <a:latin typeface="Arial" pitchFamily="34" charset="0"/>
              <a:cs typeface="Arial" pitchFamily="34" charset="0"/>
            </a:rPr>
            <a:t>“нийтэд нэвтрүүлэх, түгээх” эрх</a:t>
          </a:r>
          <a:endParaRPr lang="en-US" sz="1200" b="1" kern="1200">
            <a:latin typeface="Arial" pitchFamily="34" charset="0"/>
            <a:cs typeface="Arial" pitchFamily="34" charset="0"/>
          </a:endParaRPr>
        </a:p>
      </dsp:txBody>
      <dsp:txXfrm>
        <a:off x="3864189" y="3252089"/>
        <a:ext cx="2359225" cy="563508"/>
      </dsp:txXfrm>
    </dsp:sp>
    <dsp:sp modelId="{CFAA377E-1B9B-4EAC-98B9-522AEE657BDA}">
      <dsp:nvSpPr>
        <dsp:cNvPr id="0" name=""/>
        <dsp:cNvSpPr/>
      </dsp:nvSpPr>
      <dsp:spPr>
        <a:xfrm rot="5400000">
          <a:off x="4991426" y="3885505"/>
          <a:ext cx="104750" cy="104750"/>
        </a:xfrm>
        <a:prstGeom prst="rightArrow">
          <a:avLst>
            <a:gd name="adj1" fmla="val 66700"/>
            <a:gd name="adj2" fmla="val 50000"/>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2B153C95-CCC7-4876-8CF1-A835CD1CEB6A}">
      <dsp:nvSpPr>
        <dsp:cNvPr id="0" name=""/>
        <dsp:cNvSpPr/>
      </dsp:nvSpPr>
      <dsp:spPr>
        <a:xfrm>
          <a:off x="3846657" y="4042630"/>
          <a:ext cx="2394289" cy="598572"/>
        </a:xfrm>
        <a:prstGeom prst="roundRect">
          <a:avLst>
            <a:gd name="adj" fmla="val 10000"/>
          </a:avLst>
        </a:prstGeom>
        <a:solidFill>
          <a:schemeClr val="accent4">
            <a:tint val="40000"/>
            <a:alpha val="90000"/>
            <a:hueOff val="10861925"/>
            <a:satOff val="-51245"/>
            <a:lumOff val="-1851"/>
            <a:alphaOff val="0"/>
          </a:schemeClr>
        </a:solidFill>
        <a:ln w="6350" cap="flat" cmpd="sng" algn="ctr">
          <a:solidFill>
            <a:schemeClr val="accent4">
              <a:tint val="40000"/>
              <a:alpha val="90000"/>
              <a:hueOff val="10861925"/>
              <a:satOff val="-51245"/>
              <a:lumOff val="-1851"/>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mn-MN" sz="1200" b="1" kern="1200">
              <a:latin typeface="Arial" pitchFamily="34" charset="0"/>
              <a:cs typeface="Arial" pitchFamily="34" charset="0"/>
            </a:rPr>
            <a:t>“нийтэд нэвтрүүлэх, түгээх” эрх</a:t>
          </a:r>
          <a:endParaRPr lang="en-US" sz="1200" b="1" kern="1200">
            <a:latin typeface="Arial" pitchFamily="34" charset="0"/>
            <a:cs typeface="Arial" pitchFamily="34" charset="0"/>
          </a:endParaRPr>
        </a:p>
      </dsp:txBody>
      <dsp:txXfrm>
        <a:off x="3864189" y="4060162"/>
        <a:ext cx="2359225" cy="56350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A79CE4-D4AC-46DF-BFCB-F24CC73ECF0F}">
      <dsp:nvSpPr>
        <dsp:cNvPr id="0" name=""/>
        <dsp:cNvSpPr/>
      </dsp:nvSpPr>
      <dsp:spPr>
        <a:xfrm>
          <a:off x="1302388" y="1792"/>
          <a:ext cx="5839231" cy="973041"/>
        </a:xfrm>
        <a:prstGeom prst="rightArrow">
          <a:avLst>
            <a:gd name="adj1" fmla="val 75000"/>
            <a:gd name="adj2" fmla="val 5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44450" h="36350" prst="relaxedInset"/>
          <a:contourClr>
            <a:schemeClr val="bg1"/>
          </a:contourClr>
        </a:sp3d>
      </dsp:spPr>
      <dsp:style>
        <a:lnRef idx="1">
          <a:scrgbClr r="0" g="0" b="0"/>
        </a:lnRef>
        <a:fillRef idx="1">
          <a:scrgbClr r="0" g="0" b="0"/>
        </a:fillRef>
        <a:effectRef idx="2">
          <a:scrgbClr r="0" g="0" b="0"/>
        </a:effectRef>
        <a:fontRef idx="minor"/>
      </dsp:style>
    </dsp:sp>
    <dsp:sp modelId="{F0D9E5B9-E964-466C-8288-D42C28E85257}">
      <dsp:nvSpPr>
        <dsp:cNvPr id="0" name=""/>
        <dsp:cNvSpPr/>
      </dsp:nvSpPr>
      <dsp:spPr>
        <a:xfrm>
          <a:off x="2180" y="75483"/>
          <a:ext cx="1300207" cy="825658"/>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100" tIns="19050" rIns="38100" bIns="19050" numCol="1" spcCol="1270" anchor="ctr" anchorCtr="0">
          <a:noAutofit/>
        </a:bodyPr>
        <a:lstStyle/>
        <a:p>
          <a:pPr marL="0" lvl="0" indent="0" algn="ctr" defTabSz="444500">
            <a:lnSpc>
              <a:spcPct val="90000"/>
            </a:lnSpc>
            <a:spcBef>
              <a:spcPct val="0"/>
            </a:spcBef>
            <a:spcAft>
              <a:spcPct val="35000"/>
            </a:spcAft>
            <a:buNone/>
          </a:pPr>
          <a:r>
            <a:rPr lang="mn-MN" sz="1000" b="1" kern="1200">
              <a:solidFill>
                <a:schemeClr val="bg1"/>
              </a:solidFill>
              <a:latin typeface="Arial" pitchFamily="34" charset="0"/>
              <a:cs typeface="Arial" pitchFamily="34" charset="0"/>
            </a:rPr>
            <a:t>Спортын  мэдээ, уралдаан тэмцээний, дамжуулах эрх</a:t>
          </a:r>
          <a:endParaRPr lang="en-US" sz="1000" b="1" kern="1200">
            <a:solidFill>
              <a:schemeClr val="bg1"/>
            </a:solidFill>
            <a:latin typeface="Arial" pitchFamily="34" charset="0"/>
            <a:cs typeface="Arial" pitchFamily="34" charset="0"/>
          </a:endParaRPr>
        </a:p>
      </dsp:txBody>
      <dsp:txXfrm>
        <a:off x="42485" y="115788"/>
        <a:ext cx="1219597" cy="745048"/>
      </dsp:txXfrm>
    </dsp:sp>
    <dsp:sp modelId="{7E872FEE-A9C7-407F-A227-2E754CE7879A}">
      <dsp:nvSpPr>
        <dsp:cNvPr id="0" name=""/>
        <dsp:cNvSpPr/>
      </dsp:nvSpPr>
      <dsp:spPr>
        <a:xfrm>
          <a:off x="1314805" y="1048085"/>
          <a:ext cx="5826000" cy="969634"/>
        </a:xfrm>
        <a:prstGeom prst="rightArrow">
          <a:avLst>
            <a:gd name="adj1" fmla="val 75000"/>
            <a:gd name="adj2" fmla="val 5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44450" h="36350" prst="relaxedInset"/>
          <a:contourClr>
            <a:schemeClr val="bg1"/>
          </a:contourClr>
        </a:sp3d>
      </dsp:spPr>
      <dsp:style>
        <a:lnRef idx="1">
          <a:scrgbClr r="0" g="0" b="0"/>
        </a:lnRef>
        <a:fillRef idx="1">
          <a:scrgbClr r="0" g="0" b="0"/>
        </a:fillRef>
        <a:effectRef idx="2">
          <a:scrgbClr r="0" g="0" b="0"/>
        </a:effectRef>
        <a:fontRef idx="minor"/>
      </dsp:style>
    </dsp:sp>
    <dsp:sp modelId="{963373D5-4307-4887-A560-5F5CDE3014DA}">
      <dsp:nvSpPr>
        <dsp:cNvPr id="0" name=""/>
        <dsp:cNvSpPr/>
      </dsp:nvSpPr>
      <dsp:spPr>
        <a:xfrm>
          <a:off x="2993" y="1162815"/>
          <a:ext cx="1311811" cy="740173"/>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mn-MN" sz="1200" b="1" kern="1200">
              <a:solidFill>
                <a:schemeClr val="bg1"/>
              </a:solidFill>
              <a:latin typeface="Arial" pitchFamily="34" charset="0"/>
              <a:cs typeface="Arial" pitchFamily="34" charset="0"/>
            </a:rPr>
            <a:t>Шоу интертаймент нэвтрүүлэг</a:t>
          </a:r>
          <a:endParaRPr lang="en-US" sz="1200" b="1" kern="1200">
            <a:solidFill>
              <a:schemeClr val="bg1"/>
            </a:solidFill>
            <a:latin typeface="Arial" pitchFamily="34" charset="0"/>
            <a:cs typeface="Arial" pitchFamily="34" charset="0"/>
          </a:endParaRPr>
        </a:p>
      </dsp:txBody>
      <dsp:txXfrm>
        <a:off x="39125" y="1198947"/>
        <a:ext cx="1239547" cy="667909"/>
      </dsp:txXfrm>
    </dsp:sp>
    <dsp:sp modelId="{B292C244-D1AD-4DB9-B777-E84DD04B453E}">
      <dsp:nvSpPr>
        <dsp:cNvPr id="0" name=""/>
        <dsp:cNvSpPr/>
      </dsp:nvSpPr>
      <dsp:spPr>
        <a:xfrm>
          <a:off x="1291115" y="2093374"/>
          <a:ext cx="5852684" cy="894170"/>
        </a:xfrm>
        <a:prstGeom prst="rightArrow">
          <a:avLst>
            <a:gd name="adj1" fmla="val 75000"/>
            <a:gd name="adj2" fmla="val 5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4445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38735" tIns="38735" rIns="38735" bIns="38735" numCol="1" spcCol="1270" anchor="t" anchorCtr="0">
          <a:noAutofit/>
        </a:bodyPr>
        <a:lstStyle/>
        <a:p>
          <a:pPr marL="285750" lvl="1" indent="-285750" algn="l" defTabSz="2711450">
            <a:lnSpc>
              <a:spcPct val="90000"/>
            </a:lnSpc>
            <a:spcBef>
              <a:spcPct val="0"/>
            </a:spcBef>
            <a:spcAft>
              <a:spcPct val="15000"/>
            </a:spcAft>
            <a:buChar char="•"/>
          </a:pPr>
          <a:endParaRPr lang="en-US" sz="6100" kern="1200">
            <a:latin typeface="Arial" pitchFamily="34" charset="0"/>
            <a:cs typeface="Arial" pitchFamily="34" charset="0"/>
          </a:endParaRPr>
        </a:p>
      </dsp:txBody>
      <dsp:txXfrm>
        <a:off x="1291115" y="2205145"/>
        <a:ext cx="5517370" cy="670628"/>
      </dsp:txXfrm>
    </dsp:sp>
    <dsp:sp modelId="{19AB0C7D-59B3-4234-AF2B-724D4D533233}">
      <dsp:nvSpPr>
        <dsp:cNvPr id="0" name=""/>
        <dsp:cNvSpPr/>
      </dsp:nvSpPr>
      <dsp:spPr>
        <a:xfrm>
          <a:off x="0" y="2193051"/>
          <a:ext cx="1289996" cy="645312"/>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mn-MN" sz="1200" b="1" kern="1200">
              <a:solidFill>
                <a:schemeClr val="bg1"/>
              </a:solidFill>
              <a:latin typeface="Arial" pitchFamily="34" charset="0"/>
              <a:cs typeface="Arial" pitchFamily="34" charset="0"/>
            </a:rPr>
            <a:t>Кино урлагийн бүтээл</a:t>
          </a:r>
          <a:endParaRPr lang="en-US" sz="1200" b="1" kern="1200">
            <a:solidFill>
              <a:schemeClr val="bg1"/>
            </a:solidFill>
            <a:latin typeface="Arial" pitchFamily="34" charset="0"/>
            <a:cs typeface="Arial" pitchFamily="34" charset="0"/>
          </a:endParaRPr>
        </a:p>
      </dsp:txBody>
      <dsp:txXfrm>
        <a:off x="31502" y="2224553"/>
        <a:ext cx="1226992" cy="582308"/>
      </dsp:txXfrm>
    </dsp:sp>
    <dsp:sp modelId="{D1A8C9AF-7C59-4525-AB0D-88163EACEEE2}">
      <dsp:nvSpPr>
        <dsp:cNvPr id="0" name=""/>
        <dsp:cNvSpPr/>
      </dsp:nvSpPr>
      <dsp:spPr>
        <a:xfrm>
          <a:off x="1313477" y="3007396"/>
          <a:ext cx="5830322" cy="940341"/>
        </a:xfrm>
        <a:prstGeom prst="rightArrow">
          <a:avLst>
            <a:gd name="adj1" fmla="val 75000"/>
            <a:gd name="adj2" fmla="val 5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44450" h="36350" prst="relaxedInset"/>
          <a:contourClr>
            <a:schemeClr val="bg1"/>
          </a:contourClr>
        </a:sp3d>
      </dsp:spPr>
      <dsp:style>
        <a:lnRef idx="1">
          <a:scrgbClr r="0" g="0" b="0"/>
        </a:lnRef>
        <a:fillRef idx="1">
          <a:scrgbClr r="0" g="0" b="0"/>
        </a:fillRef>
        <a:effectRef idx="2">
          <a:scrgbClr r="0" g="0" b="0"/>
        </a:effectRef>
        <a:fontRef idx="minor"/>
      </dsp:style>
    </dsp:sp>
    <dsp:sp modelId="{833479C0-19BA-479F-BE9B-4951D24F1D26}">
      <dsp:nvSpPr>
        <dsp:cNvPr id="0" name=""/>
        <dsp:cNvSpPr/>
      </dsp:nvSpPr>
      <dsp:spPr>
        <a:xfrm>
          <a:off x="0" y="3156954"/>
          <a:ext cx="1306085" cy="682289"/>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mn-MN" sz="1100" b="1" kern="1200">
              <a:solidFill>
                <a:schemeClr val="bg1"/>
              </a:solidFill>
              <a:latin typeface="Arial" pitchFamily="34" charset="0"/>
              <a:cs typeface="Arial" pitchFamily="34" charset="0"/>
            </a:rPr>
            <a:t>Гадаад, дотоод мэдээ</a:t>
          </a:r>
          <a:endParaRPr lang="en-US" sz="1100" b="1" kern="1200">
            <a:solidFill>
              <a:schemeClr val="bg1"/>
            </a:solidFill>
            <a:latin typeface="Arial" pitchFamily="34" charset="0"/>
            <a:cs typeface="Arial" pitchFamily="34" charset="0"/>
          </a:endParaRPr>
        </a:p>
      </dsp:txBody>
      <dsp:txXfrm>
        <a:off x="33307" y="3190261"/>
        <a:ext cx="1239471" cy="61567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4C051E-E7BD-4C91-A524-06EC9000D4A0}">
      <dsp:nvSpPr>
        <dsp:cNvPr id="0" name=""/>
        <dsp:cNvSpPr/>
      </dsp:nvSpPr>
      <dsp:spPr>
        <a:xfrm>
          <a:off x="2413381" y="1435907"/>
          <a:ext cx="1040636" cy="1067510"/>
        </a:xfrm>
        <a:prstGeom prst="ellipse">
          <a:avLst/>
        </a:prstGeom>
        <a:gradFill rotWithShape="0">
          <a:gsLst>
            <a:gs pos="0">
              <a:schemeClr val="accent1">
                <a:shade val="80000"/>
                <a:hueOff val="0"/>
                <a:satOff val="0"/>
                <a:lumOff val="0"/>
                <a:alphaOff val="0"/>
                <a:satMod val="103000"/>
                <a:lumMod val="102000"/>
                <a:tint val="94000"/>
              </a:schemeClr>
            </a:gs>
            <a:gs pos="50000">
              <a:schemeClr val="accent1">
                <a:shade val="80000"/>
                <a:hueOff val="0"/>
                <a:satOff val="0"/>
                <a:lumOff val="0"/>
                <a:alphaOff val="0"/>
                <a:satMod val="110000"/>
                <a:lumMod val="100000"/>
                <a:shade val="100000"/>
              </a:schemeClr>
            </a:gs>
            <a:gs pos="100000">
              <a:schemeClr val="accent1">
                <a:shade val="8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mn-MN" sz="1000" b="1" kern="1200">
              <a:latin typeface="Arial" pitchFamily="34" charset="0"/>
              <a:cs typeface="Arial" pitchFamily="34" charset="0"/>
            </a:rPr>
            <a:t>Оюуны өмчийн хяналтын тогтолцоо</a:t>
          </a:r>
          <a:endParaRPr lang="en-US" sz="1000" b="1" kern="1200">
            <a:latin typeface="Arial" pitchFamily="34" charset="0"/>
            <a:cs typeface="Arial" pitchFamily="34" charset="0"/>
          </a:endParaRPr>
        </a:p>
      </dsp:txBody>
      <dsp:txXfrm>
        <a:off x="2565779" y="1592240"/>
        <a:ext cx="735840" cy="754844"/>
      </dsp:txXfrm>
    </dsp:sp>
    <dsp:sp modelId="{2C86CCDD-780B-4A3F-AD9B-8FB02E1D51B0}">
      <dsp:nvSpPr>
        <dsp:cNvPr id="0" name=""/>
        <dsp:cNvSpPr/>
      </dsp:nvSpPr>
      <dsp:spPr>
        <a:xfrm rot="16200000">
          <a:off x="2828760" y="1104068"/>
          <a:ext cx="209878" cy="279560"/>
        </a:xfrm>
        <a:prstGeom prst="rightArrow">
          <a:avLst>
            <a:gd name="adj1" fmla="val 60000"/>
            <a:gd name="adj2" fmla="val 50000"/>
          </a:avLst>
        </a:prstGeom>
        <a:gradFill rotWithShape="0">
          <a:gsLst>
            <a:gs pos="0">
              <a:schemeClr val="accent1">
                <a:shade val="90000"/>
                <a:hueOff val="0"/>
                <a:satOff val="0"/>
                <a:lumOff val="0"/>
                <a:alphaOff val="0"/>
                <a:satMod val="103000"/>
                <a:lumMod val="102000"/>
                <a:tint val="94000"/>
              </a:schemeClr>
            </a:gs>
            <a:gs pos="50000">
              <a:schemeClr val="accent1">
                <a:shade val="90000"/>
                <a:hueOff val="0"/>
                <a:satOff val="0"/>
                <a:lumOff val="0"/>
                <a:alphaOff val="0"/>
                <a:satMod val="110000"/>
                <a:lumMod val="100000"/>
                <a:shade val="100000"/>
              </a:schemeClr>
            </a:gs>
            <a:gs pos="100000">
              <a:schemeClr val="accent1">
                <a:shade val="9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2860242" y="1191462"/>
        <a:ext cx="146915" cy="167736"/>
      </dsp:txXfrm>
    </dsp:sp>
    <dsp:sp modelId="{42EB59C3-4162-4477-BB35-9405CF79638B}">
      <dsp:nvSpPr>
        <dsp:cNvPr id="0" name=""/>
        <dsp:cNvSpPr/>
      </dsp:nvSpPr>
      <dsp:spPr>
        <a:xfrm>
          <a:off x="2431531" y="-9587"/>
          <a:ext cx="1004337" cy="1049498"/>
        </a:xfrm>
        <a:prstGeom prst="ellipse">
          <a:avLst/>
        </a:prstGeom>
        <a:blipFill rotWithShape="0">
          <a:blip xmlns:r="http://schemas.openxmlformats.org/officeDocument/2006/relationships" r:embed="rId1"/>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endParaRPr lang="en-US" sz="1100" b="1" kern="1200">
            <a:latin typeface="Arial" pitchFamily="34" charset="0"/>
            <a:cs typeface="Arial" pitchFamily="34" charset="0"/>
          </a:endParaRPr>
        </a:p>
      </dsp:txBody>
      <dsp:txXfrm>
        <a:off x="2578613" y="144108"/>
        <a:ext cx="710173" cy="742108"/>
      </dsp:txXfrm>
    </dsp:sp>
    <dsp:sp modelId="{BE662594-8DA3-44B5-BDC7-3693F62D8100}">
      <dsp:nvSpPr>
        <dsp:cNvPr id="0" name=""/>
        <dsp:cNvSpPr/>
      </dsp:nvSpPr>
      <dsp:spPr>
        <a:xfrm rot="507708">
          <a:off x="3582783" y="1951077"/>
          <a:ext cx="331129" cy="279560"/>
        </a:xfrm>
        <a:prstGeom prst="rightArrow">
          <a:avLst>
            <a:gd name="adj1" fmla="val 60000"/>
            <a:gd name="adj2" fmla="val 50000"/>
          </a:avLst>
        </a:prstGeom>
        <a:gradFill rotWithShape="0">
          <a:gsLst>
            <a:gs pos="0">
              <a:schemeClr val="accent1">
                <a:shade val="90000"/>
                <a:hueOff val="58204"/>
                <a:satOff val="-997"/>
                <a:lumOff val="3993"/>
                <a:alphaOff val="0"/>
                <a:satMod val="103000"/>
                <a:lumMod val="102000"/>
                <a:tint val="94000"/>
              </a:schemeClr>
            </a:gs>
            <a:gs pos="50000">
              <a:schemeClr val="accent1">
                <a:shade val="90000"/>
                <a:hueOff val="58204"/>
                <a:satOff val="-997"/>
                <a:lumOff val="3993"/>
                <a:alphaOff val="0"/>
                <a:satMod val="110000"/>
                <a:lumMod val="100000"/>
                <a:shade val="100000"/>
              </a:schemeClr>
            </a:gs>
            <a:gs pos="100000">
              <a:schemeClr val="accent1">
                <a:shade val="90000"/>
                <a:hueOff val="58204"/>
                <a:satOff val="-997"/>
                <a:lumOff val="399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3583239" y="2000818"/>
        <a:ext cx="247261" cy="167736"/>
      </dsp:txXfrm>
    </dsp:sp>
    <dsp:sp modelId="{E793300F-A641-42F9-8129-1B633756B12C}">
      <dsp:nvSpPr>
        <dsp:cNvPr id="0" name=""/>
        <dsp:cNvSpPr/>
      </dsp:nvSpPr>
      <dsp:spPr>
        <a:xfrm>
          <a:off x="4060989" y="1698330"/>
          <a:ext cx="1031539" cy="1031539"/>
        </a:xfrm>
        <a:prstGeom prst="ellipse">
          <a:avLst/>
        </a:prstGeom>
        <a:blipFill rotWithShape="0">
          <a:blip xmlns:r="http://schemas.openxmlformats.org/officeDocument/2006/relationships" r:embed="rId2"/>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endParaRPr lang="en-US" sz="900" b="1" kern="1200">
            <a:latin typeface="Arial" pitchFamily="34" charset="0"/>
            <a:cs typeface="Arial" pitchFamily="34" charset="0"/>
          </a:endParaRPr>
        </a:p>
      </dsp:txBody>
      <dsp:txXfrm>
        <a:off x="4212054" y="1849395"/>
        <a:ext cx="729409" cy="729409"/>
      </dsp:txXfrm>
    </dsp:sp>
    <dsp:sp modelId="{BC51A2A1-D630-4631-8BC2-2BBA7E62E559}">
      <dsp:nvSpPr>
        <dsp:cNvPr id="0" name=""/>
        <dsp:cNvSpPr/>
      </dsp:nvSpPr>
      <dsp:spPr>
        <a:xfrm rot="19219911">
          <a:off x="3406111" y="1300636"/>
          <a:ext cx="331579" cy="279560"/>
        </a:xfrm>
        <a:prstGeom prst="rightArrow">
          <a:avLst>
            <a:gd name="adj1" fmla="val 60000"/>
            <a:gd name="adj2" fmla="val 50000"/>
          </a:avLst>
        </a:prstGeom>
        <a:gradFill rotWithShape="0">
          <a:gsLst>
            <a:gs pos="0">
              <a:schemeClr val="accent1">
                <a:shade val="90000"/>
                <a:hueOff val="116408"/>
                <a:satOff val="-1994"/>
                <a:lumOff val="7987"/>
                <a:alphaOff val="0"/>
                <a:satMod val="103000"/>
                <a:lumMod val="102000"/>
                <a:tint val="94000"/>
              </a:schemeClr>
            </a:gs>
            <a:gs pos="50000">
              <a:schemeClr val="accent1">
                <a:shade val="90000"/>
                <a:hueOff val="116408"/>
                <a:satOff val="-1994"/>
                <a:lumOff val="7987"/>
                <a:alphaOff val="0"/>
                <a:satMod val="110000"/>
                <a:lumMod val="100000"/>
                <a:shade val="100000"/>
              </a:schemeClr>
            </a:gs>
            <a:gs pos="100000">
              <a:schemeClr val="accent1">
                <a:shade val="90000"/>
                <a:hueOff val="116408"/>
                <a:satOff val="-1994"/>
                <a:lumOff val="798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3415766" y="1383316"/>
        <a:ext cx="247711" cy="167736"/>
      </dsp:txXfrm>
    </dsp:sp>
    <dsp:sp modelId="{89C1AA2F-9AED-451F-AD34-6A7DD2DD2CEF}">
      <dsp:nvSpPr>
        <dsp:cNvPr id="0" name=""/>
        <dsp:cNvSpPr/>
      </dsp:nvSpPr>
      <dsp:spPr>
        <a:xfrm>
          <a:off x="3701158" y="389741"/>
          <a:ext cx="1031539" cy="1031539"/>
        </a:xfrm>
        <a:prstGeom prst="ellipse">
          <a:avLst/>
        </a:prstGeom>
        <a:blipFill rotWithShape="0">
          <a:blip xmlns:r="http://schemas.openxmlformats.org/officeDocument/2006/relationships" r:embed="rId3"/>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150000"/>
            </a:lnSpc>
            <a:spcBef>
              <a:spcPct val="0"/>
            </a:spcBef>
            <a:spcAft>
              <a:spcPct val="35000"/>
            </a:spcAft>
            <a:buNone/>
          </a:pPr>
          <a:endParaRPr lang="en-US" sz="900" b="1" kern="1200" dirty="0">
            <a:latin typeface="Arial" pitchFamily="34" charset="0"/>
            <a:cs typeface="Arial" pitchFamily="34" charset="0"/>
          </a:endParaRPr>
        </a:p>
      </dsp:txBody>
      <dsp:txXfrm>
        <a:off x="3852223" y="540806"/>
        <a:ext cx="729409" cy="729409"/>
      </dsp:txXfrm>
    </dsp:sp>
    <dsp:sp modelId="{EDD1528B-0826-4D3D-9AE7-49297C1AC798}">
      <dsp:nvSpPr>
        <dsp:cNvPr id="0" name=""/>
        <dsp:cNvSpPr/>
      </dsp:nvSpPr>
      <dsp:spPr>
        <a:xfrm rot="3569585">
          <a:off x="3194484" y="2472639"/>
          <a:ext cx="235865" cy="279560"/>
        </a:xfrm>
        <a:prstGeom prst="rightArrow">
          <a:avLst>
            <a:gd name="adj1" fmla="val 60000"/>
            <a:gd name="adj2" fmla="val 50000"/>
          </a:avLst>
        </a:prstGeom>
        <a:gradFill rotWithShape="0">
          <a:gsLst>
            <a:gs pos="0">
              <a:schemeClr val="accent1">
                <a:shade val="90000"/>
                <a:hueOff val="174613"/>
                <a:satOff val="-2991"/>
                <a:lumOff val="11980"/>
                <a:alphaOff val="0"/>
                <a:satMod val="103000"/>
                <a:lumMod val="102000"/>
                <a:tint val="94000"/>
              </a:schemeClr>
            </a:gs>
            <a:gs pos="50000">
              <a:schemeClr val="accent1">
                <a:shade val="90000"/>
                <a:hueOff val="174613"/>
                <a:satOff val="-2991"/>
                <a:lumOff val="11980"/>
                <a:alphaOff val="0"/>
                <a:satMod val="110000"/>
                <a:lumMod val="100000"/>
                <a:shade val="100000"/>
              </a:schemeClr>
            </a:gs>
            <a:gs pos="100000">
              <a:schemeClr val="accent1">
                <a:shade val="90000"/>
                <a:hueOff val="174613"/>
                <a:satOff val="-2991"/>
                <a:lumOff val="1198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3211903" y="2498069"/>
        <a:ext cx="165106" cy="167736"/>
      </dsp:txXfrm>
    </dsp:sp>
    <dsp:sp modelId="{367F0AC1-0733-489E-8492-788FB1A97476}">
      <dsp:nvSpPr>
        <dsp:cNvPr id="0" name=""/>
        <dsp:cNvSpPr/>
      </dsp:nvSpPr>
      <dsp:spPr>
        <a:xfrm>
          <a:off x="3140481" y="2740656"/>
          <a:ext cx="1130701" cy="1078928"/>
        </a:xfrm>
        <a:prstGeom prst="ellipse">
          <a:avLst/>
        </a:prstGeom>
        <a:blipFill rotWithShape="0">
          <a:blip xmlns:r="http://schemas.openxmlformats.org/officeDocument/2006/relationships" r:embed="rId4"/>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150000"/>
            </a:lnSpc>
            <a:spcBef>
              <a:spcPct val="0"/>
            </a:spcBef>
            <a:spcAft>
              <a:spcPct val="35000"/>
            </a:spcAft>
            <a:buNone/>
          </a:pPr>
          <a:endParaRPr lang="en-US" sz="900" b="1" kern="1200" dirty="0">
            <a:latin typeface="Arial" pitchFamily="34" charset="0"/>
            <a:cs typeface="Arial" pitchFamily="34" charset="0"/>
          </a:endParaRPr>
        </a:p>
      </dsp:txBody>
      <dsp:txXfrm>
        <a:off x="3306068" y="2898661"/>
        <a:ext cx="799527" cy="762918"/>
      </dsp:txXfrm>
    </dsp:sp>
    <dsp:sp modelId="{98CEAC59-FA10-4C5C-BD54-2D18861BA938}">
      <dsp:nvSpPr>
        <dsp:cNvPr id="0" name=""/>
        <dsp:cNvSpPr/>
      </dsp:nvSpPr>
      <dsp:spPr>
        <a:xfrm rot="6942857">
          <a:off x="2518708" y="2478035"/>
          <a:ext cx="205715" cy="279560"/>
        </a:xfrm>
        <a:prstGeom prst="rightArrow">
          <a:avLst>
            <a:gd name="adj1" fmla="val 60000"/>
            <a:gd name="adj2" fmla="val 50000"/>
          </a:avLst>
        </a:prstGeom>
        <a:gradFill rotWithShape="0">
          <a:gsLst>
            <a:gs pos="0">
              <a:schemeClr val="accent1">
                <a:shade val="90000"/>
                <a:hueOff val="232817"/>
                <a:satOff val="-3987"/>
                <a:lumOff val="15973"/>
                <a:alphaOff val="0"/>
                <a:satMod val="103000"/>
                <a:lumMod val="102000"/>
                <a:tint val="94000"/>
              </a:schemeClr>
            </a:gs>
            <a:gs pos="50000">
              <a:schemeClr val="accent1">
                <a:shade val="90000"/>
                <a:hueOff val="232817"/>
                <a:satOff val="-3987"/>
                <a:lumOff val="15973"/>
                <a:alphaOff val="0"/>
                <a:satMod val="110000"/>
                <a:lumMod val="100000"/>
                <a:shade val="100000"/>
              </a:schemeClr>
            </a:gs>
            <a:gs pos="100000">
              <a:schemeClr val="accent1">
                <a:shade val="90000"/>
                <a:hueOff val="232817"/>
                <a:satOff val="-3987"/>
                <a:lumOff val="1597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rot="10800000">
        <a:off x="2562953" y="2506146"/>
        <a:ext cx="144001" cy="167736"/>
      </dsp:txXfrm>
    </dsp:sp>
    <dsp:sp modelId="{D079A5D9-DAE5-4587-B17A-EFFE7B41CEED}">
      <dsp:nvSpPr>
        <dsp:cNvPr id="0" name=""/>
        <dsp:cNvSpPr/>
      </dsp:nvSpPr>
      <dsp:spPr>
        <a:xfrm>
          <a:off x="1754058" y="2747869"/>
          <a:ext cx="1097114" cy="1064507"/>
        </a:xfrm>
        <a:prstGeom prst="ellipse">
          <a:avLst/>
        </a:prstGeom>
        <a:gradFill rotWithShape="0">
          <a:gsLst>
            <a:gs pos="0">
              <a:schemeClr val="accent1">
                <a:shade val="80000"/>
                <a:hueOff val="232855"/>
                <a:satOff val="-4171"/>
                <a:lumOff val="17723"/>
                <a:alphaOff val="0"/>
                <a:satMod val="103000"/>
                <a:lumMod val="102000"/>
                <a:tint val="94000"/>
              </a:schemeClr>
            </a:gs>
            <a:gs pos="50000">
              <a:schemeClr val="accent1">
                <a:shade val="80000"/>
                <a:hueOff val="232855"/>
                <a:satOff val="-4171"/>
                <a:lumOff val="17723"/>
                <a:alphaOff val="0"/>
                <a:satMod val="110000"/>
                <a:lumMod val="100000"/>
                <a:shade val="100000"/>
              </a:schemeClr>
            </a:gs>
            <a:gs pos="100000">
              <a:schemeClr val="accent1">
                <a:shade val="80000"/>
                <a:hueOff val="232855"/>
                <a:satOff val="-4171"/>
                <a:lumOff val="1772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mn-MN" sz="900" b="1" kern="1200">
              <a:latin typeface="Arial" pitchFamily="34" charset="0"/>
              <a:cs typeface="Arial" pitchFamily="34" charset="0"/>
            </a:rPr>
            <a:t>Иргэний нийгмийн байгууллага</a:t>
          </a:r>
          <a:endParaRPr lang="en-US" sz="900" b="1" kern="1200" dirty="0">
            <a:latin typeface="Arial" pitchFamily="34" charset="0"/>
            <a:cs typeface="Arial" pitchFamily="34" charset="0"/>
          </a:endParaRPr>
        </a:p>
      </dsp:txBody>
      <dsp:txXfrm>
        <a:off x="1914727" y="2903762"/>
        <a:ext cx="775776" cy="752721"/>
      </dsp:txXfrm>
    </dsp:sp>
    <dsp:sp modelId="{9324E4C1-EA82-4C17-901E-D051ACAA8C92}">
      <dsp:nvSpPr>
        <dsp:cNvPr id="0" name=""/>
        <dsp:cNvSpPr/>
      </dsp:nvSpPr>
      <dsp:spPr>
        <a:xfrm rot="10392007">
          <a:off x="2009608" y="1922835"/>
          <a:ext cx="289107" cy="279560"/>
        </a:xfrm>
        <a:prstGeom prst="rightArrow">
          <a:avLst>
            <a:gd name="adj1" fmla="val 60000"/>
            <a:gd name="adj2" fmla="val 50000"/>
          </a:avLst>
        </a:prstGeom>
        <a:gradFill rotWithShape="0">
          <a:gsLst>
            <a:gs pos="0">
              <a:schemeClr val="accent1">
                <a:shade val="90000"/>
                <a:hueOff val="291021"/>
                <a:satOff val="-4984"/>
                <a:lumOff val="19967"/>
                <a:alphaOff val="0"/>
                <a:satMod val="103000"/>
                <a:lumMod val="102000"/>
                <a:tint val="94000"/>
              </a:schemeClr>
            </a:gs>
            <a:gs pos="50000">
              <a:schemeClr val="accent1">
                <a:shade val="90000"/>
                <a:hueOff val="291021"/>
                <a:satOff val="-4984"/>
                <a:lumOff val="19967"/>
                <a:alphaOff val="0"/>
                <a:satMod val="110000"/>
                <a:lumMod val="100000"/>
                <a:shade val="100000"/>
              </a:schemeClr>
            </a:gs>
            <a:gs pos="100000">
              <a:schemeClr val="accent1">
                <a:shade val="90000"/>
                <a:hueOff val="291021"/>
                <a:satOff val="-4984"/>
                <a:lumOff val="1996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rot="10800000">
        <a:off x="2093181" y="1973782"/>
        <a:ext cx="205239" cy="167736"/>
      </dsp:txXfrm>
    </dsp:sp>
    <dsp:sp modelId="{183C3ADF-2550-4E80-8182-127ED5F3F1FA}">
      <dsp:nvSpPr>
        <dsp:cNvPr id="0" name=""/>
        <dsp:cNvSpPr/>
      </dsp:nvSpPr>
      <dsp:spPr>
        <a:xfrm>
          <a:off x="847301" y="1641176"/>
          <a:ext cx="1031539" cy="1031539"/>
        </a:xfrm>
        <a:prstGeom prst="ellipse">
          <a:avLst/>
        </a:prstGeom>
        <a:blipFill rotWithShape="0">
          <a:blip xmlns:r="http://schemas.openxmlformats.org/officeDocument/2006/relationships" r:embed="rId5"/>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endParaRPr lang="en-US" sz="900" b="1" kern="1200" dirty="0">
            <a:latin typeface="Arial" pitchFamily="34" charset="0"/>
            <a:cs typeface="Arial" pitchFamily="34" charset="0"/>
          </a:endParaRPr>
        </a:p>
      </dsp:txBody>
      <dsp:txXfrm>
        <a:off x="998366" y="1792241"/>
        <a:ext cx="729409" cy="729409"/>
      </dsp:txXfrm>
    </dsp:sp>
    <dsp:sp modelId="{290665E0-651A-4D01-BA6F-FC32EE7F00DC}">
      <dsp:nvSpPr>
        <dsp:cNvPr id="0" name=""/>
        <dsp:cNvSpPr/>
      </dsp:nvSpPr>
      <dsp:spPr>
        <a:xfrm rot="13227501">
          <a:off x="2140491" y="1293535"/>
          <a:ext cx="328603" cy="279560"/>
        </a:xfrm>
        <a:prstGeom prst="rightArrow">
          <a:avLst>
            <a:gd name="adj1" fmla="val 60000"/>
            <a:gd name="adj2" fmla="val 50000"/>
          </a:avLst>
        </a:prstGeom>
        <a:gradFill rotWithShape="0">
          <a:gsLst>
            <a:gs pos="0">
              <a:schemeClr val="accent1">
                <a:shade val="90000"/>
                <a:hueOff val="349225"/>
                <a:satOff val="-5981"/>
                <a:lumOff val="23960"/>
                <a:alphaOff val="0"/>
                <a:satMod val="103000"/>
                <a:lumMod val="102000"/>
                <a:tint val="94000"/>
              </a:schemeClr>
            </a:gs>
            <a:gs pos="50000">
              <a:schemeClr val="accent1">
                <a:shade val="90000"/>
                <a:hueOff val="349225"/>
                <a:satOff val="-5981"/>
                <a:lumOff val="23960"/>
                <a:alphaOff val="0"/>
                <a:satMod val="110000"/>
                <a:lumMod val="100000"/>
                <a:shade val="100000"/>
              </a:schemeClr>
            </a:gs>
            <a:gs pos="100000">
              <a:schemeClr val="accent1">
                <a:shade val="90000"/>
                <a:hueOff val="349225"/>
                <a:satOff val="-5981"/>
                <a:lumOff val="2396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rot="10800000">
        <a:off x="2214332" y="1376658"/>
        <a:ext cx="244735" cy="167736"/>
      </dsp:txXfrm>
    </dsp:sp>
    <dsp:sp modelId="{A7BD2D76-AE7B-49C0-936A-5A77EEDEB3C7}">
      <dsp:nvSpPr>
        <dsp:cNvPr id="0" name=""/>
        <dsp:cNvSpPr/>
      </dsp:nvSpPr>
      <dsp:spPr>
        <a:xfrm>
          <a:off x="1210540" y="448770"/>
          <a:ext cx="974598" cy="933842"/>
        </a:xfrm>
        <a:prstGeom prst="ellipse">
          <a:avLst/>
        </a:prstGeom>
        <a:blipFill rotWithShape="0">
          <a:blip xmlns:r="http://schemas.openxmlformats.org/officeDocument/2006/relationships" r:embed="rId6"/>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endParaRPr lang="en-US" sz="900" b="1" kern="1200" dirty="0">
            <a:latin typeface="Arial" pitchFamily="34" charset="0"/>
            <a:cs typeface="Arial" pitchFamily="34" charset="0"/>
          </a:endParaRPr>
        </a:p>
      </dsp:txBody>
      <dsp:txXfrm>
        <a:off x="1353267" y="585528"/>
        <a:ext cx="689144" cy="660326"/>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6F792DF-127A-4639-BC4B-72176A2AB573}" type="datetimeFigureOut">
              <a:rPr lang="en-US" smtClean="0"/>
              <a:pPr/>
              <a:t>12/15/2024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503ACF-7E19-40E0-AFC2-EEE989AEFFFF}" type="slidenum">
              <a:rPr lang="en-US" smtClean="0"/>
              <a:pPr/>
              <a:t>‹#›</a:t>
            </a:fld>
            <a:endParaRPr lang="en-US"/>
          </a:p>
        </p:txBody>
      </p:sp>
    </p:spTree>
    <p:extLst>
      <p:ext uri="{BB962C8B-B14F-4D97-AF65-F5344CB8AC3E}">
        <p14:creationId xmlns:p14="http://schemas.microsoft.com/office/powerpoint/2010/main" val="4156768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EDF642-B262-430D-B430-4F661DAD0EEB}" type="slidenum">
              <a:rPr lang="en-US" smtClean="0"/>
              <a:pPr/>
              <a:t>1</a:t>
            </a:fld>
            <a:endParaRPr lang="en-US"/>
          </a:p>
        </p:txBody>
      </p:sp>
    </p:spTree>
    <p:extLst>
      <p:ext uri="{BB962C8B-B14F-4D97-AF65-F5344CB8AC3E}">
        <p14:creationId xmlns:p14="http://schemas.microsoft.com/office/powerpoint/2010/main" val="12551965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a:t>
            </a:fld>
            <a:endParaRPr lang="en-US" dirty="0"/>
          </a:p>
        </p:txBody>
      </p:sp>
    </p:spTree>
    <p:extLst>
      <p:ext uri="{BB962C8B-B14F-4D97-AF65-F5344CB8AC3E}">
        <p14:creationId xmlns:p14="http://schemas.microsoft.com/office/powerpoint/2010/main" val="31021041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3</a:t>
            </a:fld>
            <a:endParaRPr lang="en-US"/>
          </a:p>
        </p:txBody>
      </p:sp>
    </p:spTree>
    <p:extLst>
      <p:ext uri="{BB962C8B-B14F-4D97-AF65-F5344CB8AC3E}">
        <p14:creationId xmlns:p14="http://schemas.microsoft.com/office/powerpoint/2010/main" val="38535633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4</a:t>
            </a:fld>
            <a:endParaRPr lang="en-US"/>
          </a:p>
        </p:txBody>
      </p:sp>
    </p:spTree>
    <p:extLst>
      <p:ext uri="{BB962C8B-B14F-4D97-AF65-F5344CB8AC3E}">
        <p14:creationId xmlns:p14="http://schemas.microsoft.com/office/powerpoint/2010/main" val="25000608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5</a:t>
            </a:fld>
            <a:endParaRPr lang="en-US"/>
          </a:p>
        </p:txBody>
      </p:sp>
    </p:spTree>
    <p:extLst>
      <p:ext uri="{BB962C8B-B14F-4D97-AF65-F5344CB8AC3E}">
        <p14:creationId xmlns:p14="http://schemas.microsoft.com/office/powerpoint/2010/main" val="3030963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6</a:t>
            </a:fld>
            <a:endParaRPr lang="en-US"/>
          </a:p>
        </p:txBody>
      </p:sp>
    </p:spTree>
    <p:extLst>
      <p:ext uri="{BB962C8B-B14F-4D97-AF65-F5344CB8AC3E}">
        <p14:creationId xmlns:p14="http://schemas.microsoft.com/office/powerpoint/2010/main" val="9315210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7</a:t>
            </a:fld>
            <a:endParaRPr lang="en-US"/>
          </a:p>
        </p:txBody>
      </p:sp>
    </p:spTree>
    <p:extLst>
      <p:ext uri="{BB962C8B-B14F-4D97-AF65-F5344CB8AC3E}">
        <p14:creationId xmlns:p14="http://schemas.microsoft.com/office/powerpoint/2010/main" val="16703223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8</a:t>
            </a:fld>
            <a:endParaRPr lang="en-US"/>
          </a:p>
        </p:txBody>
      </p:sp>
    </p:spTree>
    <p:extLst>
      <p:ext uri="{BB962C8B-B14F-4D97-AF65-F5344CB8AC3E}">
        <p14:creationId xmlns:p14="http://schemas.microsoft.com/office/powerpoint/2010/main" val="16948852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9</a:t>
            </a:fld>
            <a:endParaRPr lang="en-US"/>
          </a:p>
        </p:txBody>
      </p:sp>
    </p:spTree>
    <p:extLst>
      <p:ext uri="{BB962C8B-B14F-4D97-AF65-F5344CB8AC3E}">
        <p14:creationId xmlns:p14="http://schemas.microsoft.com/office/powerpoint/2010/main" val="41528048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10</a:t>
            </a:fld>
            <a:endParaRPr lang="en-US"/>
          </a:p>
        </p:txBody>
      </p:sp>
    </p:spTree>
    <p:extLst>
      <p:ext uri="{BB962C8B-B14F-4D97-AF65-F5344CB8AC3E}">
        <p14:creationId xmlns:p14="http://schemas.microsoft.com/office/powerpoint/2010/main" val="2253559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11</a:t>
            </a:fld>
            <a:endParaRPr lang="en-US"/>
          </a:p>
        </p:txBody>
      </p:sp>
    </p:spTree>
    <p:extLst>
      <p:ext uri="{BB962C8B-B14F-4D97-AF65-F5344CB8AC3E}">
        <p14:creationId xmlns:p14="http://schemas.microsoft.com/office/powerpoint/2010/main" val="5141600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12</a:t>
            </a:fld>
            <a:endParaRPr lang="en-US"/>
          </a:p>
        </p:txBody>
      </p:sp>
    </p:spTree>
    <p:extLst>
      <p:ext uri="{BB962C8B-B14F-4D97-AF65-F5344CB8AC3E}">
        <p14:creationId xmlns:p14="http://schemas.microsoft.com/office/powerpoint/2010/main" val="39870442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13</a:t>
            </a:fld>
            <a:endParaRPr lang="en-US"/>
          </a:p>
        </p:txBody>
      </p:sp>
    </p:spTree>
    <p:extLst>
      <p:ext uri="{BB962C8B-B14F-4D97-AF65-F5344CB8AC3E}">
        <p14:creationId xmlns:p14="http://schemas.microsoft.com/office/powerpoint/2010/main" val="25958480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14</a:t>
            </a:fld>
            <a:endParaRPr lang="en-US"/>
          </a:p>
        </p:txBody>
      </p:sp>
    </p:spTree>
    <p:extLst>
      <p:ext uri="{BB962C8B-B14F-4D97-AF65-F5344CB8AC3E}">
        <p14:creationId xmlns:p14="http://schemas.microsoft.com/office/powerpoint/2010/main" val="25393851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15</a:t>
            </a:fld>
            <a:endParaRPr lang="en-US"/>
          </a:p>
        </p:txBody>
      </p:sp>
    </p:spTree>
    <p:extLst>
      <p:ext uri="{BB962C8B-B14F-4D97-AF65-F5344CB8AC3E}">
        <p14:creationId xmlns:p14="http://schemas.microsoft.com/office/powerpoint/2010/main" val="42926304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16</a:t>
            </a:fld>
            <a:endParaRPr lang="en-US"/>
          </a:p>
        </p:txBody>
      </p:sp>
    </p:spTree>
    <p:extLst>
      <p:ext uri="{BB962C8B-B14F-4D97-AF65-F5344CB8AC3E}">
        <p14:creationId xmlns:p14="http://schemas.microsoft.com/office/powerpoint/2010/main" val="8995719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17</a:t>
            </a:fld>
            <a:endParaRPr lang="en-US"/>
          </a:p>
        </p:txBody>
      </p:sp>
    </p:spTree>
    <p:extLst>
      <p:ext uri="{BB962C8B-B14F-4D97-AF65-F5344CB8AC3E}">
        <p14:creationId xmlns:p14="http://schemas.microsoft.com/office/powerpoint/2010/main" val="27804679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18</a:t>
            </a:fld>
            <a:endParaRPr lang="en-US"/>
          </a:p>
        </p:txBody>
      </p:sp>
    </p:spTree>
    <p:extLst>
      <p:ext uri="{BB962C8B-B14F-4D97-AF65-F5344CB8AC3E}">
        <p14:creationId xmlns:p14="http://schemas.microsoft.com/office/powerpoint/2010/main" val="10122975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19</a:t>
            </a:fld>
            <a:endParaRPr lang="en-US"/>
          </a:p>
        </p:txBody>
      </p:sp>
    </p:spTree>
    <p:extLst>
      <p:ext uri="{BB962C8B-B14F-4D97-AF65-F5344CB8AC3E}">
        <p14:creationId xmlns:p14="http://schemas.microsoft.com/office/powerpoint/2010/main" val="14690111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20</a:t>
            </a:fld>
            <a:endParaRPr lang="en-US"/>
          </a:p>
        </p:txBody>
      </p:sp>
    </p:spTree>
    <p:extLst>
      <p:ext uri="{BB962C8B-B14F-4D97-AF65-F5344CB8AC3E}">
        <p14:creationId xmlns:p14="http://schemas.microsoft.com/office/powerpoint/2010/main" val="5319129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21</a:t>
            </a:fld>
            <a:endParaRPr lang="en-US"/>
          </a:p>
        </p:txBody>
      </p:sp>
    </p:spTree>
    <p:extLst>
      <p:ext uri="{BB962C8B-B14F-4D97-AF65-F5344CB8AC3E}">
        <p14:creationId xmlns:p14="http://schemas.microsoft.com/office/powerpoint/2010/main" val="27827778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22</a:t>
            </a:fld>
            <a:endParaRPr lang="en-US"/>
          </a:p>
        </p:txBody>
      </p:sp>
    </p:spTree>
    <p:extLst>
      <p:ext uri="{BB962C8B-B14F-4D97-AF65-F5344CB8AC3E}">
        <p14:creationId xmlns:p14="http://schemas.microsoft.com/office/powerpoint/2010/main" val="28647742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23</a:t>
            </a:fld>
            <a:endParaRPr lang="en-US"/>
          </a:p>
        </p:txBody>
      </p:sp>
    </p:spTree>
    <p:extLst>
      <p:ext uri="{BB962C8B-B14F-4D97-AF65-F5344CB8AC3E}">
        <p14:creationId xmlns:p14="http://schemas.microsoft.com/office/powerpoint/2010/main" val="7960971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24</a:t>
            </a:fld>
            <a:endParaRPr lang="en-US"/>
          </a:p>
        </p:txBody>
      </p:sp>
    </p:spTree>
    <p:extLst>
      <p:ext uri="{BB962C8B-B14F-4D97-AF65-F5344CB8AC3E}">
        <p14:creationId xmlns:p14="http://schemas.microsoft.com/office/powerpoint/2010/main" val="40550651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25</a:t>
            </a:fld>
            <a:endParaRPr lang="en-US"/>
          </a:p>
        </p:txBody>
      </p:sp>
    </p:spTree>
    <p:extLst>
      <p:ext uri="{BB962C8B-B14F-4D97-AF65-F5344CB8AC3E}">
        <p14:creationId xmlns:p14="http://schemas.microsoft.com/office/powerpoint/2010/main" val="36784770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26</a:t>
            </a:fld>
            <a:endParaRPr lang="en-US"/>
          </a:p>
        </p:txBody>
      </p:sp>
    </p:spTree>
    <p:extLst>
      <p:ext uri="{BB962C8B-B14F-4D97-AF65-F5344CB8AC3E}">
        <p14:creationId xmlns:p14="http://schemas.microsoft.com/office/powerpoint/2010/main" val="42213814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27</a:t>
            </a:fld>
            <a:endParaRPr lang="en-US"/>
          </a:p>
        </p:txBody>
      </p:sp>
    </p:spTree>
    <p:extLst>
      <p:ext uri="{BB962C8B-B14F-4D97-AF65-F5344CB8AC3E}">
        <p14:creationId xmlns:p14="http://schemas.microsoft.com/office/powerpoint/2010/main" val="18731045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28</a:t>
            </a:fld>
            <a:endParaRPr lang="en-US"/>
          </a:p>
        </p:txBody>
      </p:sp>
    </p:spTree>
    <p:extLst>
      <p:ext uri="{BB962C8B-B14F-4D97-AF65-F5344CB8AC3E}">
        <p14:creationId xmlns:p14="http://schemas.microsoft.com/office/powerpoint/2010/main" val="23240343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29</a:t>
            </a:fld>
            <a:endParaRPr lang="en-US"/>
          </a:p>
        </p:txBody>
      </p:sp>
    </p:spTree>
    <p:extLst>
      <p:ext uri="{BB962C8B-B14F-4D97-AF65-F5344CB8AC3E}">
        <p14:creationId xmlns:p14="http://schemas.microsoft.com/office/powerpoint/2010/main" val="24409729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30</a:t>
            </a:fld>
            <a:endParaRPr lang="en-US"/>
          </a:p>
        </p:txBody>
      </p:sp>
    </p:spTree>
    <p:extLst>
      <p:ext uri="{BB962C8B-B14F-4D97-AF65-F5344CB8AC3E}">
        <p14:creationId xmlns:p14="http://schemas.microsoft.com/office/powerpoint/2010/main" val="11706397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31</a:t>
            </a:fld>
            <a:endParaRPr lang="en-US"/>
          </a:p>
        </p:txBody>
      </p:sp>
    </p:spTree>
    <p:extLst>
      <p:ext uri="{BB962C8B-B14F-4D97-AF65-F5344CB8AC3E}">
        <p14:creationId xmlns:p14="http://schemas.microsoft.com/office/powerpoint/2010/main" val="13652724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32</a:t>
            </a:fld>
            <a:endParaRPr lang="en-US"/>
          </a:p>
        </p:txBody>
      </p:sp>
    </p:spTree>
    <p:extLst>
      <p:ext uri="{BB962C8B-B14F-4D97-AF65-F5344CB8AC3E}">
        <p14:creationId xmlns:p14="http://schemas.microsoft.com/office/powerpoint/2010/main" val="26366684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33</a:t>
            </a:fld>
            <a:endParaRPr lang="en-US"/>
          </a:p>
        </p:txBody>
      </p:sp>
    </p:spTree>
    <p:extLst>
      <p:ext uri="{BB962C8B-B14F-4D97-AF65-F5344CB8AC3E}">
        <p14:creationId xmlns:p14="http://schemas.microsoft.com/office/powerpoint/2010/main" val="27755121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34</a:t>
            </a:fld>
            <a:endParaRPr lang="en-US"/>
          </a:p>
        </p:txBody>
      </p:sp>
    </p:spTree>
    <p:extLst>
      <p:ext uri="{BB962C8B-B14F-4D97-AF65-F5344CB8AC3E}">
        <p14:creationId xmlns:p14="http://schemas.microsoft.com/office/powerpoint/2010/main" val="18287582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35</a:t>
            </a:fld>
            <a:endParaRPr lang="en-US"/>
          </a:p>
        </p:txBody>
      </p:sp>
    </p:spTree>
    <p:extLst>
      <p:ext uri="{BB962C8B-B14F-4D97-AF65-F5344CB8AC3E}">
        <p14:creationId xmlns:p14="http://schemas.microsoft.com/office/powerpoint/2010/main" val="27999082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36</a:t>
            </a:fld>
            <a:endParaRPr lang="en-US"/>
          </a:p>
        </p:txBody>
      </p:sp>
    </p:spTree>
    <p:extLst>
      <p:ext uri="{BB962C8B-B14F-4D97-AF65-F5344CB8AC3E}">
        <p14:creationId xmlns:p14="http://schemas.microsoft.com/office/powerpoint/2010/main" val="131212016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37</a:t>
            </a:fld>
            <a:endParaRPr lang="en-US"/>
          </a:p>
        </p:txBody>
      </p:sp>
    </p:spTree>
    <p:extLst>
      <p:ext uri="{BB962C8B-B14F-4D97-AF65-F5344CB8AC3E}">
        <p14:creationId xmlns:p14="http://schemas.microsoft.com/office/powerpoint/2010/main" val="23392520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38</a:t>
            </a:fld>
            <a:endParaRPr lang="en-US"/>
          </a:p>
        </p:txBody>
      </p:sp>
    </p:spTree>
    <p:extLst>
      <p:ext uri="{BB962C8B-B14F-4D97-AF65-F5344CB8AC3E}">
        <p14:creationId xmlns:p14="http://schemas.microsoft.com/office/powerpoint/2010/main" val="31261772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39</a:t>
            </a:fld>
            <a:endParaRPr lang="en-US"/>
          </a:p>
        </p:txBody>
      </p:sp>
    </p:spTree>
    <p:extLst>
      <p:ext uri="{BB962C8B-B14F-4D97-AF65-F5344CB8AC3E}">
        <p14:creationId xmlns:p14="http://schemas.microsoft.com/office/powerpoint/2010/main" val="39392832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40</a:t>
            </a:fld>
            <a:endParaRPr lang="en-US"/>
          </a:p>
        </p:txBody>
      </p:sp>
    </p:spTree>
    <p:extLst>
      <p:ext uri="{BB962C8B-B14F-4D97-AF65-F5344CB8AC3E}">
        <p14:creationId xmlns:p14="http://schemas.microsoft.com/office/powerpoint/2010/main" val="105200139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41</a:t>
            </a:fld>
            <a:endParaRPr lang="en-US"/>
          </a:p>
        </p:txBody>
      </p:sp>
    </p:spTree>
    <p:extLst>
      <p:ext uri="{BB962C8B-B14F-4D97-AF65-F5344CB8AC3E}">
        <p14:creationId xmlns:p14="http://schemas.microsoft.com/office/powerpoint/2010/main" val="136080093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42</a:t>
            </a:fld>
            <a:endParaRPr lang="en-US"/>
          </a:p>
        </p:txBody>
      </p:sp>
    </p:spTree>
    <p:extLst>
      <p:ext uri="{BB962C8B-B14F-4D97-AF65-F5344CB8AC3E}">
        <p14:creationId xmlns:p14="http://schemas.microsoft.com/office/powerpoint/2010/main" val="21967419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43</a:t>
            </a:fld>
            <a:endParaRPr lang="en-US"/>
          </a:p>
        </p:txBody>
      </p:sp>
    </p:spTree>
    <p:extLst>
      <p:ext uri="{BB962C8B-B14F-4D97-AF65-F5344CB8AC3E}">
        <p14:creationId xmlns:p14="http://schemas.microsoft.com/office/powerpoint/2010/main" val="286746786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44</a:t>
            </a:fld>
            <a:endParaRPr lang="en-US"/>
          </a:p>
        </p:txBody>
      </p:sp>
    </p:spTree>
    <p:extLst>
      <p:ext uri="{BB962C8B-B14F-4D97-AF65-F5344CB8AC3E}">
        <p14:creationId xmlns:p14="http://schemas.microsoft.com/office/powerpoint/2010/main" val="81533131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45</a:t>
            </a:fld>
            <a:endParaRPr lang="en-US"/>
          </a:p>
        </p:txBody>
      </p:sp>
    </p:spTree>
    <p:extLst>
      <p:ext uri="{BB962C8B-B14F-4D97-AF65-F5344CB8AC3E}">
        <p14:creationId xmlns:p14="http://schemas.microsoft.com/office/powerpoint/2010/main" val="228772638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46</a:t>
            </a:fld>
            <a:endParaRPr lang="en-US"/>
          </a:p>
        </p:txBody>
      </p:sp>
    </p:spTree>
    <p:extLst>
      <p:ext uri="{BB962C8B-B14F-4D97-AF65-F5344CB8AC3E}">
        <p14:creationId xmlns:p14="http://schemas.microsoft.com/office/powerpoint/2010/main" val="10851903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47</a:t>
            </a:fld>
            <a:endParaRPr lang="en-US"/>
          </a:p>
        </p:txBody>
      </p:sp>
    </p:spTree>
    <p:extLst>
      <p:ext uri="{BB962C8B-B14F-4D97-AF65-F5344CB8AC3E}">
        <p14:creationId xmlns:p14="http://schemas.microsoft.com/office/powerpoint/2010/main" val="107783004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48</a:t>
            </a:fld>
            <a:endParaRPr lang="en-US"/>
          </a:p>
        </p:txBody>
      </p:sp>
    </p:spTree>
    <p:extLst>
      <p:ext uri="{BB962C8B-B14F-4D97-AF65-F5344CB8AC3E}">
        <p14:creationId xmlns:p14="http://schemas.microsoft.com/office/powerpoint/2010/main" val="356876579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7503ACF-7E19-40E0-AFC2-EEE989AEFFFF}" type="slidenum">
              <a:rPr lang="en-US" smtClean="0"/>
              <a:pPr/>
              <a:t>49</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50</a:t>
            </a:fld>
            <a:endParaRPr lang="en-US"/>
          </a:p>
        </p:txBody>
      </p:sp>
    </p:spTree>
    <p:extLst>
      <p:ext uri="{BB962C8B-B14F-4D97-AF65-F5344CB8AC3E}">
        <p14:creationId xmlns:p14="http://schemas.microsoft.com/office/powerpoint/2010/main" val="316255314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51</a:t>
            </a:fld>
            <a:endParaRPr lang="en-US"/>
          </a:p>
        </p:txBody>
      </p:sp>
    </p:spTree>
    <p:extLst>
      <p:ext uri="{BB962C8B-B14F-4D97-AF65-F5344CB8AC3E}">
        <p14:creationId xmlns:p14="http://schemas.microsoft.com/office/powerpoint/2010/main" val="3835843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52</a:t>
            </a:fld>
            <a:endParaRPr lang="en-US"/>
          </a:p>
        </p:txBody>
      </p:sp>
    </p:spTree>
    <p:extLst>
      <p:ext uri="{BB962C8B-B14F-4D97-AF65-F5344CB8AC3E}">
        <p14:creationId xmlns:p14="http://schemas.microsoft.com/office/powerpoint/2010/main" val="114915461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53</a:t>
            </a:fld>
            <a:endParaRPr lang="en-US"/>
          </a:p>
        </p:txBody>
      </p:sp>
    </p:spTree>
    <p:extLst>
      <p:ext uri="{BB962C8B-B14F-4D97-AF65-F5344CB8AC3E}">
        <p14:creationId xmlns:p14="http://schemas.microsoft.com/office/powerpoint/2010/main" val="387288881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54</a:t>
            </a:fld>
            <a:endParaRPr lang="en-US"/>
          </a:p>
        </p:txBody>
      </p:sp>
    </p:spTree>
    <p:extLst>
      <p:ext uri="{BB962C8B-B14F-4D97-AF65-F5344CB8AC3E}">
        <p14:creationId xmlns:p14="http://schemas.microsoft.com/office/powerpoint/2010/main" val="126974428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55</a:t>
            </a:fld>
            <a:endParaRPr lang="en-US"/>
          </a:p>
        </p:txBody>
      </p:sp>
    </p:spTree>
    <p:extLst>
      <p:ext uri="{BB962C8B-B14F-4D97-AF65-F5344CB8AC3E}">
        <p14:creationId xmlns:p14="http://schemas.microsoft.com/office/powerpoint/2010/main" val="49800094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56</a:t>
            </a:fld>
            <a:endParaRPr lang="en-US"/>
          </a:p>
        </p:txBody>
      </p:sp>
    </p:spTree>
    <p:extLst>
      <p:ext uri="{BB962C8B-B14F-4D97-AF65-F5344CB8AC3E}">
        <p14:creationId xmlns:p14="http://schemas.microsoft.com/office/powerpoint/2010/main" val="305010932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57</a:t>
            </a:fld>
            <a:endParaRPr lang="en-US"/>
          </a:p>
        </p:txBody>
      </p:sp>
    </p:spTree>
    <p:extLst>
      <p:ext uri="{BB962C8B-B14F-4D97-AF65-F5344CB8AC3E}">
        <p14:creationId xmlns:p14="http://schemas.microsoft.com/office/powerpoint/2010/main" val="345322532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58</a:t>
            </a:fld>
            <a:endParaRPr lang="en-US"/>
          </a:p>
        </p:txBody>
      </p:sp>
    </p:spTree>
    <p:extLst>
      <p:ext uri="{BB962C8B-B14F-4D97-AF65-F5344CB8AC3E}">
        <p14:creationId xmlns:p14="http://schemas.microsoft.com/office/powerpoint/2010/main" val="402602726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59</a:t>
            </a:fld>
            <a:endParaRPr lang="en-US"/>
          </a:p>
        </p:txBody>
      </p:sp>
    </p:spTree>
    <p:extLst>
      <p:ext uri="{BB962C8B-B14F-4D97-AF65-F5344CB8AC3E}">
        <p14:creationId xmlns:p14="http://schemas.microsoft.com/office/powerpoint/2010/main" val="65222035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60</a:t>
            </a:fld>
            <a:endParaRPr lang="en-US"/>
          </a:p>
        </p:txBody>
      </p:sp>
    </p:spTree>
    <p:extLst>
      <p:ext uri="{BB962C8B-B14F-4D97-AF65-F5344CB8AC3E}">
        <p14:creationId xmlns:p14="http://schemas.microsoft.com/office/powerpoint/2010/main" val="210534505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503ACF-7E19-40E0-AFC2-EEE989AEFFFF}" type="slidenum">
              <a:rPr lang="en-US" smtClean="0"/>
              <a:pPr/>
              <a:t>61</a:t>
            </a:fld>
            <a:endParaRPr lang="en-US"/>
          </a:p>
        </p:txBody>
      </p:sp>
    </p:spTree>
    <p:extLst>
      <p:ext uri="{BB962C8B-B14F-4D97-AF65-F5344CB8AC3E}">
        <p14:creationId xmlns:p14="http://schemas.microsoft.com/office/powerpoint/2010/main" val="10340137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86166-A4C8-7F93-1138-79AFCC473AB3}"/>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3B4075DF-191E-77BD-4DEF-52D1CE446287}"/>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546DDB1B-31B7-9210-2FDD-90A5316064A9}"/>
              </a:ext>
            </a:extLst>
          </p:cNvPr>
          <p:cNvSpPr>
            <a:spLocks noGrp="1"/>
          </p:cNvSpPr>
          <p:nvPr>
            <p:ph type="dt" sz="half" idx="10"/>
          </p:nvPr>
        </p:nvSpPr>
        <p:spPr/>
        <p:txBody>
          <a:bodyPr/>
          <a:lstStyle/>
          <a:p>
            <a:fld id="{80741BCA-7E30-4F21-8D43-F7971E64C92A}" type="datetimeFigureOut">
              <a:rPr lang="en-US" smtClean="0"/>
              <a:pPr/>
              <a:t>12/15/2024</a:t>
            </a:fld>
            <a:endParaRPr lang="en-US"/>
          </a:p>
        </p:txBody>
      </p:sp>
      <p:sp>
        <p:nvSpPr>
          <p:cNvPr id="5" name="Footer Placeholder 4">
            <a:extLst>
              <a:ext uri="{FF2B5EF4-FFF2-40B4-BE49-F238E27FC236}">
                <a16:creationId xmlns:a16="http://schemas.microsoft.com/office/drawing/2014/main" id="{F71A0640-FFD4-0C24-2B02-49CDE0B5A3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A41265-8ADB-112E-6047-19153AACAFE2}"/>
              </a:ext>
            </a:extLst>
          </p:cNvPr>
          <p:cNvSpPr>
            <a:spLocks noGrp="1"/>
          </p:cNvSpPr>
          <p:nvPr>
            <p:ph type="sldNum" sz="quarter" idx="12"/>
          </p:nvPr>
        </p:nvSpPr>
        <p:spPr/>
        <p:txBody>
          <a:bodyPr/>
          <a:lstStyle/>
          <a:p>
            <a:fld id="{255D7762-9AD2-4E39-B54A-DDEFF4B516FA}" type="slidenum">
              <a:rPr lang="en-US" smtClean="0"/>
              <a:pPr/>
              <a:t>‹#›</a:t>
            </a:fld>
            <a:endParaRPr lang="en-US"/>
          </a:p>
        </p:txBody>
      </p:sp>
    </p:spTree>
    <p:extLst>
      <p:ext uri="{BB962C8B-B14F-4D97-AF65-F5344CB8AC3E}">
        <p14:creationId xmlns:p14="http://schemas.microsoft.com/office/powerpoint/2010/main" val="33929265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AB6CD-7509-2D37-AED5-9C7FE5C7B9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AB91D3-EC6C-D3B9-0C5A-C890EF4506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F42789-157D-502F-DACA-31CC56B04943}"/>
              </a:ext>
            </a:extLst>
          </p:cNvPr>
          <p:cNvSpPr>
            <a:spLocks noGrp="1"/>
          </p:cNvSpPr>
          <p:nvPr>
            <p:ph type="dt" sz="half" idx="10"/>
          </p:nvPr>
        </p:nvSpPr>
        <p:spPr/>
        <p:txBody>
          <a:bodyPr/>
          <a:lstStyle/>
          <a:p>
            <a:fld id="{80741BCA-7E30-4F21-8D43-F7971E64C92A}" type="datetimeFigureOut">
              <a:rPr lang="en-US" smtClean="0"/>
              <a:pPr/>
              <a:t>12/15/2024</a:t>
            </a:fld>
            <a:endParaRPr lang="en-US"/>
          </a:p>
        </p:txBody>
      </p:sp>
      <p:sp>
        <p:nvSpPr>
          <p:cNvPr id="5" name="Footer Placeholder 4">
            <a:extLst>
              <a:ext uri="{FF2B5EF4-FFF2-40B4-BE49-F238E27FC236}">
                <a16:creationId xmlns:a16="http://schemas.microsoft.com/office/drawing/2014/main" id="{795E570C-2213-9342-DB0D-C74F6540A7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C4BB4E-D7F0-A2B3-D5F8-1F51496092E6}"/>
              </a:ext>
            </a:extLst>
          </p:cNvPr>
          <p:cNvSpPr>
            <a:spLocks noGrp="1"/>
          </p:cNvSpPr>
          <p:nvPr>
            <p:ph type="sldNum" sz="quarter" idx="12"/>
          </p:nvPr>
        </p:nvSpPr>
        <p:spPr/>
        <p:txBody>
          <a:bodyPr/>
          <a:lstStyle/>
          <a:p>
            <a:fld id="{255D7762-9AD2-4E39-B54A-DDEFF4B516FA}" type="slidenum">
              <a:rPr lang="en-US" smtClean="0"/>
              <a:pPr/>
              <a:t>‹#›</a:t>
            </a:fld>
            <a:endParaRPr lang="en-US"/>
          </a:p>
        </p:txBody>
      </p:sp>
    </p:spTree>
    <p:extLst>
      <p:ext uri="{BB962C8B-B14F-4D97-AF65-F5344CB8AC3E}">
        <p14:creationId xmlns:p14="http://schemas.microsoft.com/office/powerpoint/2010/main" val="3607616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F1504-9A4A-081A-5F69-8BC7F7856236}"/>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512A05C0-F054-9CFA-2103-27A93E39A935}"/>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CD0606-DC8E-32FE-0C07-3EF86399BF4E}"/>
              </a:ext>
            </a:extLst>
          </p:cNvPr>
          <p:cNvSpPr>
            <a:spLocks noGrp="1"/>
          </p:cNvSpPr>
          <p:nvPr>
            <p:ph type="dt" sz="half" idx="10"/>
          </p:nvPr>
        </p:nvSpPr>
        <p:spPr/>
        <p:txBody>
          <a:bodyPr/>
          <a:lstStyle/>
          <a:p>
            <a:fld id="{80741BCA-7E30-4F21-8D43-F7971E64C92A}" type="datetimeFigureOut">
              <a:rPr lang="en-US" smtClean="0"/>
              <a:pPr/>
              <a:t>12/15/2024</a:t>
            </a:fld>
            <a:endParaRPr lang="en-US"/>
          </a:p>
        </p:txBody>
      </p:sp>
      <p:sp>
        <p:nvSpPr>
          <p:cNvPr id="5" name="Footer Placeholder 4">
            <a:extLst>
              <a:ext uri="{FF2B5EF4-FFF2-40B4-BE49-F238E27FC236}">
                <a16:creationId xmlns:a16="http://schemas.microsoft.com/office/drawing/2014/main" id="{E913F202-5F16-074C-6E6E-452F9E109B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5B3652-4015-943B-E39C-2DBC17F5605E}"/>
              </a:ext>
            </a:extLst>
          </p:cNvPr>
          <p:cNvSpPr>
            <a:spLocks noGrp="1"/>
          </p:cNvSpPr>
          <p:nvPr>
            <p:ph type="sldNum" sz="quarter" idx="12"/>
          </p:nvPr>
        </p:nvSpPr>
        <p:spPr/>
        <p:txBody>
          <a:bodyPr/>
          <a:lstStyle/>
          <a:p>
            <a:fld id="{255D7762-9AD2-4E39-B54A-DDEFF4B516FA}" type="slidenum">
              <a:rPr lang="en-US" smtClean="0"/>
              <a:pPr/>
              <a:t>‹#›</a:t>
            </a:fld>
            <a:endParaRPr lang="en-US"/>
          </a:p>
        </p:txBody>
      </p:sp>
    </p:spTree>
    <p:extLst>
      <p:ext uri="{BB962C8B-B14F-4D97-AF65-F5344CB8AC3E}">
        <p14:creationId xmlns:p14="http://schemas.microsoft.com/office/powerpoint/2010/main" val="1576174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9DBB0-EDCD-B43E-3F07-57680B45BE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AFE781-80F9-0195-AFAF-1D47432426F4}"/>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11C6B0F-D2B0-D4A9-BBA5-6254A6D7556C}"/>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73E89D3-0E3C-8D41-AF24-F85A7257C12F}"/>
              </a:ext>
            </a:extLst>
          </p:cNvPr>
          <p:cNvSpPr>
            <a:spLocks noGrp="1"/>
          </p:cNvSpPr>
          <p:nvPr>
            <p:ph type="dt" sz="half" idx="10"/>
          </p:nvPr>
        </p:nvSpPr>
        <p:spPr/>
        <p:txBody>
          <a:bodyPr/>
          <a:lstStyle/>
          <a:p>
            <a:fld id="{80741BCA-7E30-4F21-8D43-F7971E64C92A}" type="datetimeFigureOut">
              <a:rPr lang="en-US" smtClean="0"/>
              <a:pPr/>
              <a:t>12/15/2024</a:t>
            </a:fld>
            <a:endParaRPr lang="en-US"/>
          </a:p>
        </p:txBody>
      </p:sp>
      <p:sp>
        <p:nvSpPr>
          <p:cNvPr id="6" name="Footer Placeholder 5">
            <a:extLst>
              <a:ext uri="{FF2B5EF4-FFF2-40B4-BE49-F238E27FC236}">
                <a16:creationId xmlns:a16="http://schemas.microsoft.com/office/drawing/2014/main" id="{285D604B-BBFA-C82C-426B-CD43C7031A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A86D42-575E-5613-F5B1-B8FCC309E28E}"/>
              </a:ext>
            </a:extLst>
          </p:cNvPr>
          <p:cNvSpPr>
            <a:spLocks noGrp="1"/>
          </p:cNvSpPr>
          <p:nvPr>
            <p:ph type="sldNum" sz="quarter" idx="12"/>
          </p:nvPr>
        </p:nvSpPr>
        <p:spPr/>
        <p:txBody>
          <a:bodyPr/>
          <a:lstStyle/>
          <a:p>
            <a:fld id="{255D7762-9AD2-4E39-B54A-DDEFF4B516FA}" type="slidenum">
              <a:rPr lang="en-US" smtClean="0"/>
              <a:pPr/>
              <a:t>‹#›</a:t>
            </a:fld>
            <a:endParaRPr lang="en-US"/>
          </a:p>
        </p:txBody>
      </p:sp>
    </p:spTree>
    <p:extLst>
      <p:ext uri="{BB962C8B-B14F-4D97-AF65-F5344CB8AC3E}">
        <p14:creationId xmlns:p14="http://schemas.microsoft.com/office/powerpoint/2010/main" val="2471288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ED551-68E3-461D-EAE3-8F35679DE4BB}"/>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5863DD8-4DC1-E665-58D1-471DAA0BB22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DB2CD669-8CB1-BCBC-ABD3-69F8E504D11A}"/>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314506D-2005-9D80-286E-F3343E64FF5D}"/>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8931B7FD-232A-3DF5-9BF7-8165B41373E5}"/>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84E1A5A-B754-1BED-60C6-76A9DB908BA7}"/>
              </a:ext>
            </a:extLst>
          </p:cNvPr>
          <p:cNvSpPr>
            <a:spLocks noGrp="1"/>
          </p:cNvSpPr>
          <p:nvPr>
            <p:ph type="dt" sz="half" idx="10"/>
          </p:nvPr>
        </p:nvSpPr>
        <p:spPr/>
        <p:txBody>
          <a:bodyPr/>
          <a:lstStyle/>
          <a:p>
            <a:fld id="{80741BCA-7E30-4F21-8D43-F7971E64C92A}" type="datetimeFigureOut">
              <a:rPr lang="en-US" smtClean="0"/>
              <a:pPr/>
              <a:t>12/15/2024</a:t>
            </a:fld>
            <a:endParaRPr lang="en-US"/>
          </a:p>
        </p:txBody>
      </p:sp>
      <p:sp>
        <p:nvSpPr>
          <p:cNvPr id="8" name="Footer Placeholder 7">
            <a:extLst>
              <a:ext uri="{FF2B5EF4-FFF2-40B4-BE49-F238E27FC236}">
                <a16:creationId xmlns:a16="http://schemas.microsoft.com/office/drawing/2014/main" id="{F5718B6A-BE65-0052-DB49-D13AC77CA91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6D0F415-9D88-0111-A970-6F2018829BB1}"/>
              </a:ext>
            </a:extLst>
          </p:cNvPr>
          <p:cNvSpPr>
            <a:spLocks noGrp="1"/>
          </p:cNvSpPr>
          <p:nvPr>
            <p:ph type="sldNum" sz="quarter" idx="12"/>
          </p:nvPr>
        </p:nvSpPr>
        <p:spPr/>
        <p:txBody>
          <a:bodyPr/>
          <a:lstStyle/>
          <a:p>
            <a:fld id="{255D7762-9AD2-4E39-B54A-DDEFF4B516FA}" type="slidenum">
              <a:rPr lang="en-US" smtClean="0"/>
              <a:pPr/>
              <a:t>‹#›</a:t>
            </a:fld>
            <a:endParaRPr lang="en-US"/>
          </a:p>
        </p:txBody>
      </p:sp>
    </p:spTree>
    <p:extLst>
      <p:ext uri="{BB962C8B-B14F-4D97-AF65-F5344CB8AC3E}">
        <p14:creationId xmlns:p14="http://schemas.microsoft.com/office/powerpoint/2010/main" val="3866204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39F07-3333-A3B5-01E1-3B721E1754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F174FBD-6F97-3EC0-B4B1-ADA20F84CD45}"/>
              </a:ext>
            </a:extLst>
          </p:cNvPr>
          <p:cNvSpPr>
            <a:spLocks noGrp="1"/>
          </p:cNvSpPr>
          <p:nvPr>
            <p:ph type="dt" sz="half" idx="10"/>
          </p:nvPr>
        </p:nvSpPr>
        <p:spPr/>
        <p:txBody>
          <a:bodyPr/>
          <a:lstStyle/>
          <a:p>
            <a:fld id="{80741BCA-7E30-4F21-8D43-F7971E64C92A}" type="datetimeFigureOut">
              <a:rPr lang="en-US" smtClean="0"/>
              <a:pPr/>
              <a:t>12/15/2024</a:t>
            </a:fld>
            <a:endParaRPr lang="en-US"/>
          </a:p>
        </p:txBody>
      </p:sp>
      <p:sp>
        <p:nvSpPr>
          <p:cNvPr id="4" name="Footer Placeholder 3">
            <a:extLst>
              <a:ext uri="{FF2B5EF4-FFF2-40B4-BE49-F238E27FC236}">
                <a16:creationId xmlns:a16="http://schemas.microsoft.com/office/drawing/2014/main" id="{5B4DE45A-54B9-58B0-B780-83034C8E4F8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8E9B59C-AE9B-6F04-749F-77C4D8576105}"/>
              </a:ext>
            </a:extLst>
          </p:cNvPr>
          <p:cNvSpPr>
            <a:spLocks noGrp="1"/>
          </p:cNvSpPr>
          <p:nvPr>
            <p:ph type="sldNum" sz="quarter" idx="12"/>
          </p:nvPr>
        </p:nvSpPr>
        <p:spPr/>
        <p:txBody>
          <a:bodyPr/>
          <a:lstStyle/>
          <a:p>
            <a:fld id="{255D7762-9AD2-4E39-B54A-DDEFF4B516FA}" type="slidenum">
              <a:rPr lang="en-US" smtClean="0"/>
              <a:pPr/>
              <a:t>‹#›</a:t>
            </a:fld>
            <a:endParaRPr lang="en-US"/>
          </a:p>
        </p:txBody>
      </p:sp>
    </p:spTree>
    <p:extLst>
      <p:ext uri="{BB962C8B-B14F-4D97-AF65-F5344CB8AC3E}">
        <p14:creationId xmlns:p14="http://schemas.microsoft.com/office/powerpoint/2010/main" val="4270406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AAC5DB-65A7-B596-A391-F47874B344BC}"/>
              </a:ext>
            </a:extLst>
          </p:cNvPr>
          <p:cNvSpPr>
            <a:spLocks noGrp="1"/>
          </p:cNvSpPr>
          <p:nvPr>
            <p:ph type="dt" sz="half" idx="10"/>
          </p:nvPr>
        </p:nvSpPr>
        <p:spPr/>
        <p:txBody>
          <a:bodyPr/>
          <a:lstStyle/>
          <a:p>
            <a:fld id="{80741BCA-7E30-4F21-8D43-F7971E64C92A}" type="datetimeFigureOut">
              <a:rPr lang="en-US" smtClean="0"/>
              <a:pPr/>
              <a:t>12/15/2024</a:t>
            </a:fld>
            <a:endParaRPr lang="en-US"/>
          </a:p>
        </p:txBody>
      </p:sp>
      <p:sp>
        <p:nvSpPr>
          <p:cNvPr id="3" name="Footer Placeholder 2">
            <a:extLst>
              <a:ext uri="{FF2B5EF4-FFF2-40B4-BE49-F238E27FC236}">
                <a16:creationId xmlns:a16="http://schemas.microsoft.com/office/drawing/2014/main" id="{68658615-EEE7-D39E-DF41-DDD2B60AD8C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2BBD44D-28A4-439D-E38E-5AB48F0B9DD3}"/>
              </a:ext>
            </a:extLst>
          </p:cNvPr>
          <p:cNvSpPr>
            <a:spLocks noGrp="1"/>
          </p:cNvSpPr>
          <p:nvPr>
            <p:ph type="sldNum" sz="quarter" idx="12"/>
          </p:nvPr>
        </p:nvSpPr>
        <p:spPr/>
        <p:txBody>
          <a:bodyPr/>
          <a:lstStyle/>
          <a:p>
            <a:fld id="{255D7762-9AD2-4E39-B54A-DDEFF4B516FA}" type="slidenum">
              <a:rPr lang="en-US" smtClean="0"/>
              <a:pPr/>
              <a:t>‹#›</a:t>
            </a:fld>
            <a:endParaRPr lang="en-US"/>
          </a:p>
        </p:txBody>
      </p:sp>
    </p:spTree>
    <p:extLst>
      <p:ext uri="{BB962C8B-B14F-4D97-AF65-F5344CB8AC3E}">
        <p14:creationId xmlns:p14="http://schemas.microsoft.com/office/powerpoint/2010/main" val="1869563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77A3D-3F6B-BC39-A1D7-7A6F081588F1}"/>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2831064D-C3BC-D193-83D0-FC0A8D83503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CF8CD06-D36F-5BAA-F4AC-DD48A2869A2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8388B3F-32F5-330C-EE97-D7177AC74233}"/>
              </a:ext>
            </a:extLst>
          </p:cNvPr>
          <p:cNvSpPr>
            <a:spLocks noGrp="1"/>
          </p:cNvSpPr>
          <p:nvPr>
            <p:ph type="dt" sz="half" idx="10"/>
          </p:nvPr>
        </p:nvSpPr>
        <p:spPr/>
        <p:txBody>
          <a:bodyPr/>
          <a:lstStyle/>
          <a:p>
            <a:fld id="{80741BCA-7E30-4F21-8D43-F7971E64C92A}" type="datetimeFigureOut">
              <a:rPr lang="en-US" smtClean="0"/>
              <a:pPr/>
              <a:t>12/15/2024</a:t>
            </a:fld>
            <a:endParaRPr lang="en-US"/>
          </a:p>
        </p:txBody>
      </p:sp>
      <p:sp>
        <p:nvSpPr>
          <p:cNvPr id="6" name="Footer Placeholder 5">
            <a:extLst>
              <a:ext uri="{FF2B5EF4-FFF2-40B4-BE49-F238E27FC236}">
                <a16:creationId xmlns:a16="http://schemas.microsoft.com/office/drawing/2014/main" id="{E014278E-9972-B9CD-600B-DCC773D5B2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55E921-9910-D30A-924D-F4314F0FA725}"/>
              </a:ext>
            </a:extLst>
          </p:cNvPr>
          <p:cNvSpPr>
            <a:spLocks noGrp="1"/>
          </p:cNvSpPr>
          <p:nvPr>
            <p:ph type="sldNum" sz="quarter" idx="12"/>
          </p:nvPr>
        </p:nvSpPr>
        <p:spPr/>
        <p:txBody>
          <a:bodyPr/>
          <a:lstStyle/>
          <a:p>
            <a:fld id="{255D7762-9AD2-4E39-B54A-DDEFF4B516FA}" type="slidenum">
              <a:rPr lang="en-US" smtClean="0"/>
              <a:pPr/>
              <a:t>‹#›</a:t>
            </a:fld>
            <a:endParaRPr lang="en-US"/>
          </a:p>
        </p:txBody>
      </p:sp>
    </p:spTree>
    <p:extLst>
      <p:ext uri="{BB962C8B-B14F-4D97-AF65-F5344CB8AC3E}">
        <p14:creationId xmlns:p14="http://schemas.microsoft.com/office/powerpoint/2010/main" val="3217338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9E51F-46A3-BD75-78FC-47A87A7C11A1}"/>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BADD06B1-C79D-0D25-63D2-3830A74ABA0B}"/>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C36F740E-963C-E912-9F20-FF45A974031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7461A2E-5C6F-CEDD-26F8-0389A3B93341}"/>
              </a:ext>
            </a:extLst>
          </p:cNvPr>
          <p:cNvSpPr>
            <a:spLocks noGrp="1"/>
          </p:cNvSpPr>
          <p:nvPr>
            <p:ph type="dt" sz="half" idx="10"/>
          </p:nvPr>
        </p:nvSpPr>
        <p:spPr/>
        <p:txBody>
          <a:bodyPr/>
          <a:lstStyle/>
          <a:p>
            <a:fld id="{80741BCA-7E30-4F21-8D43-F7971E64C92A}" type="datetimeFigureOut">
              <a:rPr lang="en-US" smtClean="0"/>
              <a:pPr/>
              <a:t>12/15/2024</a:t>
            </a:fld>
            <a:endParaRPr lang="en-US"/>
          </a:p>
        </p:txBody>
      </p:sp>
      <p:sp>
        <p:nvSpPr>
          <p:cNvPr id="6" name="Footer Placeholder 5">
            <a:extLst>
              <a:ext uri="{FF2B5EF4-FFF2-40B4-BE49-F238E27FC236}">
                <a16:creationId xmlns:a16="http://schemas.microsoft.com/office/drawing/2014/main" id="{2FC77CA2-0A67-6E6E-DDBB-5AFA530689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0D151-0AC3-BF84-1CFA-9B8E8A6BA031}"/>
              </a:ext>
            </a:extLst>
          </p:cNvPr>
          <p:cNvSpPr>
            <a:spLocks noGrp="1"/>
          </p:cNvSpPr>
          <p:nvPr>
            <p:ph type="sldNum" sz="quarter" idx="12"/>
          </p:nvPr>
        </p:nvSpPr>
        <p:spPr/>
        <p:txBody>
          <a:bodyPr/>
          <a:lstStyle/>
          <a:p>
            <a:fld id="{255D7762-9AD2-4E39-B54A-DDEFF4B516FA}" type="slidenum">
              <a:rPr lang="en-US" smtClean="0"/>
              <a:pPr/>
              <a:t>‹#›</a:t>
            </a:fld>
            <a:endParaRPr lang="en-US"/>
          </a:p>
        </p:txBody>
      </p:sp>
    </p:spTree>
    <p:extLst>
      <p:ext uri="{BB962C8B-B14F-4D97-AF65-F5344CB8AC3E}">
        <p14:creationId xmlns:p14="http://schemas.microsoft.com/office/powerpoint/2010/main" val="1566344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7ADAB-DE52-D1DB-C008-CC9E0CA51A6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225C4A6-73E5-6834-9E92-2CB9C15DBE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1D3D1F-83A9-9C0A-9B02-3BBF757A7F4A}"/>
              </a:ext>
            </a:extLst>
          </p:cNvPr>
          <p:cNvSpPr>
            <a:spLocks noGrp="1"/>
          </p:cNvSpPr>
          <p:nvPr>
            <p:ph type="dt" sz="half" idx="10"/>
          </p:nvPr>
        </p:nvSpPr>
        <p:spPr/>
        <p:txBody>
          <a:bodyPr/>
          <a:lstStyle/>
          <a:p>
            <a:fld id="{80741BCA-7E30-4F21-8D43-F7971E64C92A}" type="datetimeFigureOut">
              <a:rPr lang="en-US" smtClean="0"/>
              <a:pPr/>
              <a:t>12/15/2024</a:t>
            </a:fld>
            <a:endParaRPr lang="en-US"/>
          </a:p>
        </p:txBody>
      </p:sp>
      <p:sp>
        <p:nvSpPr>
          <p:cNvPr id="5" name="Footer Placeholder 4">
            <a:extLst>
              <a:ext uri="{FF2B5EF4-FFF2-40B4-BE49-F238E27FC236}">
                <a16:creationId xmlns:a16="http://schemas.microsoft.com/office/drawing/2014/main" id="{DBF1E4E0-95BC-768F-2E19-664CB68E79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4160A2-9427-84E1-BCC0-5C0D82EC9E09}"/>
              </a:ext>
            </a:extLst>
          </p:cNvPr>
          <p:cNvSpPr>
            <a:spLocks noGrp="1"/>
          </p:cNvSpPr>
          <p:nvPr>
            <p:ph type="sldNum" sz="quarter" idx="12"/>
          </p:nvPr>
        </p:nvSpPr>
        <p:spPr/>
        <p:txBody>
          <a:bodyPr/>
          <a:lstStyle/>
          <a:p>
            <a:fld id="{255D7762-9AD2-4E39-B54A-DDEFF4B516FA}" type="slidenum">
              <a:rPr lang="en-US" smtClean="0"/>
              <a:pPr/>
              <a:t>‹#›</a:t>
            </a:fld>
            <a:endParaRPr lang="en-US"/>
          </a:p>
        </p:txBody>
      </p:sp>
    </p:spTree>
    <p:extLst>
      <p:ext uri="{BB962C8B-B14F-4D97-AF65-F5344CB8AC3E}">
        <p14:creationId xmlns:p14="http://schemas.microsoft.com/office/powerpoint/2010/main" val="4639260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464D31-0A0A-031A-893F-2F48BCF101DF}"/>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112F028-610D-3763-F6DC-71F0202E0D12}"/>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8CFE20-6803-8E82-72E9-46F193196D9A}"/>
              </a:ext>
            </a:extLst>
          </p:cNvPr>
          <p:cNvSpPr>
            <a:spLocks noGrp="1"/>
          </p:cNvSpPr>
          <p:nvPr>
            <p:ph type="dt" sz="half" idx="10"/>
          </p:nvPr>
        </p:nvSpPr>
        <p:spPr/>
        <p:txBody>
          <a:bodyPr/>
          <a:lstStyle/>
          <a:p>
            <a:fld id="{80741BCA-7E30-4F21-8D43-F7971E64C92A}" type="datetimeFigureOut">
              <a:rPr lang="en-US" smtClean="0"/>
              <a:pPr/>
              <a:t>12/15/2024</a:t>
            </a:fld>
            <a:endParaRPr lang="en-US"/>
          </a:p>
        </p:txBody>
      </p:sp>
      <p:sp>
        <p:nvSpPr>
          <p:cNvPr id="5" name="Footer Placeholder 4">
            <a:extLst>
              <a:ext uri="{FF2B5EF4-FFF2-40B4-BE49-F238E27FC236}">
                <a16:creationId xmlns:a16="http://schemas.microsoft.com/office/drawing/2014/main" id="{DDD44C0C-B6BB-63C4-F992-662827DCE8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3715D8-BACE-7ACC-1862-BD3416A8255A}"/>
              </a:ext>
            </a:extLst>
          </p:cNvPr>
          <p:cNvSpPr>
            <a:spLocks noGrp="1"/>
          </p:cNvSpPr>
          <p:nvPr>
            <p:ph type="sldNum" sz="quarter" idx="12"/>
          </p:nvPr>
        </p:nvSpPr>
        <p:spPr/>
        <p:txBody>
          <a:bodyPr/>
          <a:lstStyle/>
          <a:p>
            <a:fld id="{255D7762-9AD2-4E39-B54A-DDEFF4B516FA}" type="slidenum">
              <a:rPr lang="en-US" smtClean="0"/>
              <a:pPr/>
              <a:t>‹#›</a:t>
            </a:fld>
            <a:endParaRPr lang="en-US"/>
          </a:p>
        </p:txBody>
      </p:sp>
    </p:spTree>
    <p:extLst>
      <p:ext uri="{BB962C8B-B14F-4D97-AF65-F5344CB8AC3E}">
        <p14:creationId xmlns:p14="http://schemas.microsoft.com/office/powerpoint/2010/main" val="1947022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8D17E9-F539-15A0-83BB-79EFBECC0708}"/>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97E3713-E1F3-1D8E-74DF-053DBE4A1099}"/>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251B1E-58D0-1C61-C39F-FBE08C6550E4}"/>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0741BCA-7E30-4F21-8D43-F7971E64C92A}" type="datetimeFigureOut">
              <a:rPr lang="en-US" smtClean="0"/>
              <a:pPr/>
              <a:t>12/15/2024</a:t>
            </a:fld>
            <a:endParaRPr lang="en-US"/>
          </a:p>
        </p:txBody>
      </p:sp>
      <p:sp>
        <p:nvSpPr>
          <p:cNvPr id="5" name="Footer Placeholder 4">
            <a:extLst>
              <a:ext uri="{FF2B5EF4-FFF2-40B4-BE49-F238E27FC236}">
                <a16:creationId xmlns:a16="http://schemas.microsoft.com/office/drawing/2014/main" id="{107EB2B9-DF07-474E-607F-D75F786D0391}"/>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6BF8619-C63C-EE13-5421-99EFDDB1CEE3}"/>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55D7762-9AD2-4E39-B54A-DDEFF4B516FA}" type="slidenum">
              <a:rPr lang="en-US" smtClean="0"/>
              <a:pPr/>
              <a:t>‹#›</a:t>
            </a:fld>
            <a:endParaRPr lang="en-US"/>
          </a:p>
        </p:txBody>
      </p:sp>
    </p:spTree>
    <p:extLst>
      <p:ext uri="{BB962C8B-B14F-4D97-AF65-F5344CB8AC3E}">
        <p14:creationId xmlns:p14="http://schemas.microsoft.com/office/powerpoint/2010/main" val="3932554058"/>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4.e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3.bin"/><Relationship Id="rId7" Type="http://schemas.openxmlformats.org/officeDocument/2006/relationships/image" Target="../media/image6.jpe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hyperlink" Target="https://www.google.mn/imgres?imgurl&amp;imgrefurl=http://rohitcgartist.blogspot.com/2012/12/general-electric-logo-history.html&amp;h=0&amp;w=0&amp;sz=1&amp;tbnid=VIITQR-fINZ5iM&amp;tbnh=120&amp;tbnw=320&amp;zoom=1&amp;docid=-fpv_WotAlL_eM&amp;ei=2MWRUrXjGMTdoATUrIAo&amp;ved=0CAIQsCU" TargetMode="External"/><Relationship Id="rId5" Type="http://schemas.openxmlformats.org/officeDocument/2006/relationships/image" Target="../media/image5.jpeg"/><Relationship Id="rId4" Type="http://schemas.openxmlformats.org/officeDocument/2006/relationships/image" Target="../media/image4.emf"/></Relationships>
</file>

<file path=ppt/slides/_rels/slide35.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10" Type="http://schemas.openxmlformats.org/officeDocument/2006/relationships/image" Target="../media/image4.emf"/><Relationship Id="rId4" Type="http://schemas.openxmlformats.org/officeDocument/2006/relationships/image" Target="../media/image8.jpeg"/><Relationship Id="rId9" Type="http://schemas.openxmlformats.org/officeDocument/2006/relationships/oleObject" Target="../embeddings/oleObject14.bin"/></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4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4.emf"/><Relationship Id="rId5" Type="http://schemas.openxmlformats.org/officeDocument/2006/relationships/oleObject" Target="../embeddings/oleObject19.bin"/><Relationship Id="rId4" Type="http://schemas.openxmlformats.org/officeDocument/2006/relationships/image" Target="../media/image14.jpeg"/></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42.xml.rels><?xml version="1.0" encoding="UTF-8" standalone="yes"?>
<Relationships xmlns="http://schemas.openxmlformats.org/package/2006/relationships"><Relationship Id="rId3" Type="http://schemas.openxmlformats.org/officeDocument/2006/relationships/hyperlink" Target="http://www.wipo.int/ipcpub/?symbol=H04M0015080000&amp;refresh=page&amp;viewmode=a&amp;notes=no&amp;headings=no&amp;showdeleted=no"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oleObject" Target="../embeddings/oleObject21.bin"/></Relationships>
</file>

<file path=ppt/slides/_rels/slide43.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5.jpeg"/><Relationship Id="rId7" Type="http://schemas.openxmlformats.org/officeDocument/2006/relationships/image" Target="../media/image19.jpe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17.jpeg"/><Relationship Id="rId10" Type="http://schemas.openxmlformats.org/officeDocument/2006/relationships/image" Target="../media/image4.emf"/><Relationship Id="rId4" Type="http://schemas.openxmlformats.org/officeDocument/2006/relationships/image" Target="../media/image16.jpeg"/><Relationship Id="rId9" Type="http://schemas.openxmlformats.org/officeDocument/2006/relationships/oleObject" Target="../embeddings/oleObject22.bin"/></Relationships>
</file>

<file path=ppt/slides/_rels/slide44.xml.rels><?xml version="1.0" encoding="UTF-8" standalone="yes"?>
<Relationships xmlns="http://schemas.openxmlformats.org/package/2006/relationships"><Relationship Id="rId8" Type="http://schemas.openxmlformats.org/officeDocument/2006/relationships/image" Target="../media/image26.jpeg"/><Relationship Id="rId13" Type="http://schemas.openxmlformats.org/officeDocument/2006/relationships/hyperlink" Target="http://www.wipo.int/ipdl/IPDL-IMAGES/HAGUE-BULL-IMAGES/200502/066327/m001_003.jpg" TargetMode="External"/><Relationship Id="rId3" Type="http://schemas.openxmlformats.org/officeDocument/2006/relationships/image" Target="../media/image21.jpeg"/><Relationship Id="rId7" Type="http://schemas.openxmlformats.org/officeDocument/2006/relationships/image" Target="../media/image25.png"/><Relationship Id="rId12" Type="http://schemas.openxmlformats.org/officeDocument/2006/relationships/image" Target="http://www.wipo.int/ipdl/IPDL-IMAGES/HAGUE-BULL-IMAGES/200407/065543/s001_001.jpg" TargetMode="External"/><Relationship Id="rId17" Type="http://schemas.openxmlformats.org/officeDocument/2006/relationships/image" Target="../media/image4.emf"/><Relationship Id="rId2" Type="http://schemas.openxmlformats.org/officeDocument/2006/relationships/notesSlide" Target="../notesSlides/notesSlide44.xml"/><Relationship Id="rId16" Type="http://schemas.openxmlformats.org/officeDocument/2006/relationships/oleObject" Target="../embeddings/oleObject23.bin"/><Relationship Id="rId1" Type="http://schemas.openxmlformats.org/officeDocument/2006/relationships/slideLayout" Target="../slideLayouts/slideLayout2.xml"/><Relationship Id="rId6" Type="http://schemas.openxmlformats.org/officeDocument/2006/relationships/image" Target="../media/image24.jpeg"/><Relationship Id="rId11" Type="http://schemas.openxmlformats.org/officeDocument/2006/relationships/image" Target="../media/image27.jpeg"/><Relationship Id="rId5" Type="http://schemas.openxmlformats.org/officeDocument/2006/relationships/image" Target="../media/image23.jpeg"/><Relationship Id="rId15" Type="http://schemas.openxmlformats.org/officeDocument/2006/relationships/image" Target="http://www.wipo.int/ipdl/IPDL-IMAGES/HAGUE-BULL-IMAGES/200502/066327/s001_003.jpg" TargetMode="External"/><Relationship Id="rId10" Type="http://schemas.openxmlformats.org/officeDocument/2006/relationships/hyperlink" Target="http://www.wipo.int/ipdl/IPDL-IMAGES/HAGUE-BULL-IMAGES/200407/065543/m001_001.jpg" TargetMode="External"/><Relationship Id="rId4" Type="http://schemas.openxmlformats.org/officeDocument/2006/relationships/image" Target="../media/image22.jpeg"/><Relationship Id="rId9" Type="http://schemas.openxmlformats.org/officeDocument/2006/relationships/image" Target="http://www.wipo.int/ipdl/IPDL-IMAGES/HAGUE-BULL-IMAGES/200411/066028/m001_001.jpg" TargetMode="External"/><Relationship Id="rId14" Type="http://schemas.openxmlformats.org/officeDocument/2006/relationships/image" Target="../media/image28.jpeg"/></Relationships>
</file>

<file path=ppt/slides/_rels/slide45.xml.rels><?xml version="1.0" encoding="UTF-8" standalone="yes"?>
<Relationships xmlns="http://schemas.openxmlformats.org/package/2006/relationships"><Relationship Id="rId3" Type="http://schemas.openxmlformats.org/officeDocument/2006/relationships/image" Target="../media/image29.jpeg"/><Relationship Id="rId7" Type="http://schemas.openxmlformats.org/officeDocument/2006/relationships/image" Target="../media/image4.emf"/><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oleObject" Target="../embeddings/oleObject24.bin"/><Relationship Id="rId5" Type="http://schemas.openxmlformats.org/officeDocument/2006/relationships/image" Target="../media/image19.jpeg"/><Relationship Id="rId4" Type="http://schemas.openxmlformats.org/officeDocument/2006/relationships/image" Target="../media/image30.jpeg"/></Relationships>
</file>

<file path=ppt/slides/_rels/slide46.xml.rels><?xml version="1.0" encoding="UTF-8" standalone="yes"?>
<Relationships xmlns="http://schemas.openxmlformats.org/package/2006/relationships"><Relationship Id="rId8" Type="http://schemas.openxmlformats.org/officeDocument/2006/relationships/image" Target="../media/image36.jpeg"/><Relationship Id="rId13" Type="http://schemas.openxmlformats.org/officeDocument/2006/relationships/oleObject" Target="../embeddings/oleObject25.bin"/><Relationship Id="rId18" Type="http://schemas.openxmlformats.org/officeDocument/2006/relationships/image" Target="../media/image43.jpeg"/><Relationship Id="rId3" Type="http://schemas.openxmlformats.org/officeDocument/2006/relationships/image" Target="../media/image31.jpeg"/><Relationship Id="rId7" Type="http://schemas.openxmlformats.org/officeDocument/2006/relationships/image" Target="../media/image35.png"/><Relationship Id="rId12" Type="http://schemas.openxmlformats.org/officeDocument/2006/relationships/image" Target="../media/image40.jpeg"/><Relationship Id="rId17" Type="http://schemas.openxmlformats.org/officeDocument/2006/relationships/hyperlink" Target="http://www.google.mn/url?sa=i&amp;rct=j&amp;q=&amp;esrc=s&amp;frm=1&amp;source=images&amp;cd=&amp;cad=rja&amp;docid=LDnle6LlviDUhM&amp;tbnid=BeTPjz30x5kxBM:&amp;ved=0CAUQjRw&amp;url=http://news.cheatcc.com/articles/391808&amp;ei=jMSRUuCfEsHWoASN74HQAg&amp;bvm=bv.56988011,d.cGU&amp;psig=AFQjCNHWBRY7OfAKRaIofdbNG2O7ih0KCg&amp;ust=1385370933478845" TargetMode="External"/><Relationship Id="rId2" Type="http://schemas.openxmlformats.org/officeDocument/2006/relationships/notesSlide" Target="../notesSlides/notesSlide46.xml"/><Relationship Id="rId16" Type="http://schemas.openxmlformats.org/officeDocument/2006/relationships/image" Target="../media/image42.png"/><Relationship Id="rId20" Type="http://schemas.openxmlformats.org/officeDocument/2006/relationships/image" Target="../media/image44.jpeg"/><Relationship Id="rId1" Type="http://schemas.openxmlformats.org/officeDocument/2006/relationships/slideLayout" Target="../slideLayouts/slideLayout2.xml"/><Relationship Id="rId6" Type="http://schemas.openxmlformats.org/officeDocument/2006/relationships/image" Target="../media/image34.jpeg"/><Relationship Id="rId11" Type="http://schemas.openxmlformats.org/officeDocument/2006/relationships/image" Target="../media/image39.png"/><Relationship Id="rId5" Type="http://schemas.openxmlformats.org/officeDocument/2006/relationships/image" Target="../media/image33.png"/><Relationship Id="rId15" Type="http://schemas.openxmlformats.org/officeDocument/2006/relationships/image" Target="../media/image41.jpeg"/><Relationship Id="rId10" Type="http://schemas.openxmlformats.org/officeDocument/2006/relationships/image" Target="../media/image38.png"/><Relationship Id="rId19" Type="http://schemas.openxmlformats.org/officeDocument/2006/relationships/hyperlink" Target="http://www.google.mn/url?sa=i&amp;rct=j&amp;q=&amp;esrc=s&amp;frm=1&amp;source=images&amp;cd=&amp;cad=rja&amp;docid=2p40EFex2fJhzM&amp;tbnid=kd9di6X6Fjh-lM:&amp;ved=0CAUQjRw&amp;url=http://topnews.com.sg/aggregator/sources/13&amp;ei=lciRUqnRI4vloAS64YG4CQ&amp;psig=AFQjCNGAuAHCYZXD1s9VNjUdmRHV5gltEA&amp;ust=1385372015911145" TargetMode="External"/><Relationship Id="rId4" Type="http://schemas.openxmlformats.org/officeDocument/2006/relationships/image" Target="../media/image32.jpeg"/><Relationship Id="rId9" Type="http://schemas.openxmlformats.org/officeDocument/2006/relationships/image" Target="../media/image37.jpeg"/><Relationship Id="rId14" Type="http://schemas.openxmlformats.org/officeDocument/2006/relationships/image" Target="../media/image4.emf"/></Relationships>
</file>

<file path=ppt/slides/_rels/slide47.xml.rels><?xml version="1.0" encoding="UTF-8" standalone="yes"?>
<Relationships xmlns="http://schemas.openxmlformats.org/package/2006/relationships"><Relationship Id="rId8" Type="http://schemas.openxmlformats.org/officeDocument/2006/relationships/hyperlink" Target="http://en.wikipedia.org/wiki/File:Google.png" TargetMode="External"/><Relationship Id="rId13" Type="http://schemas.openxmlformats.org/officeDocument/2006/relationships/hyperlink" Target="http://www.google.mn/url?sa=i&amp;rct=j&amp;q=&amp;esrc=s&amp;frm=1&amp;source=images&amp;cd=&amp;cad=rja&amp;docid=NzwYdi63Mhcy6M&amp;tbnid=dwBpQQcPFwIPTM:&amp;ved=0CAUQjRw&amp;url=http://www.bdmcc.co.uk/&amp;ei=Y8WRUob8LsjboATfw4LwCA&amp;psig=AFQjCNGkE6pM5qiq9KZ6KefCAJxPIzaEIQ&amp;ust=1385371270627622" TargetMode="External"/><Relationship Id="rId3" Type="http://schemas.openxmlformats.org/officeDocument/2006/relationships/image" Target="../media/image45.jpeg"/><Relationship Id="rId7" Type="http://schemas.openxmlformats.org/officeDocument/2006/relationships/image" Target="../media/image48.png"/><Relationship Id="rId12" Type="http://schemas.openxmlformats.org/officeDocument/2006/relationships/image" Target="../media/image51.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hyperlink" Target="http://en.wikipedia.org/wiki/File:MGM_logo.png" TargetMode="External"/><Relationship Id="rId11" Type="http://schemas.openxmlformats.org/officeDocument/2006/relationships/hyperlink" Target="http://www.google.mn/url?sa=i&amp;rct=j&amp;q=&amp;esrc=s&amp;frm=1&amp;source=images&amp;cd=&amp;cad=rja&amp;docid=ruxpv8-Exd7MCM&amp;tbnid=EhgRr6V80YV2TM:&amp;ved=0CAUQjRw&amp;url=http://www.liveside.net/2012/06/28/microsoft-com-website-gets-a-new-design/&amp;ei=R8SRUtLRDYP3oAT484KYCQ&amp;bvm=bv.56988011,d.cGU&amp;psig=AFQjCNHWBRY7OfAKRaIofdbNG2O7ih0KCg&amp;ust=1385370933478845" TargetMode="External"/><Relationship Id="rId5" Type="http://schemas.openxmlformats.org/officeDocument/2006/relationships/image" Target="../media/image47.jpeg"/><Relationship Id="rId15" Type="http://schemas.openxmlformats.org/officeDocument/2006/relationships/image" Target="../media/image53.jpeg"/><Relationship Id="rId10" Type="http://schemas.openxmlformats.org/officeDocument/2006/relationships/image" Target="../media/image50.jpeg"/><Relationship Id="rId4" Type="http://schemas.openxmlformats.org/officeDocument/2006/relationships/image" Target="../media/image46.jpeg"/><Relationship Id="rId9" Type="http://schemas.openxmlformats.org/officeDocument/2006/relationships/image" Target="../media/image49.png"/><Relationship Id="rId14" Type="http://schemas.openxmlformats.org/officeDocument/2006/relationships/image" Target="../media/image52.jpeg"/></Relationships>
</file>

<file path=ppt/slides/_rels/slide48.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55.jpeg"/><Relationship Id="rId4" Type="http://schemas.openxmlformats.org/officeDocument/2006/relationships/hyperlink" Target="http://www.google.mn/url?sa=i&amp;rct=j&amp;q=&amp;esrc=s&amp;frm=1&amp;source=images&amp;cd=&amp;cad=rja&amp;docid=b4qbeTN8DJPKHM&amp;tbnid=wJ2B_M7XbILiNM:&amp;ved=0CAUQjRw&amp;url=http://lambdaeastern-in.lambdagroup.co.in/clients.html&amp;ei=QcqRUohIlNigBNuKgvAL&amp;psig=AFQjCNGrQPm7-KJXatRP8Cb8s0S7_LdERw&amp;ust=1385372404450996" TargetMode="External"/></Relationships>
</file>

<file path=ppt/slides/_rels/slide49.xml.rels><?xml version="1.0" encoding="UTF-8" standalone="yes"?>
<Relationships xmlns="http://schemas.openxmlformats.org/package/2006/relationships"><Relationship Id="rId8" Type="http://schemas.openxmlformats.org/officeDocument/2006/relationships/image" Target="../media/image61.gif"/><Relationship Id="rId13" Type="http://schemas.openxmlformats.org/officeDocument/2006/relationships/image" Target="../media/image66.gif"/><Relationship Id="rId3" Type="http://schemas.openxmlformats.org/officeDocument/2006/relationships/image" Target="../media/image56.gif"/><Relationship Id="rId7" Type="http://schemas.openxmlformats.org/officeDocument/2006/relationships/image" Target="../media/image60.gif"/><Relationship Id="rId12" Type="http://schemas.openxmlformats.org/officeDocument/2006/relationships/image" Target="../media/image65.gif"/><Relationship Id="rId2" Type="http://schemas.openxmlformats.org/officeDocument/2006/relationships/notesSlide" Target="../notesSlides/notesSlide49.xml"/><Relationship Id="rId16" Type="http://schemas.openxmlformats.org/officeDocument/2006/relationships/image" Target="../media/image4.emf"/><Relationship Id="rId1" Type="http://schemas.openxmlformats.org/officeDocument/2006/relationships/slideLayout" Target="../slideLayouts/slideLayout2.xml"/><Relationship Id="rId6" Type="http://schemas.openxmlformats.org/officeDocument/2006/relationships/image" Target="../media/image59.gif"/><Relationship Id="rId11" Type="http://schemas.openxmlformats.org/officeDocument/2006/relationships/image" Target="../media/image64.gif"/><Relationship Id="rId5" Type="http://schemas.openxmlformats.org/officeDocument/2006/relationships/image" Target="../media/image58.gif"/><Relationship Id="rId15" Type="http://schemas.openxmlformats.org/officeDocument/2006/relationships/oleObject" Target="../embeddings/oleObject26.bin"/><Relationship Id="rId10" Type="http://schemas.openxmlformats.org/officeDocument/2006/relationships/image" Target="../media/image63.gif"/><Relationship Id="rId4" Type="http://schemas.openxmlformats.org/officeDocument/2006/relationships/image" Target="../media/image57.gif"/><Relationship Id="rId9" Type="http://schemas.openxmlformats.org/officeDocument/2006/relationships/image" Target="../media/image62.gif"/><Relationship Id="rId14" Type="http://schemas.openxmlformats.org/officeDocument/2006/relationships/image" Target="../media/image67.png"/></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image" Target="../media/image4.emf"/></Relationships>
</file>

<file path=ppt/slides/_rels/slide52.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oleObject" Target="../embeddings/oleObject29.bin"/><Relationship Id="rId7" Type="http://schemas.openxmlformats.org/officeDocument/2006/relationships/diagramQuickStyle" Target="../diagrams/quickStyle3.xml"/><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4.emf"/><Relationship Id="rId9" Type="http://schemas.microsoft.com/office/2007/relationships/diagramDrawing" Target="../diagrams/drawing3.xml"/></Relationships>
</file>

<file path=ppt/slides/_rels/slide53.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3.png"/><Relationship Id="rId18" Type="http://schemas.openxmlformats.org/officeDocument/2006/relationships/image" Target="../media/image78.png"/><Relationship Id="rId26" Type="http://schemas.openxmlformats.org/officeDocument/2006/relationships/image" Target="../media/image86.png"/><Relationship Id="rId3" Type="http://schemas.openxmlformats.org/officeDocument/2006/relationships/diagramData" Target="../diagrams/data4.xml"/><Relationship Id="rId21" Type="http://schemas.openxmlformats.org/officeDocument/2006/relationships/image" Target="../media/image81.png"/><Relationship Id="rId7" Type="http://schemas.microsoft.com/office/2007/relationships/diagramDrawing" Target="../diagrams/drawing4.xml"/><Relationship Id="rId12" Type="http://schemas.openxmlformats.org/officeDocument/2006/relationships/image" Target="../media/image72.png"/><Relationship Id="rId17" Type="http://schemas.openxmlformats.org/officeDocument/2006/relationships/image" Target="../media/image77.jpeg"/><Relationship Id="rId25" Type="http://schemas.openxmlformats.org/officeDocument/2006/relationships/image" Target="../media/image85.png"/><Relationship Id="rId2" Type="http://schemas.openxmlformats.org/officeDocument/2006/relationships/notesSlide" Target="../notesSlides/notesSlide53.xml"/><Relationship Id="rId16" Type="http://schemas.openxmlformats.org/officeDocument/2006/relationships/image" Target="../media/image76.jpeg"/><Relationship Id="rId20" Type="http://schemas.openxmlformats.org/officeDocument/2006/relationships/image" Target="../media/image80.jpeg"/><Relationship Id="rId29" Type="http://schemas.openxmlformats.org/officeDocument/2006/relationships/oleObject" Target="../embeddings/oleObject30.bin"/><Relationship Id="rId1" Type="http://schemas.openxmlformats.org/officeDocument/2006/relationships/slideLayout" Target="../slideLayouts/slideLayout6.xml"/><Relationship Id="rId6" Type="http://schemas.openxmlformats.org/officeDocument/2006/relationships/diagramColors" Target="../diagrams/colors4.xml"/><Relationship Id="rId11" Type="http://schemas.openxmlformats.org/officeDocument/2006/relationships/image" Target="../media/image71.png"/><Relationship Id="rId24" Type="http://schemas.openxmlformats.org/officeDocument/2006/relationships/image" Target="../media/image84.png"/><Relationship Id="rId5" Type="http://schemas.openxmlformats.org/officeDocument/2006/relationships/diagramQuickStyle" Target="../diagrams/quickStyle4.xml"/><Relationship Id="rId15" Type="http://schemas.openxmlformats.org/officeDocument/2006/relationships/image" Target="../media/image75.png"/><Relationship Id="rId23" Type="http://schemas.openxmlformats.org/officeDocument/2006/relationships/image" Target="../media/image83.png"/><Relationship Id="rId28" Type="http://schemas.openxmlformats.org/officeDocument/2006/relationships/image" Target="../media/image88.png"/><Relationship Id="rId10" Type="http://schemas.openxmlformats.org/officeDocument/2006/relationships/image" Target="../media/image70.png"/><Relationship Id="rId19" Type="http://schemas.openxmlformats.org/officeDocument/2006/relationships/image" Target="../media/image79.png"/><Relationship Id="rId4" Type="http://schemas.openxmlformats.org/officeDocument/2006/relationships/diagramLayout" Target="../diagrams/layout4.xml"/><Relationship Id="rId9" Type="http://schemas.openxmlformats.org/officeDocument/2006/relationships/image" Target="../media/image69.png"/><Relationship Id="rId14" Type="http://schemas.openxmlformats.org/officeDocument/2006/relationships/image" Target="../media/image74.png"/><Relationship Id="rId22" Type="http://schemas.openxmlformats.org/officeDocument/2006/relationships/image" Target="../media/image82.png"/><Relationship Id="rId27" Type="http://schemas.openxmlformats.org/officeDocument/2006/relationships/image" Target="../media/image87.png"/><Relationship Id="rId30" Type="http://schemas.openxmlformats.org/officeDocument/2006/relationships/image" Target="../media/image4.emf"/></Relationships>
</file>

<file path=ppt/slides/_rels/slide54.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oleObject" Target="../embeddings/oleObject31.bin"/></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 Id="rId9" Type="http://schemas.openxmlformats.org/officeDocument/2006/relationships/image" Target="../media/image4.emf"/></Relationships>
</file>

<file path=ppt/slides/_rels/slide5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image" Target="../media/image96.jpeg"/><Relationship Id="rId7" Type="http://schemas.openxmlformats.org/officeDocument/2006/relationships/oleObject" Target="../embeddings/oleObject33.bin"/><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media/image99.gif"/><Relationship Id="rId5" Type="http://schemas.openxmlformats.org/officeDocument/2006/relationships/image" Target="../media/image98.jpeg"/><Relationship Id="rId4" Type="http://schemas.openxmlformats.org/officeDocument/2006/relationships/image" Target="../media/image97.jpeg"/><Relationship Id="rId9" Type="http://schemas.openxmlformats.org/officeDocument/2006/relationships/image" Target="../media/image54.jpeg"/></Relationships>
</file>

<file path=ppt/slides/_rels/slide60.xml.rels><?xml version="1.0" encoding="UTF-8" standalone="yes"?>
<Relationships xmlns="http://schemas.openxmlformats.org/package/2006/relationships"><Relationship Id="rId8" Type="http://schemas.openxmlformats.org/officeDocument/2006/relationships/image" Target="../media/image99.gif"/><Relationship Id="rId3" Type="http://schemas.openxmlformats.org/officeDocument/2006/relationships/image" Target="../media/image100.jpeg"/><Relationship Id="rId7" Type="http://schemas.openxmlformats.org/officeDocument/2006/relationships/image" Target="../media/image104.jpe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103.jpeg"/><Relationship Id="rId5" Type="http://schemas.openxmlformats.org/officeDocument/2006/relationships/image" Target="../media/image102.jpeg"/><Relationship Id="rId10" Type="http://schemas.openxmlformats.org/officeDocument/2006/relationships/image" Target="../media/image4.emf"/><Relationship Id="rId4" Type="http://schemas.openxmlformats.org/officeDocument/2006/relationships/image" Target="../media/image101.jpeg"/><Relationship Id="rId9" Type="http://schemas.openxmlformats.org/officeDocument/2006/relationships/oleObject" Target="../embeddings/oleObject34.bin"/></Relationships>
</file>

<file path=ppt/slides/_rels/slide61.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image" Target="../media/image105.png"/><Relationship Id="rId7" Type="http://schemas.openxmlformats.org/officeDocument/2006/relationships/oleObject" Target="../embeddings/oleObject35.bin"/><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10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6538" y="1750681"/>
            <a:ext cx="8385054" cy="1687186"/>
          </a:xfrm>
        </p:spPr>
        <p:txBody>
          <a:bodyPr>
            <a:normAutofit/>
          </a:bodyPr>
          <a:lstStyle/>
          <a:p>
            <a:r>
              <a:rPr lang="mn-MN" altLang="en-US" sz="3300" b="1" dirty="0">
                <a:solidFill>
                  <a:srgbClr val="002060"/>
                </a:solidFill>
                <a:latin typeface="Times New Roman" panose="02020603050405020304" pitchFamily="18" charset="0"/>
                <a:cs typeface="Times New Roman" panose="02020603050405020304" pitchFamily="18" charset="0"/>
              </a:rPr>
              <a:t>ЛЕКЦ №</a:t>
            </a:r>
            <a:r>
              <a:rPr lang="en-US" altLang="en-US" sz="3300" b="1" dirty="0">
                <a:solidFill>
                  <a:srgbClr val="002060"/>
                </a:solidFill>
                <a:latin typeface="Times New Roman" panose="02020603050405020304" pitchFamily="18" charset="0"/>
                <a:cs typeface="Times New Roman" panose="02020603050405020304" pitchFamily="18" charset="0"/>
              </a:rPr>
              <a:t>1</a:t>
            </a:r>
            <a:r>
              <a:rPr lang="mn-MN" altLang="en-US" sz="3300" b="1" dirty="0">
                <a:solidFill>
                  <a:srgbClr val="002060"/>
                </a:solidFill>
                <a:latin typeface="Times New Roman" panose="02020603050405020304" pitchFamily="18" charset="0"/>
                <a:cs typeface="Times New Roman" panose="02020603050405020304" pitchFamily="18" charset="0"/>
              </a:rPr>
              <a:t>6</a:t>
            </a:r>
            <a:br>
              <a:rPr lang="en-US" altLang="en-US" sz="3300" dirty="0">
                <a:solidFill>
                  <a:srgbClr val="002060"/>
                </a:solidFill>
                <a:latin typeface="Times New Roman" panose="02020603050405020304" pitchFamily="18" charset="0"/>
                <a:cs typeface="Times New Roman" panose="02020603050405020304" pitchFamily="18" charset="0"/>
              </a:rPr>
            </a:br>
            <a:r>
              <a:rPr lang="mn-MN" sz="3600" b="1" dirty="0">
                <a:solidFill>
                  <a:srgbClr val="002060"/>
                </a:solidFill>
                <a:latin typeface="Times New Roman" panose="02020603050405020304" pitchFamily="18" charset="0"/>
                <a:cs typeface="Times New Roman" panose="02020603050405020304" pitchFamily="18" charset="0"/>
              </a:rPr>
              <a:t>Инновац болон</a:t>
            </a:r>
            <a:br>
              <a:rPr lang="mn-MN" sz="3600" b="1" dirty="0">
                <a:solidFill>
                  <a:srgbClr val="002060"/>
                </a:solidFill>
                <a:latin typeface="Times New Roman" panose="02020603050405020304" pitchFamily="18" charset="0"/>
                <a:cs typeface="Times New Roman" panose="02020603050405020304" pitchFamily="18" charset="0"/>
              </a:rPr>
            </a:br>
            <a:r>
              <a:rPr lang="mn-MN" sz="3600" b="1" dirty="0">
                <a:solidFill>
                  <a:srgbClr val="002060"/>
                </a:solidFill>
                <a:latin typeface="Times New Roman" panose="02020603050405020304" pitchFamily="18" charset="0"/>
                <a:cs typeface="Times New Roman" panose="02020603050405020304" pitchFamily="18" charset="0"/>
              </a:rPr>
              <a:t>технологи дамжуулалт</a:t>
            </a:r>
            <a:endParaRPr lang="en-US" sz="3300" dirty="0">
              <a:solidFill>
                <a:schemeClr val="tx2"/>
              </a:solidFill>
              <a:effectLst>
                <a:outerShdw blurRad="63500" dist="38100" dir="5400000" algn="t" rotWithShape="0">
                  <a:prstClr val="black">
                    <a:alpha val="25000"/>
                  </a:prstClr>
                </a:outerShdw>
              </a:effectLst>
              <a:latin typeface="Times New Roman" panose="02020603050405020304" pitchFamily="18" charset="0"/>
              <a:ea typeface="+mn-ea"/>
              <a:cs typeface="Times New Roman" panose="02020603050405020304" pitchFamily="18" charset="0"/>
            </a:endParaRPr>
          </a:p>
        </p:txBody>
      </p:sp>
      <p:sp>
        <p:nvSpPr>
          <p:cNvPr id="3" name="Subtitle 2"/>
          <p:cNvSpPr>
            <a:spLocks noGrp="1"/>
          </p:cNvSpPr>
          <p:nvPr>
            <p:ph type="subTitle" idx="1"/>
          </p:nvPr>
        </p:nvSpPr>
        <p:spPr>
          <a:xfrm>
            <a:off x="1313259" y="3532700"/>
            <a:ext cx="6517482" cy="1004656"/>
          </a:xfrm>
        </p:spPr>
        <p:txBody>
          <a:bodyPr vert="horz" lIns="68580" tIns="34290" rIns="68580" bIns="34290" rtlCol="0">
            <a:normAutofit/>
          </a:bodyPr>
          <a:lstStyle/>
          <a:p>
            <a:r>
              <a:rPr lang="en-US" altLang="en-US" sz="21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S.EEM101</a:t>
            </a:r>
            <a:br>
              <a:rPr lang="en-US" altLang="en-US" i="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br>
            <a:r>
              <a:rPr lang="mn-MN" altLang="en-US" sz="21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Инженерийн эдийн засаг</a:t>
            </a:r>
            <a:br>
              <a:rPr lang="mn-MN" altLang="en-US" sz="21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br>
            <a:r>
              <a:rPr lang="en-US" altLang="en-US" sz="21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Engineering Economy</a:t>
            </a:r>
            <a:endParaRPr lang="mn-MN" altLang="en-US" sz="2100" b="1" dirty="0">
              <a:solidFill>
                <a:srgbClr val="00206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9CC73B9C-8601-4C97-A368-5C8122BF1745}" type="slidenum">
              <a:rPr lang="en-US" altLang="en-US" smtClean="0">
                <a:solidFill>
                  <a:srgbClr val="5FCBEF"/>
                </a:solidFill>
                <a:latin typeface="Times New Roman" panose="02020603050405020304" pitchFamily="18" charset="0"/>
                <a:cs typeface="Times New Roman" panose="02020603050405020304" pitchFamily="18" charset="0"/>
              </a:rPr>
              <a:pPr>
                <a:defRPr/>
              </a:pPr>
              <a:t>1</a:t>
            </a:fld>
            <a:endParaRPr lang="en-US" altLang="en-US">
              <a:solidFill>
                <a:srgbClr val="5FCBEF"/>
              </a:solidFill>
              <a:latin typeface="Times New Roman" panose="02020603050405020304" pitchFamily="18" charset="0"/>
              <a:cs typeface="Times New Roman" panose="02020603050405020304" pitchFamily="18" charset="0"/>
            </a:endParaRPr>
          </a:p>
        </p:txBody>
      </p:sp>
      <p:pic>
        <p:nvPicPr>
          <p:cNvPr id="5" name="Picture 2" descr="Logo"/>
          <p:cNvPicPr>
            <a:picLocks noChangeAspect="1" noChangeArrowheads="1"/>
          </p:cNvPicPr>
          <p:nvPr/>
        </p:nvPicPr>
        <p:blipFill>
          <a:blip r:embed="rId3">
            <a:extLst>
              <a:ext uri="{28A0092B-C50C-407E-A947-70E740481C1C}">
                <a14:useLocalDpi xmlns:a14="http://schemas.microsoft.com/office/drawing/2010/main" val="0"/>
              </a:ext>
            </a:extLst>
          </a:blip>
          <a:srcRect r="86166"/>
          <a:stretch>
            <a:fillRect/>
          </a:stretch>
        </p:blipFill>
        <p:spPr bwMode="auto">
          <a:xfrm>
            <a:off x="7668344" y="136524"/>
            <a:ext cx="1083248" cy="1599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ubtitle 2"/>
          <p:cNvSpPr txBox="1">
            <a:spLocks/>
          </p:cNvSpPr>
          <p:nvPr/>
        </p:nvSpPr>
        <p:spPr bwMode="auto">
          <a:xfrm>
            <a:off x="173257" y="196536"/>
            <a:ext cx="7236902" cy="1098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SzPct val="125000"/>
              <a:buFont typeface="Arial" panose="020B0604020202020204" pitchFamily="34" charset="0"/>
              <a:buChar char="•"/>
              <a:defRPr sz="2400">
                <a:solidFill>
                  <a:schemeClr val="tx1"/>
                </a:solidFill>
                <a:latin typeface="Tw Cen MT" panose="020B0602020104020603" pitchFamily="34" charset="0"/>
              </a:defRPr>
            </a:lvl1pPr>
            <a:lvl2pPr marL="685800" indent="-228600">
              <a:lnSpc>
                <a:spcPct val="120000"/>
              </a:lnSpc>
              <a:spcBef>
                <a:spcPts val="500"/>
              </a:spcBef>
              <a:buSzPct val="125000"/>
              <a:buFont typeface="Arial" panose="020B0604020202020204" pitchFamily="34" charset="0"/>
              <a:buChar char="•"/>
              <a:defRPr sz="2000">
                <a:solidFill>
                  <a:schemeClr val="tx1"/>
                </a:solidFill>
                <a:latin typeface="Tw Cen MT" panose="020B0602020104020603" pitchFamily="34" charset="0"/>
              </a:defRPr>
            </a:lvl2pPr>
            <a:lvl3pPr marL="1143000" indent="-228600">
              <a:lnSpc>
                <a:spcPct val="120000"/>
              </a:lnSpc>
              <a:spcBef>
                <a:spcPts val="500"/>
              </a:spcBef>
              <a:buSzPct val="125000"/>
              <a:buFont typeface="Arial" panose="020B0604020202020204" pitchFamily="34" charset="0"/>
              <a:buChar char="•"/>
              <a:defRPr>
                <a:solidFill>
                  <a:schemeClr val="tx1"/>
                </a:solidFill>
                <a:latin typeface="Tw Cen MT" panose="020B0602020104020603" pitchFamily="34" charset="0"/>
              </a:defRPr>
            </a:lvl3pPr>
            <a:lvl4pPr marL="1600200" indent="-228600">
              <a:lnSpc>
                <a:spcPct val="120000"/>
              </a:lnSpc>
              <a:spcBef>
                <a:spcPts val="500"/>
              </a:spcBef>
              <a:buSzPct val="125000"/>
              <a:buFont typeface="Arial" panose="020B0604020202020204" pitchFamily="34" charset="0"/>
              <a:buChar char="•"/>
              <a:defRPr sz="1600">
                <a:solidFill>
                  <a:schemeClr val="tx1"/>
                </a:solidFill>
                <a:latin typeface="Tw Cen MT" panose="020B0602020104020603" pitchFamily="34" charset="0"/>
              </a:defRPr>
            </a:lvl4pPr>
            <a:lvl5pPr marL="2057400" indent="-228600">
              <a:lnSpc>
                <a:spcPct val="120000"/>
              </a:lnSpc>
              <a:spcBef>
                <a:spcPts val="500"/>
              </a:spcBef>
              <a:buSzPct val="125000"/>
              <a:buFont typeface="Arial" panose="020B0604020202020204" pitchFamily="34" charset="0"/>
              <a:buChar char="•"/>
              <a:defRPr sz="16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SzPct val="125000"/>
              <a:buFont typeface="Arial" panose="020B0604020202020204" pitchFamily="34" charset="0"/>
              <a:buChar char="•"/>
              <a:defRPr sz="16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SzPct val="125000"/>
              <a:buFont typeface="Arial" panose="020B0604020202020204" pitchFamily="34" charset="0"/>
              <a:buChar char="•"/>
              <a:defRPr sz="16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SzPct val="125000"/>
              <a:buFont typeface="Arial" panose="020B0604020202020204" pitchFamily="34" charset="0"/>
              <a:buChar char="•"/>
              <a:defRPr sz="16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SzPct val="125000"/>
              <a:buFont typeface="Arial" panose="020B0604020202020204" pitchFamily="34" charset="0"/>
              <a:buChar char="•"/>
              <a:defRPr sz="1600">
                <a:solidFill>
                  <a:schemeClr val="tx1"/>
                </a:solidFill>
                <a:latin typeface="Tw Cen MT" panose="020B0602020104020603" pitchFamily="34" charset="0"/>
              </a:defRPr>
            </a:lvl9pPr>
          </a:lstStyle>
          <a:p>
            <a:pPr algn="ctr" fontAlgn="base">
              <a:lnSpc>
                <a:spcPct val="100000"/>
              </a:lnSpc>
              <a:spcBef>
                <a:spcPct val="0"/>
              </a:spcBef>
              <a:spcAft>
                <a:spcPct val="0"/>
              </a:spcAft>
              <a:buFont typeface="Arial" panose="020B0604020202020204" pitchFamily="34" charset="0"/>
              <a:buNone/>
            </a:pPr>
            <a:r>
              <a:rPr lang="mn-MN" altLang="en-US" sz="2100" b="1" dirty="0">
                <a:solidFill>
                  <a:srgbClr val="002060"/>
                </a:solidFill>
                <a:latin typeface="Times New Roman" panose="02020603050405020304" pitchFamily="18" charset="0"/>
                <a:cs typeface="Times New Roman" panose="02020603050405020304" pitchFamily="18" charset="0"/>
              </a:rPr>
              <a:t>ШИНЖЛЭХ УХААН</a:t>
            </a:r>
            <a:r>
              <a:rPr lang="en-US" altLang="en-US" sz="2100" b="1" dirty="0">
                <a:solidFill>
                  <a:srgbClr val="002060"/>
                </a:solidFill>
                <a:latin typeface="Times New Roman" panose="02020603050405020304" pitchFamily="18" charset="0"/>
                <a:cs typeface="Times New Roman" panose="02020603050405020304" pitchFamily="18" charset="0"/>
              </a:rPr>
              <a:t>,</a:t>
            </a:r>
            <a:r>
              <a:rPr lang="mn-MN" altLang="en-US" sz="2100" b="1" dirty="0">
                <a:solidFill>
                  <a:srgbClr val="002060"/>
                </a:solidFill>
                <a:latin typeface="Times New Roman" panose="02020603050405020304" pitchFamily="18" charset="0"/>
                <a:cs typeface="Times New Roman" panose="02020603050405020304" pitchFamily="18" charset="0"/>
              </a:rPr>
              <a:t> ТЕХНОЛОГИЙН ИХ СУРГУУЛЬ</a:t>
            </a:r>
          </a:p>
          <a:p>
            <a:pPr algn="ctr" fontAlgn="base">
              <a:lnSpc>
                <a:spcPct val="100000"/>
              </a:lnSpc>
              <a:spcBef>
                <a:spcPct val="0"/>
              </a:spcBef>
              <a:spcAft>
                <a:spcPct val="0"/>
              </a:spcAft>
              <a:buFont typeface="Arial" panose="020B0604020202020204" pitchFamily="34" charset="0"/>
              <a:buNone/>
            </a:pPr>
            <a:r>
              <a:rPr lang="mn-MN" altLang="en-US" sz="2100" b="1" dirty="0">
                <a:solidFill>
                  <a:srgbClr val="002060"/>
                </a:solidFill>
                <a:latin typeface="Times New Roman" panose="02020603050405020304" pitchFamily="18" charset="0"/>
                <a:cs typeface="Times New Roman" panose="02020603050405020304" pitchFamily="18" charset="0"/>
              </a:rPr>
              <a:t>МЭДЭЭЛЭЛ</a:t>
            </a:r>
            <a:r>
              <a:rPr lang="en-US" altLang="en-US" sz="2100" b="1" dirty="0">
                <a:solidFill>
                  <a:srgbClr val="002060"/>
                </a:solidFill>
                <a:latin typeface="Times New Roman" panose="02020603050405020304" pitchFamily="18" charset="0"/>
                <a:cs typeface="Times New Roman" panose="02020603050405020304" pitchFamily="18" charset="0"/>
              </a:rPr>
              <a:t>,</a:t>
            </a:r>
            <a:r>
              <a:rPr lang="mn-MN" altLang="en-US" sz="2100" b="1" dirty="0">
                <a:solidFill>
                  <a:srgbClr val="002060"/>
                </a:solidFill>
                <a:latin typeface="Times New Roman" panose="02020603050405020304" pitchFamily="18" charset="0"/>
                <a:cs typeface="Times New Roman" panose="02020603050405020304" pitchFamily="18" charset="0"/>
              </a:rPr>
              <a:t> ХОЛБООНЫ ТЕХНОЛОГИЙН СУРГУУЛЬ</a:t>
            </a:r>
          </a:p>
        </p:txBody>
      </p:sp>
      <p:sp>
        <p:nvSpPr>
          <p:cNvPr id="8" name="Subtitle 2">
            <a:extLst>
              <a:ext uri="{FF2B5EF4-FFF2-40B4-BE49-F238E27FC236}">
                <a16:creationId xmlns:a16="http://schemas.microsoft.com/office/drawing/2014/main" id="{BF113D12-AC11-4AC5-B21C-E90CB9AA525E}"/>
              </a:ext>
            </a:extLst>
          </p:cNvPr>
          <p:cNvSpPr txBox="1">
            <a:spLocks/>
          </p:cNvSpPr>
          <p:nvPr/>
        </p:nvSpPr>
        <p:spPr>
          <a:xfrm>
            <a:off x="1107043" y="4737620"/>
            <a:ext cx="6517482" cy="469417"/>
          </a:xfrm>
          <a:prstGeom prst="rect">
            <a:avLst/>
          </a:prstGeom>
        </p:spPr>
        <p:txBody>
          <a:bodyPr vert="horz" lIns="68580" tIns="34290" rIns="68580" bIns="34290" rtlCol="0">
            <a:normAutofit fontScale="40000" lnSpcReduction="20000"/>
          </a:bodyPr>
          <a:lstStyle>
            <a:lvl1pPr marL="0" indent="0" algn="ctr" defTabSz="914400" rtl="0" eaLnBrk="1" latinLnBrk="0" hangingPunct="1">
              <a:lnSpc>
                <a:spcPct val="120000"/>
              </a:lnSpc>
              <a:spcBef>
                <a:spcPts val="1000"/>
              </a:spcBef>
              <a:buClr>
                <a:schemeClr val="tx1"/>
              </a:buClr>
              <a:buFont typeface="Arial" panose="020B0604020202020204" pitchFamily="34" charset="0"/>
              <a:buNone/>
              <a:defRPr sz="2200" kern="1200" cap="all" baseline="0">
                <a:solidFill>
                  <a:schemeClr val="bg1">
                    <a:lumMod val="50000"/>
                  </a:schemeClr>
                </a:solidFill>
                <a:effectLst/>
                <a:latin typeface="+mn-lt"/>
                <a:ea typeface="+mn-ea"/>
                <a:cs typeface="+mn-cs"/>
              </a:defRPr>
            </a:lvl1pPr>
            <a:lvl2pPr marL="457200" indent="0" algn="ctr" defTabSz="914400" rtl="0" eaLnBrk="1" latinLnBrk="0" hangingPunct="1">
              <a:lnSpc>
                <a:spcPct val="120000"/>
              </a:lnSpc>
              <a:spcBef>
                <a:spcPts val="500"/>
              </a:spcBef>
              <a:buClr>
                <a:schemeClr val="tx1"/>
              </a:buClr>
              <a:buFont typeface="Arial" panose="020B0604020202020204" pitchFamily="34" charset="0"/>
              <a:buNone/>
              <a:defRPr sz="2000" kern="1200" cap="all" baseline="0">
                <a:solidFill>
                  <a:schemeClr val="tx1"/>
                </a:solidFill>
                <a:effectLst/>
                <a:latin typeface="+mn-lt"/>
                <a:ea typeface="+mn-ea"/>
                <a:cs typeface="+mn-cs"/>
              </a:defRPr>
            </a:lvl2pPr>
            <a:lvl3pPr marL="914400" indent="0" algn="ctr" defTabSz="914400" rtl="0" eaLnBrk="1" latinLnBrk="0" hangingPunct="1">
              <a:lnSpc>
                <a:spcPct val="120000"/>
              </a:lnSpc>
              <a:spcBef>
                <a:spcPts val="500"/>
              </a:spcBef>
              <a:buClr>
                <a:schemeClr val="tx1"/>
              </a:buClr>
              <a:buFont typeface="Arial" panose="020B0604020202020204" pitchFamily="34" charset="0"/>
              <a:buNone/>
              <a:defRPr sz="1800" kern="1200" cap="all" baseline="0">
                <a:solidFill>
                  <a:schemeClr val="tx1"/>
                </a:solidFill>
                <a:effectLst/>
                <a:latin typeface="+mn-lt"/>
                <a:ea typeface="+mn-ea"/>
                <a:cs typeface="+mn-cs"/>
              </a:defRPr>
            </a:lvl3pPr>
            <a:lvl4pPr marL="13716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4pPr>
            <a:lvl5pPr marL="18288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5pPr>
            <a:lvl6pPr marL="22860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6pPr>
            <a:lvl7pPr marL="27432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7pPr>
            <a:lvl8pPr marL="32004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8pPr>
            <a:lvl9pPr marL="36576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9pPr>
          </a:lstStyle>
          <a:p>
            <a:r>
              <a:rPr lang="mn-MN" altLang="en-US" sz="2175" cap="none" dirty="0">
                <a:solidFill>
                  <a:srgbClr val="002060"/>
                </a:solidFill>
                <a:latin typeface="Times New Roman" panose="02020603050405020304" pitchFamily="18" charset="0"/>
                <a:cs typeface="Times New Roman" panose="02020603050405020304" pitchFamily="18" charset="0"/>
              </a:rPr>
              <a:t>Холбооны салбарын багш, дэд проф.,</a:t>
            </a:r>
            <a:r>
              <a:rPr lang="en-US" altLang="en-US" sz="2175" cap="none" dirty="0">
                <a:solidFill>
                  <a:srgbClr val="002060"/>
                </a:solidFill>
                <a:latin typeface="Times New Roman" panose="02020603050405020304" pitchFamily="18" charset="0"/>
                <a:cs typeface="Times New Roman" panose="02020603050405020304" pitchFamily="18" charset="0"/>
              </a:rPr>
              <a:t> </a:t>
            </a:r>
            <a:r>
              <a:rPr lang="mn-MN" altLang="en-US" sz="2175" cap="none" dirty="0">
                <a:solidFill>
                  <a:srgbClr val="002060"/>
                </a:solidFill>
                <a:latin typeface="Times New Roman" panose="02020603050405020304" pitchFamily="18" charset="0"/>
                <a:cs typeface="Times New Roman" panose="02020603050405020304" pitchFamily="18" charset="0"/>
              </a:rPr>
              <a:t>Ц.Балжинням</a:t>
            </a:r>
            <a:endParaRPr lang="mn-MN" altLang="en-US" sz="1800" cap="none" dirty="0">
              <a:solidFill>
                <a:srgbClr val="002060"/>
              </a:solidFill>
              <a:latin typeface="Times New Roman" panose="02020603050405020304" pitchFamily="18" charset="0"/>
              <a:cs typeface="Times New Roman" panose="02020603050405020304" pitchFamily="18" charset="0"/>
            </a:endParaRPr>
          </a:p>
          <a:p>
            <a:r>
              <a:rPr lang="mn-MN" altLang="en-US" sz="1800" cap="none" dirty="0">
                <a:solidFill>
                  <a:srgbClr val="002060"/>
                </a:solidFill>
                <a:latin typeface="Times New Roman" panose="02020603050405020304" pitchFamily="18" charset="0"/>
                <a:cs typeface="Times New Roman" panose="02020603050405020304" pitchFamily="18" charset="0"/>
              </a:rPr>
              <a:t>Улаанбаатар</a:t>
            </a:r>
          </a:p>
        </p:txBody>
      </p:sp>
    </p:spTree>
    <p:extLst>
      <p:ext uri="{BB962C8B-B14F-4D97-AF65-F5344CB8AC3E}">
        <p14:creationId xmlns:p14="http://schemas.microsoft.com/office/powerpoint/2010/main" val="3190798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84979-432A-FF79-CEB4-02905EE440F1}"/>
              </a:ext>
            </a:extLst>
          </p:cNvPr>
          <p:cNvSpPr>
            <a:spLocks noGrp="1"/>
          </p:cNvSpPr>
          <p:nvPr>
            <p:ph type="title"/>
          </p:nvPr>
        </p:nvSpPr>
        <p:spPr>
          <a:xfrm>
            <a:off x="251520" y="260648"/>
            <a:ext cx="6652260" cy="281178"/>
          </a:xfrm>
        </p:spPr>
        <p:txBody>
          <a:bodyPr>
            <a:noAutofit/>
          </a:bodyPr>
          <a:lstStyle/>
          <a:p>
            <a:pPr algn="just"/>
            <a:r>
              <a:rPr lang="mn-MN" sz="3200" b="1" dirty="0">
                <a:solidFill>
                  <a:srgbClr val="002060"/>
                </a:solidFill>
                <a:latin typeface="Times New Roman" panose="02020603050405020304" pitchFamily="18" charset="0"/>
                <a:cs typeface="Times New Roman" panose="02020603050405020304" pitchFamily="18" charset="0"/>
              </a:rPr>
              <a:t>Хичээлийн агуулга </a:t>
            </a:r>
            <a:endParaRPr lang="en-US" sz="32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9314662-AB2C-97F1-A468-80697FD949D7}"/>
              </a:ext>
            </a:extLst>
          </p:cNvPr>
          <p:cNvSpPr>
            <a:spLocks noGrp="1"/>
          </p:cNvSpPr>
          <p:nvPr>
            <p:ph idx="1"/>
          </p:nvPr>
        </p:nvSpPr>
        <p:spPr>
          <a:xfrm>
            <a:off x="359532" y="764704"/>
            <a:ext cx="8424936" cy="4213403"/>
          </a:xfrm>
        </p:spPr>
        <p:txBody>
          <a:bodyPr>
            <a:normAutofit/>
          </a:bodyPr>
          <a:lstStyle/>
          <a:p>
            <a:pPr algn="just"/>
            <a:r>
              <a:rPr lang="mn-MN" sz="2400" dirty="0">
                <a:solidFill>
                  <a:srgbClr val="002060"/>
                </a:solidFill>
                <a:latin typeface="Times New Roman" panose="02020603050405020304" pitchFamily="18" charset="0"/>
                <a:cs typeface="Times New Roman" panose="02020603050405020304" pitchFamily="18" charset="0"/>
              </a:rPr>
              <a:t>Инновацийн салбарын бодлогын барим бичиг</a:t>
            </a:r>
          </a:p>
          <a:p>
            <a:pPr algn="just"/>
            <a:r>
              <a:rPr lang="mn-MN" sz="2400" dirty="0">
                <a:solidFill>
                  <a:srgbClr val="002060"/>
                </a:solidFill>
                <a:latin typeface="Times New Roman" panose="02020603050405020304" pitchFamily="18" charset="0"/>
                <a:cs typeface="Times New Roman" panose="02020603050405020304" pitchFamily="18" charset="0"/>
              </a:rPr>
              <a:t>Инновацийн процессийн бүдүүвч, Инновацийн тогтолцоо эрх зүйн орчин</a:t>
            </a:r>
          </a:p>
          <a:p>
            <a:pPr algn="just"/>
            <a:r>
              <a:rPr lang="mn-MN" sz="2400" dirty="0">
                <a:solidFill>
                  <a:srgbClr val="002060"/>
                </a:solidFill>
                <a:latin typeface="Times New Roman" panose="02020603050405020304" pitchFamily="18" charset="0"/>
                <a:cs typeface="Times New Roman" panose="02020603050405020304" pitchFamily="18" charset="0"/>
              </a:rPr>
              <a:t>Инкубаторын тухай үндсэн ойлголт</a:t>
            </a:r>
          </a:p>
          <a:p>
            <a:pPr algn="just"/>
            <a:r>
              <a:rPr lang="mn-MN" sz="2400" dirty="0">
                <a:solidFill>
                  <a:srgbClr val="002060"/>
                </a:solidFill>
                <a:latin typeface="Times New Roman" panose="02020603050405020304" pitchFamily="18" charset="0"/>
                <a:cs typeface="Times New Roman" panose="02020603050405020304" pitchFamily="18" charset="0"/>
              </a:rPr>
              <a:t>Оюуны өмчийн салбар</a:t>
            </a:r>
            <a:endParaRPr lang="en-US" sz="2400" dirty="0">
              <a:solidFill>
                <a:srgbClr val="002060"/>
              </a:solidFill>
              <a:latin typeface="Times New Roman" panose="02020603050405020304" pitchFamily="18" charset="0"/>
              <a:cs typeface="Times New Roman" panose="02020603050405020304" pitchFamily="18" charset="0"/>
            </a:endParaRPr>
          </a:p>
          <a:p>
            <a:pPr algn="just"/>
            <a:r>
              <a:rPr lang="mn-MN" sz="2400" dirty="0">
                <a:solidFill>
                  <a:srgbClr val="002060"/>
                </a:solidFill>
                <a:latin typeface="Times New Roman" panose="02020603050405020304" pitchFamily="18" charset="0"/>
                <a:cs typeface="Times New Roman" panose="02020603050405020304" pitchFamily="18" charset="0"/>
              </a:rPr>
              <a:t>Аж үйлдвэрийн өмч</a:t>
            </a:r>
          </a:p>
          <a:p>
            <a:pPr algn="just"/>
            <a:r>
              <a:rPr lang="ru-RU" sz="2400" dirty="0">
                <a:solidFill>
                  <a:srgbClr val="002060"/>
                </a:solidFill>
                <a:latin typeface="Times New Roman" panose="02020603050405020304" pitchFamily="18" charset="0"/>
                <a:cs typeface="Times New Roman" panose="02020603050405020304" pitchFamily="18" charset="0"/>
              </a:rPr>
              <a:t>Зохиогчийн эрх ба технологийн хөгжил</a:t>
            </a:r>
          </a:p>
          <a:p>
            <a:pPr algn="just"/>
            <a:r>
              <a:rPr lang="mn-MN" sz="2400" dirty="0">
                <a:solidFill>
                  <a:srgbClr val="002060"/>
                </a:solidFill>
                <a:latin typeface="Times New Roman" panose="02020603050405020304" pitchFamily="18" charset="0"/>
                <a:cs typeface="Times New Roman" panose="02020603050405020304" pitchFamily="18" charset="0"/>
              </a:rPr>
              <a:t>Монгол Улсын оюуны өмчийн хяналтын тогтолцоо, хамтын ажиллагаа</a:t>
            </a:r>
          </a:p>
        </p:txBody>
      </p:sp>
    </p:spTree>
    <p:extLst>
      <p:ext uri="{BB962C8B-B14F-4D97-AF65-F5344CB8AC3E}">
        <p14:creationId xmlns:p14="http://schemas.microsoft.com/office/powerpoint/2010/main" val="172488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0C7F2-E1B0-718F-6A0E-EC0015D2DF3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601DEE7-0679-90E4-C42D-FC84B6E22D2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9086EB16-9498-EA6F-64E9-189A60E0A17F}"/>
              </a:ext>
            </a:extLst>
          </p:cNvPr>
          <p:cNvPicPr>
            <a:picLocks noChangeAspect="1"/>
          </p:cNvPicPr>
          <p:nvPr/>
        </p:nvPicPr>
        <p:blipFill>
          <a:blip r:embed="rId3"/>
          <a:stretch>
            <a:fillRect/>
          </a:stretch>
        </p:blipFill>
        <p:spPr>
          <a:xfrm>
            <a:off x="0" y="836712"/>
            <a:ext cx="9144000" cy="5067452"/>
          </a:xfrm>
          <a:prstGeom prst="rect">
            <a:avLst/>
          </a:prstGeom>
        </p:spPr>
      </p:pic>
    </p:spTree>
    <p:extLst>
      <p:ext uri="{BB962C8B-B14F-4D97-AF65-F5344CB8AC3E}">
        <p14:creationId xmlns:p14="http://schemas.microsoft.com/office/powerpoint/2010/main" val="2681763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8ABA93-A1F1-B947-00D5-D9FA3FEF700E}"/>
              </a:ext>
            </a:extLst>
          </p:cNvPr>
          <p:cNvPicPr>
            <a:picLocks noChangeAspect="1"/>
          </p:cNvPicPr>
          <p:nvPr/>
        </p:nvPicPr>
        <p:blipFill>
          <a:blip r:embed="rId3"/>
          <a:stretch>
            <a:fillRect/>
          </a:stretch>
        </p:blipFill>
        <p:spPr>
          <a:xfrm>
            <a:off x="0" y="958594"/>
            <a:ext cx="9144000" cy="4940812"/>
          </a:xfrm>
          <a:prstGeom prst="rect">
            <a:avLst/>
          </a:prstGeom>
        </p:spPr>
      </p:pic>
    </p:spTree>
    <p:extLst>
      <p:ext uri="{BB962C8B-B14F-4D97-AF65-F5344CB8AC3E}">
        <p14:creationId xmlns:p14="http://schemas.microsoft.com/office/powerpoint/2010/main" val="3922983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74954" y="253174"/>
            <a:ext cx="7543802" cy="523220"/>
          </a:xfrm>
          <a:prstGeom prst="rect">
            <a:avLst/>
          </a:prstGeom>
        </p:spPr>
        <p:txBody>
          <a:bodyPr vert="horz" lIns="68580" tIns="34290" rIns="68580" bIns="34290" rtlCol="0" anchor="b">
            <a:normAutofit/>
          </a:bodyPr>
          <a:lstStyle/>
          <a:p>
            <a:pPr defTabSz="685800">
              <a:lnSpc>
                <a:spcPct val="90000"/>
              </a:lnSpc>
              <a:spcBef>
                <a:spcPct val="0"/>
              </a:spcBef>
              <a:defRPr/>
            </a:pPr>
            <a:r>
              <a:rPr lang="mn-MN" sz="3200" dirty="0">
                <a:solidFill>
                  <a:schemeClr val="tx1">
                    <a:lumMod val="50000"/>
                  </a:schemeClr>
                </a:solidFill>
                <a:latin typeface="Times New Roman" pitchFamily="18" charset="0"/>
                <a:ea typeface="+mj-ea"/>
                <a:cs typeface="Times New Roman" pitchFamily="18" charset="0"/>
              </a:rPr>
              <a:t>Инновацийн процессийн бүдүүвч</a:t>
            </a:r>
            <a:endParaRPr lang="en-US" sz="3200" dirty="0">
              <a:solidFill>
                <a:schemeClr val="tx1">
                  <a:lumMod val="50000"/>
                </a:schemeClr>
              </a:solidFill>
              <a:latin typeface="Times New Roman" pitchFamily="18" charset="0"/>
              <a:ea typeface="+mj-ea"/>
              <a:cs typeface="Times New Roman" pitchFamily="18" charset="0"/>
            </a:endParaRPr>
          </a:p>
        </p:txBody>
      </p:sp>
      <p:sp>
        <p:nvSpPr>
          <p:cNvPr id="5" name="TextBox 4"/>
          <p:cNvSpPr txBox="1"/>
          <p:nvPr/>
        </p:nvSpPr>
        <p:spPr>
          <a:xfrm>
            <a:off x="827584" y="1456011"/>
            <a:ext cx="1279478" cy="300082"/>
          </a:xfrm>
          <a:prstGeom prst="rect">
            <a:avLst/>
          </a:prstGeom>
          <a:noFill/>
        </p:spPr>
        <p:txBody>
          <a:bodyPr wrap="square" rtlCol="0">
            <a:spAutoFit/>
          </a:bodyPr>
          <a:lstStyle/>
          <a:p>
            <a:r>
              <a:rPr lang="mn-MN" sz="1350" dirty="0">
                <a:latin typeface="Times New Roman" panose="02020603050405020304" pitchFamily="18" charset="0"/>
                <a:cs typeface="Times New Roman" panose="02020603050405020304" pitchFamily="18" charset="0"/>
              </a:rPr>
              <a:t>Эрэлт</a:t>
            </a:r>
            <a:endParaRPr lang="en-US" sz="1350" dirty="0">
              <a:latin typeface="Times New Roman" panose="02020603050405020304" pitchFamily="18" charset="0"/>
              <a:cs typeface="Times New Roman" panose="02020603050405020304" pitchFamily="18" charset="0"/>
            </a:endParaRPr>
          </a:p>
        </p:txBody>
      </p:sp>
      <p:sp>
        <p:nvSpPr>
          <p:cNvPr id="6" name="Right Arrow 5"/>
          <p:cNvSpPr/>
          <p:nvPr/>
        </p:nvSpPr>
        <p:spPr>
          <a:xfrm>
            <a:off x="1564564" y="1476482"/>
            <a:ext cx="665328" cy="1842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TextBox 6"/>
          <p:cNvSpPr txBox="1"/>
          <p:nvPr/>
        </p:nvSpPr>
        <p:spPr>
          <a:xfrm>
            <a:off x="2240128" y="1196752"/>
            <a:ext cx="1207827" cy="738664"/>
          </a:xfrm>
          <a:prstGeom prst="rect">
            <a:avLst/>
          </a:prstGeom>
          <a:solidFill>
            <a:schemeClr val="accent1"/>
          </a:solidFill>
        </p:spPr>
        <p:txBody>
          <a:bodyPr wrap="square" rtlCol="0">
            <a:spAutoFit/>
          </a:bodyPr>
          <a:lstStyle/>
          <a:p>
            <a:pPr algn="ctr"/>
            <a:r>
              <a:rPr lang="mn-MN" sz="1400" dirty="0">
                <a:solidFill>
                  <a:schemeClr val="bg1"/>
                </a:solidFill>
                <a:latin typeface="Times New Roman" pitchFamily="18" charset="0"/>
                <a:cs typeface="Times New Roman" pitchFamily="18" charset="0"/>
              </a:rPr>
              <a:t>Шинэ санаа, зохион бүтээлт </a:t>
            </a:r>
            <a:endParaRPr lang="en-US" sz="1400" dirty="0">
              <a:solidFill>
                <a:schemeClr val="bg1"/>
              </a:solidFill>
              <a:latin typeface="Times New Roman" pitchFamily="18" charset="0"/>
              <a:cs typeface="Times New Roman" pitchFamily="18" charset="0"/>
            </a:endParaRPr>
          </a:p>
        </p:txBody>
      </p:sp>
      <p:sp>
        <p:nvSpPr>
          <p:cNvPr id="8" name="Right Arrow 7"/>
          <p:cNvSpPr/>
          <p:nvPr/>
        </p:nvSpPr>
        <p:spPr>
          <a:xfrm>
            <a:off x="3439456" y="1478186"/>
            <a:ext cx="665328" cy="1842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TextBox 8"/>
          <p:cNvSpPr txBox="1"/>
          <p:nvPr/>
        </p:nvSpPr>
        <p:spPr>
          <a:xfrm>
            <a:off x="4115020" y="1355357"/>
            <a:ext cx="1207827" cy="523220"/>
          </a:xfrm>
          <a:prstGeom prst="rect">
            <a:avLst/>
          </a:prstGeom>
          <a:solidFill>
            <a:schemeClr val="accent1"/>
          </a:solidFill>
        </p:spPr>
        <p:txBody>
          <a:bodyPr wrap="square" rtlCol="0">
            <a:spAutoFit/>
          </a:bodyPr>
          <a:lstStyle/>
          <a:p>
            <a:pPr algn="ctr"/>
            <a:r>
              <a:rPr lang="mn-MN" sz="1400" dirty="0">
                <a:solidFill>
                  <a:schemeClr val="bg1"/>
                </a:solidFill>
                <a:latin typeface="Times New Roman" pitchFamily="18" charset="0"/>
                <a:cs typeface="Times New Roman" pitchFamily="18" charset="0"/>
              </a:rPr>
              <a:t>Боловсруулж хөгжүүлэх</a:t>
            </a:r>
            <a:endParaRPr lang="en-US" sz="1400" dirty="0">
              <a:solidFill>
                <a:schemeClr val="bg1"/>
              </a:solidFill>
              <a:latin typeface="Times New Roman" pitchFamily="18" charset="0"/>
              <a:cs typeface="Times New Roman" pitchFamily="18" charset="0"/>
            </a:endParaRPr>
          </a:p>
        </p:txBody>
      </p:sp>
      <p:sp>
        <p:nvSpPr>
          <p:cNvPr id="10" name="Right Arrow 9"/>
          <p:cNvSpPr/>
          <p:nvPr/>
        </p:nvSpPr>
        <p:spPr>
          <a:xfrm>
            <a:off x="5322816" y="1478186"/>
            <a:ext cx="665328" cy="1842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Right Arrow 11"/>
          <p:cNvSpPr/>
          <p:nvPr/>
        </p:nvSpPr>
        <p:spPr>
          <a:xfrm>
            <a:off x="6818952" y="1469655"/>
            <a:ext cx="665328" cy="1842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Down Arrow 12"/>
          <p:cNvSpPr/>
          <p:nvPr/>
        </p:nvSpPr>
        <p:spPr>
          <a:xfrm>
            <a:off x="7450161" y="1558368"/>
            <a:ext cx="174009" cy="7983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Left Arrow 14"/>
          <p:cNvSpPr/>
          <p:nvPr/>
        </p:nvSpPr>
        <p:spPr>
          <a:xfrm>
            <a:off x="6574797" y="2434735"/>
            <a:ext cx="491320" cy="15353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Left Arrow 16"/>
          <p:cNvSpPr/>
          <p:nvPr/>
        </p:nvSpPr>
        <p:spPr>
          <a:xfrm>
            <a:off x="5169251" y="2419884"/>
            <a:ext cx="491320" cy="15353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Left Arrow 18"/>
          <p:cNvSpPr/>
          <p:nvPr/>
        </p:nvSpPr>
        <p:spPr>
          <a:xfrm>
            <a:off x="3715791" y="2419884"/>
            <a:ext cx="491320" cy="15353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 name="TextBox 19"/>
          <p:cNvSpPr txBox="1"/>
          <p:nvPr/>
        </p:nvSpPr>
        <p:spPr>
          <a:xfrm>
            <a:off x="2748479" y="2373819"/>
            <a:ext cx="968991" cy="307777"/>
          </a:xfrm>
          <a:prstGeom prst="rect">
            <a:avLst/>
          </a:prstGeom>
          <a:solidFill>
            <a:schemeClr val="accent1"/>
          </a:solidFill>
        </p:spPr>
        <p:txBody>
          <a:bodyPr wrap="square" rtlCol="0">
            <a:spAutoFit/>
          </a:bodyPr>
          <a:lstStyle/>
          <a:p>
            <a:pPr algn="ctr"/>
            <a:r>
              <a:rPr lang="mn-MN" sz="1400" dirty="0">
                <a:solidFill>
                  <a:schemeClr val="bg1"/>
                </a:solidFill>
                <a:latin typeface="Times New Roman" pitchFamily="18" charset="0"/>
                <a:cs typeface="Times New Roman" pitchFamily="18" charset="0"/>
              </a:rPr>
              <a:t>Хэрэглээ</a:t>
            </a:r>
            <a:endParaRPr lang="en-US" sz="1400" dirty="0">
              <a:solidFill>
                <a:schemeClr val="bg1"/>
              </a:solidFill>
              <a:latin typeface="Times New Roman" pitchFamily="18" charset="0"/>
              <a:cs typeface="Times New Roman" pitchFamily="18" charset="0"/>
            </a:endParaRPr>
          </a:p>
        </p:txBody>
      </p:sp>
      <p:sp>
        <p:nvSpPr>
          <p:cNvPr id="23" name="Left Arrow 22"/>
          <p:cNvSpPr/>
          <p:nvPr/>
        </p:nvSpPr>
        <p:spPr>
          <a:xfrm>
            <a:off x="1789751" y="2428416"/>
            <a:ext cx="951932" cy="1433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 name="Up Arrow 23"/>
          <p:cNvSpPr/>
          <p:nvPr/>
        </p:nvSpPr>
        <p:spPr>
          <a:xfrm>
            <a:off x="1687393" y="1640256"/>
            <a:ext cx="133067" cy="87004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 name="TextBox 24"/>
          <p:cNvSpPr txBox="1"/>
          <p:nvPr/>
        </p:nvSpPr>
        <p:spPr>
          <a:xfrm>
            <a:off x="467544" y="3046477"/>
            <a:ext cx="8208912" cy="2677656"/>
          </a:xfrm>
          <a:prstGeom prst="rect">
            <a:avLst/>
          </a:prstGeom>
          <a:noFill/>
        </p:spPr>
        <p:txBody>
          <a:bodyPr wrap="square" rtlCol="0">
            <a:spAutoFit/>
          </a:bodyPr>
          <a:lstStyle/>
          <a:p>
            <a:pPr algn="just"/>
            <a:r>
              <a:rPr lang="mn-MN" sz="2800" dirty="0">
                <a:solidFill>
                  <a:schemeClr val="tx1">
                    <a:lumMod val="50000"/>
                  </a:schemeClr>
                </a:solidFill>
                <a:latin typeface="Times New Roman" pitchFamily="18" charset="0"/>
                <a:cs typeface="Times New Roman" pitchFamily="18" charset="0"/>
              </a:rPr>
              <a:t>Инноваци гэдэг нь </a:t>
            </a:r>
            <a:r>
              <a:rPr lang="mn-MN" sz="2800" b="1" i="1" dirty="0">
                <a:solidFill>
                  <a:schemeClr val="tx1">
                    <a:lumMod val="50000"/>
                  </a:schemeClr>
                </a:solidFill>
                <a:latin typeface="Times New Roman" pitchFamily="18" charset="0"/>
                <a:cs typeface="Times New Roman" pitchFamily="18" charset="0"/>
              </a:rPr>
              <a:t>хүмүүсийн хэрэгжүүлсэн шинэ санааны бүтээсэн үнэ цэнэ, шинэ санаануудыг зах зээл дээр хэрэглээнд ашиглах үйл явц, хэрэглэгчдийн хувьд шинээр төсөөлөгдөж байгаа бүх шинэ үр ашгууд, санааг худалдааны үр ашиг болгон хувиргах үйл явц </a:t>
            </a:r>
            <a:r>
              <a:rPr lang="mn-MN" sz="2800" dirty="0">
                <a:solidFill>
                  <a:schemeClr val="tx1">
                    <a:lumMod val="50000"/>
                  </a:schemeClr>
                </a:solidFill>
                <a:latin typeface="Times New Roman" pitchFamily="18" charset="0"/>
                <a:cs typeface="Times New Roman" pitchFamily="18" charset="0"/>
              </a:rPr>
              <a:t>юм.</a:t>
            </a:r>
            <a:endParaRPr lang="en-US" sz="2800" dirty="0">
              <a:solidFill>
                <a:schemeClr val="tx1">
                  <a:lumMod val="50000"/>
                </a:schemeClr>
              </a:solidFill>
              <a:latin typeface="Times New Roman" pitchFamily="18" charset="0"/>
              <a:cs typeface="Times New Roman" pitchFamily="18" charset="0"/>
            </a:endParaRPr>
          </a:p>
        </p:txBody>
      </p:sp>
      <p:sp>
        <p:nvSpPr>
          <p:cNvPr id="18" name="TextBox 17"/>
          <p:cNvSpPr txBox="1"/>
          <p:nvPr/>
        </p:nvSpPr>
        <p:spPr>
          <a:xfrm>
            <a:off x="4046855" y="2370410"/>
            <a:ext cx="1120878" cy="307777"/>
          </a:xfrm>
          <a:prstGeom prst="rect">
            <a:avLst/>
          </a:prstGeom>
          <a:solidFill>
            <a:schemeClr val="accent1"/>
          </a:solidFill>
        </p:spPr>
        <p:txBody>
          <a:bodyPr wrap="square" rtlCol="0">
            <a:spAutoFit/>
          </a:bodyPr>
          <a:lstStyle/>
          <a:p>
            <a:pPr algn="ctr"/>
            <a:r>
              <a:rPr lang="mn-MN" sz="1400" dirty="0">
                <a:solidFill>
                  <a:schemeClr val="bg1"/>
                </a:solidFill>
                <a:latin typeface="Times New Roman" pitchFamily="18" charset="0"/>
                <a:cs typeface="Times New Roman" pitchFamily="18" charset="0"/>
              </a:rPr>
              <a:t>Борлуулалт</a:t>
            </a:r>
            <a:endParaRPr lang="en-US" sz="1400" dirty="0">
              <a:solidFill>
                <a:schemeClr val="bg1"/>
              </a:solidFill>
              <a:latin typeface="Times New Roman" pitchFamily="18" charset="0"/>
              <a:cs typeface="Times New Roman" pitchFamily="18" charset="0"/>
            </a:endParaRPr>
          </a:p>
        </p:txBody>
      </p:sp>
      <p:sp>
        <p:nvSpPr>
          <p:cNvPr id="14" name="TextBox 13"/>
          <p:cNvSpPr txBox="1"/>
          <p:nvPr/>
        </p:nvSpPr>
        <p:spPr>
          <a:xfrm>
            <a:off x="6895925" y="2370411"/>
            <a:ext cx="1030923" cy="307777"/>
          </a:xfrm>
          <a:prstGeom prst="rect">
            <a:avLst/>
          </a:prstGeom>
          <a:solidFill>
            <a:schemeClr val="accent1"/>
          </a:solidFill>
        </p:spPr>
        <p:txBody>
          <a:bodyPr wrap="square" rtlCol="0">
            <a:spAutoFit/>
          </a:bodyPr>
          <a:lstStyle/>
          <a:p>
            <a:pPr algn="ctr"/>
            <a:r>
              <a:rPr lang="mn-MN" sz="1400" dirty="0">
                <a:solidFill>
                  <a:schemeClr val="bg1"/>
                </a:solidFill>
                <a:latin typeface="Times New Roman" pitchFamily="18" charset="0"/>
                <a:cs typeface="Times New Roman" pitchFamily="18" charset="0"/>
              </a:rPr>
              <a:t>Маркетинг</a:t>
            </a:r>
            <a:endParaRPr lang="en-US" sz="1400" dirty="0">
              <a:solidFill>
                <a:schemeClr val="bg1"/>
              </a:solidFill>
              <a:latin typeface="Times New Roman" pitchFamily="18" charset="0"/>
              <a:cs typeface="Times New Roman" pitchFamily="18" charset="0"/>
            </a:endParaRPr>
          </a:p>
        </p:txBody>
      </p:sp>
      <p:sp>
        <p:nvSpPr>
          <p:cNvPr id="16" name="TextBox 15"/>
          <p:cNvSpPr txBox="1"/>
          <p:nvPr/>
        </p:nvSpPr>
        <p:spPr>
          <a:xfrm>
            <a:off x="5455765" y="2372115"/>
            <a:ext cx="1120878" cy="307777"/>
          </a:xfrm>
          <a:prstGeom prst="rect">
            <a:avLst/>
          </a:prstGeom>
          <a:solidFill>
            <a:schemeClr val="accent1"/>
          </a:solidFill>
        </p:spPr>
        <p:txBody>
          <a:bodyPr wrap="square" rtlCol="0">
            <a:spAutoFit/>
          </a:bodyPr>
          <a:lstStyle/>
          <a:p>
            <a:pPr algn="ctr"/>
            <a:r>
              <a:rPr lang="mn-MN" sz="1400" dirty="0">
                <a:solidFill>
                  <a:schemeClr val="bg1"/>
                </a:solidFill>
                <a:latin typeface="Times New Roman" pitchFamily="18" charset="0"/>
                <a:cs typeface="Times New Roman" pitchFamily="18" charset="0"/>
              </a:rPr>
              <a:t>Үйлдвэрлэл</a:t>
            </a:r>
            <a:endParaRPr lang="en-US" sz="1400" dirty="0">
              <a:solidFill>
                <a:schemeClr val="bg1"/>
              </a:solidFill>
              <a:latin typeface="Times New Roman" pitchFamily="18" charset="0"/>
              <a:cs typeface="Times New Roman" pitchFamily="18" charset="0"/>
            </a:endParaRPr>
          </a:p>
        </p:txBody>
      </p:sp>
      <p:sp>
        <p:nvSpPr>
          <p:cNvPr id="11" name="TextBox 10"/>
          <p:cNvSpPr txBox="1"/>
          <p:nvPr/>
        </p:nvSpPr>
        <p:spPr>
          <a:xfrm>
            <a:off x="5998379" y="1437244"/>
            <a:ext cx="897545" cy="307777"/>
          </a:xfrm>
          <a:prstGeom prst="rect">
            <a:avLst/>
          </a:prstGeom>
          <a:solidFill>
            <a:schemeClr val="accent1"/>
          </a:solidFill>
        </p:spPr>
        <p:txBody>
          <a:bodyPr wrap="square" rtlCol="0">
            <a:spAutoFit/>
          </a:bodyPr>
          <a:lstStyle/>
          <a:p>
            <a:r>
              <a:rPr lang="mn-MN" sz="1400" dirty="0">
                <a:solidFill>
                  <a:schemeClr val="bg1"/>
                </a:solidFill>
                <a:latin typeface="Times New Roman" pitchFamily="18" charset="0"/>
                <a:cs typeface="Times New Roman" pitchFamily="18" charset="0"/>
              </a:rPr>
              <a:t>Туршилт</a:t>
            </a:r>
            <a:endParaRPr lang="en-US" sz="1400"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1055569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541" y="132708"/>
            <a:ext cx="7886700" cy="1325563"/>
          </a:xfrm>
        </p:spPr>
        <p:txBody>
          <a:bodyPr/>
          <a:lstStyle/>
          <a:p>
            <a:r>
              <a:rPr lang="mn-MN" dirty="0">
                <a:solidFill>
                  <a:schemeClr val="tx2"/>
                </a:solidFill>
                <a:latin typeface="Times New Roman" panose="02020603050405020304" pitchFamily="18" charset="0"/>
                <a:cs typeface="Times New Roman" panose="02020603050405020304" pitchFamily="18" charset="0"/>
              </a:rPr>
              <a:t>Инновацийн тогтолцоо эрх зүйн орчин</a:t>
            </a:r>
            <a:br>
              <a:rPr lang="mn-MN" dirty="0">
                <a:solidFill>
                  <a:schemeClr val="tx2"/>
                </a:solidFill>
                <a:latin typeface="Times New Roman" panose="02020603050405020304" pitchFamily="18" charset="0"/>
                <a:cs typeface="Times New Roman" panose="02020603050405020304" pitchFamily="18" charset="0"/>
              </a:rPr>
            </a:br>
            <a:endParaRPr lang="en-US" dirty="0"/>
          </a:p>
        </p:txBody>
      </p:sp>
      <p:grpSp>
        <p:nvGrpSpPr>
          <p:cNvPr id="76" name="Group 75"/>
          <p:cNvGrpSpPr/>
          <p:nvPr/>
        </p:nvGrpSpPr>
        <p:grpSpPr>
          <a:xfrm>
            <a:off x="252541" y="1052736"/>
            <a:ext cx="8638917" cy="4614613"/>
            <a:chOff x="509516" y="1255594"/>
            <a:chExt cx="8805147" cy="4365482"/>
          </a:xfrm>
        </p:grpSpPr>
        <p:sp>
          <p:nvSpPr>
            <p:cNvPr id="4" name="TextBox 3"/>
            <p:cNvSpPr txBox="1"/>
            <p:nvPr/>
          </p:nvSpPr>
          <p:spPr>
            <a:xfrm>
              <a:off x="5677470" y="1255594"/>
              <a:ext cx="1555844" cy="320276"/>
            </a:xfrm>
            <a:prstGeom prst="rect">
              <a:avLst/>
            </a:prstGeom>
            <a:noFill/>
            <a:ln>
              <a:solidFill>
                <a:schemeClr val="accent1">
                  <a:shade val="50000"/>
                </a:schemeClr>
              </a:solidFill>
            </a:ln>
          </p:spPr>
          <p:txBody>
            <a:bodyPr wrap="square" rtlCol="0">
              <a:spAutoFit/>
            </a:bodyPr>
            <a:lstStyle/>
            <a:p>
              <a:r>
                <a:rPr lang="mn-MN" sz="1600" dirty="0">
                  <a:latin typeface="Times New Roman" pitchFamily="18" charset="0"/>
                  <a:cs typeface="Times New Roman" pitchFamily="18" charset="0"/>
                </a:rPr>
                <a:t>Засгийн газар</a:t>
              </a:r>
              <a:endParaRPr lang="en-US" sz="1600" dirty="0">
                <a:latin typeface="Times New Roman" pitchFamily="18" charset="0"/>
                <a:cs typeface="Times New Roman" pitchFamily="18" charset="0"/>
              </a:endParaRPr>
            </a:p>
          </p:txBody>
        </p:sp>
        <p:sp>
          <p:nvSpPr>
            <p:cNvPr id="5" name="TextBox 4"/>
            <p:cNvSpPr txBox="1"/>
            <p:nvPr/>
          </p:nvSpPr>
          <p:spPr>
            <a:xfrm>
              <a:off x="1967552" y="1694597"/>
              <a:ext cx="1239672" cy="786134"/>
            </a:xfrm>
            <a:prstGeom prst="rect">
              <a:avLst/>
            </a:prstGeom>
            <a:noFill/>
            <a:ln>
              <a:solidFill>
                <a:schemeClr val="accent1">
                  <a:shade val="50000"/>
                </a:schemeClr>
              </a:solidFill>
            </a:ln>
          </p:spPr>
          <p:txBody>
            <a:bodyPr wrap="square" rtlCol="0">
              <a:spAutoFit/>
            </a:bodyPr>
            <a:lstStyle/>
            <a:p>
              <a:pPr algn="ctr"/>
              <a:r>
                <a:rPr lang="mn-MN" sz="1600" dirty="0">
                  <a:latin typeface="Times New Roman" pitchFamily="18" charset="0"/>
                  <a:cs typeface="Times New Roman" pitchFamily="18" charset="0"/>
                </a:rPr>
                <a:t>ШУТ-н үндэсний зөвлөл</a:t>
              </a:r>
              <a:endParaRPr lang="en-US" sz="1600" dirty="0">
                <a:latin typeface="Times New Roman" pitchFamily="18" charset="0"/>
                <a:cs typeface="Times New Roman" pitchFamily="18" charset="0"/>
              </a:endParaRPr>
            </a:p>
          </p:txBody>
        </p:sp>
        <p:sp>
          <p:nvSpPr>
            <p:cNvPr id="6" name="TextBox 5"/>
            <p:cNvSpPr txBox="1"/>
            <p:nvPr/>
          </p:nvSpPr>
          <p:spPr>
            <a:xfrm>
              <a:off x="1956177" y="2775045"/>
              <a:ext cx="1239672" cy="320276"/>
            </a:xfrm>
            <a:prstGeom prst="rect">
              <a:avLst/>
            </a:prstGeom>
            <a:noFill/>
            <a:ln>
              <a:solidFill>
                <a:schemeClr val="accent1">
                  <a:shade val="50000"/>
                </a:schemeClr>
              </a:solidFill>
            </a:ln>
          </p:spPr>
          <p:txBody>
            <a:bodyPr wrap="square" rtlCol="0">
              <a:spAutoFit/>
            </a:bodyPr>
            <a:lstStyle/>
            <a:p>
              <a:pPr algn="ctr"/>
              <a:r>
                <a:rPr lang="mn-MN" sz="1600" dirty="0">
                  <a:latin typeface="Times New Roman" pitchFamily="18" charset="0"/>
                  <a:cs typeface="Times New Roman" pitchFamily="18" charset="0"/>
                </a:rPr>
                <a:t>ШУТ-н сан</a:t>
              </a:r>
              <a:endParaRPr lang="en-US" sz="1600" dirty="0">
                <a:latin typeface="Times New Roman" pitchFamily="18" charset="0"/>
                <a:cs typeface="Times New Roman" pitchFamily="18" charset="0"/>
              </a:endParaRPr>
            </a:p>
          </p:txBody>
        </p:sp>
        <p:sp>
          <p:nvSpPr>
            <p:cNvPr id="7" name="TextBox 6"/>
            <p:cNvSpPr txBox="1"/>
            <p:nvPr/>
          </p:nvSpPr>
          <p:spPr>
            <a:xfrm>
              <a:off x="1956179" y="3375546"/>
              <a:ext cx="1239672" cy="320276"/>
            </a:xfrm>
            <a:prstGeom prst="rect">
              <a:avLst/>
            </a:prstGeom>
            <a:noFill/>
            <a:ln>
              <a:solidFill>
                <a:schemeClr val="accent1">
                  <a:shade val="50000"/>
                </a:schemeClr>
              </a:solidFill>
            </a:ln>
          </p:spPr>
          <p:txBody>
            <a:bodyPr wrap="square" rtlCol="0">
              <a:spAutoFit/>
            </a:bodyPr>
            <a:lstStyle/>
            <a:p>
              <a:pPr algn="ctr"/>
              <a:r>
                <a:rPr lang="mn-MN" sz="1600" dirty="0">
                  <a:latin typeface="Times New Roman" pitchFamily="18" charset="0"/>
                  <a:cs typeface="Times New Roman" pitchFamily="18" charset="0"/>
                </a:rPr>
                <a:t>ШУА</a:t>
              </a:r>
              <a:endParaRPr lang="en-US" sz="1600" dirty="0">
                <a:latin typeface="Times New Roman" pitchFamily="18" charset="0"/>
                <a:cs typeface="Times New Roman" pitchFamily="18" charset="0"/>
              </a:endParaRPr>
            </a:p>
          </p:txBody>
        </p:sp>
        <p:grpSp>
          <p:nvGrpSpPr>
            <p:cNvPr id="23" name="Group 22"/>
            <p:cNvGrpSpPr/>
            <p:nvPr/>
          </p:nvGrpSpPr>
          <p:grpSpPr>
            <a:xfrm>
              <a:off x="509516" y="4686519"/>
              <a:ext cx="5131624" cy="934557"/>
              <a:chOff x="1942531" y="3772120"/>
              <a:chExt cx="5131624" cy="934557"/>
            </a:xfrm>
          </p:grpSpPr>
          <p:sp>
            <p:nvSpPr>
              <p:cNvPr id="8" name="TextBox 7"/>
              <p:cNvSpPr txBox="1"/>
              <p:nvPr/>
            </p:nvSpPr>
            <p:spPr>
              <a:xfrm>
                <a:off x="1942531" y="4153472"/>
                <a:ext cx="1239672" cy="553205"/>
              </a:xfrm>
              <a:prstGeom prst="rect">
                <a:avLst/>
              </a:prstGeom>
              <a:noFill/>
              <a:ln>
                <a:solidFill>
                  <a:schemeClr val="accent1">
                    <a:shade val="50000"/>
                  </a:schemeClr>
                </a:solidFill>
              </a:ln>
            </p:spPr>
            <p:txBody>
              <a:bodyPr wrap="square" rtlCol="0">
                <a:spAutoFit/>
              </a:bodyPr>
              <a:lstStyle/>
              <a:p>
                <a:pPr algn="ctr"/>
                <a:r>
                  <a:rPr lang="mn-MN" sz="1600" dirty="0">
                    <a:latin typeface="Times New Roman" pitchFamily="18" charset="0"/>
                    <a:cs typeface="Times New Roman" pitchFamily="18" charset="0"/>
                  </a:rPr>
                  <a:t>16 хүрээлэн</a:t>
                </a:r>
                <a:endParaRPr lang="en-US" sz="1600" dirty="0">
                  <a:latin typeface="Times New Roman" pitchFamily="18" charset="0"/>
                  <a:cs typeface="Times New Roman" pitchFamily="18" charset="0"/>
                </a:endParaRPr>
              </a:p>
            </p:txBody>
          </p:sp>
          <p:sp>
            <p:nvSpPr>
              <p:cNvPr id="9" name="TextBox 8"/>
              <p:cNvSpPr txBox="1"/>
              <p:nvPr/>
            </p:nvSpPr>
            <p:spPr>
              <a:xfrm>
                <a:off x="3719019" y="4155747"/>
                <a:ext cx="1671851" cy="320276"/>
              </a:xfrm>
              <a:prstGeom prst="rect">
                <a:avLst/>
              </a:prstGeom>
              <a:noFill/>
              <a:ln>
                <a:solidFill>
                  <a:schemeClr val="accent1">
                    <a:shade val="50000"/>
                  </a:schemeClr>
                </a:solidFill>
              </a:ln>
            </p:spPr>
            <p:txBody>
              <a:bodyPr wrap="square" rtlCol="0">
                <a:spAutoFit/>
              </a:bodyPr>
              <a:lstStyle/>
              <a:p>
                <a:pPr algn="ctr"/>
                <a:r>
                  <a:rPr lang="mn-MN" sz="1600" dirty="0">
                    <a:latin typeface="Times New Roman" pitchFamily="18" charset="0"/>
                    <a:cs typeface="Times New Roman" pitchFamily="18" charset="0"/>
                  </a:rPr>
                  <a:t>их сургуулиуд</a:t>
                </a:r>
                <a:endParaRPr lang="en-US" sz="1600" dirty="0">
                  <a:latin typeface="Times New Roman" pitchFamily="18" charset="0"/>
                  <a:cs typeface="Times New Roman" pitchFamily="18" charset="0"/>
                </a:endParaRPr>
              </a:p>
            </p:txBody>
          </p:sp>
          <p:sp>
            <p:nvSpPr>
              <p:cNvPr id="10" name="TextBox 9"/>
              <p:cNvSpPr txBox="1"/>
              <p:nvPr/>
            </p:nvSpPr>
            <p:spPr>
              <a:xfrm>
                <a:off x="5834483" y="4128448"/>
                <a:ext cx="1239672" cy="553204"/>
              </a:xfrm>
              <a:prstGeom prst="rect">
                <a:avLst/>
              </a:prstGeom>
              <a:noFill/>
              <a:ln>
                <a:solidFill>
                  <a:schemeClr val="accent1">
                    <a:shade val="50000"/>
                  </a:schemeClr>
                </a:solidFill>
              </a:ln>
            </p:spPr>
            <p:txBody>
              <a:bodyPr wrap="square" rtlCol="0">
                <a:spAutoFit/>
              </a:bodyPr>
              <a:lstStyle/>
              <a:p>
                <a:pPr algn="ctr"/>
                <a:r>
                  <a:rPr lang="mn-MN" sz="1600" dirty="0">
                    <a:latin typeface="Times New Roman" pitchFamily="18" charset="0"/>
                    <a:cs typeface="Times New Roman" pitchFamily="18" charset="0"/>
                  </a:rPr>
                  <a:t>9 корпараци</a:t>
                </a:r>
                <a:endParaRPr lang="en-US" sz="1600" dirty="0">
                  <a:latin typeface="Times New Roman" pitchFamily="18" charset="0"/>
                  <a:cs typeface="Times New Roman" pitchFamily="18" charset="0"/>
                </a:endParaRPr>
              </a:p>
            </p:txBody>
          </p:sp>
          <p:cxnSp>
            <p:nvCxnSpPr>
              <p:cNvPr id="12" name="Straight Connector 11"/>
              <p:cNvCxnSpPr/>
              <p:nvPr/>
            </p:nvCxnSpPr>
            <p:spPr>
              <a:xfrm>
                <a:off x="2552131" y="3780430"/>
                <a:ext cx="388961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5400000">
                <a:off x="2388358" y="3944203"/>
                <a:ext cx="32754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a:off x="4383238" y="3946475"/>
                <a:ext cx="32754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a:off x="6282582" y="3935099"/>
                <a:ext cx="32754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a:off x="4183039" y="1959242"/>
              <a:ext cx="5131624" cy="703903"/>
              <a:chOff x="1942531" y="3772120"/>
              <a:chExt cx="5131624" cy="703903"/>
            </a:xfrm>
          </p:grpSpPr>
          <p:sp>
            <p:nvSpPr>
              <p:cNvPr id="25" name="TextBox 24"/>
              <p:cNvSpPr txBox="1"/>
              <p:nvPr/>
            </p:nvSpPr>
            <p:spPr>
              <a:xfrm>
                <a:off x="1942531" y="4153472"/>
                <a:ext cx="1239672" cy="320276"/>
              </a:xfrm>
              <a:prstGeom prst="rect">
                <a:avLst/>
              </a:prstGeom>
              <a:noFill/>
              <a:ln>
                <a:solidFill>
                  <a:schemeClr val="accent1">
                    <a:shade val="50000"/>
                  </a:schemeClr>
                </a:solidFill>
              </a:ln>
            </p:spPr>
            <p:txBody>
              <a:bodyPr wrap="square" rtlCol="0">
                <a:spAutoFit/>
              </a:bodyPr>
              <a:lstStyle/>
              <a:p>
                <a:pPr algn="ctr"/>
                <a:r>
                  <a:rPr lang="mn-MN" sz="1600" dirty="0">
                    <a:latin typeface="Times New Roman" pitchFamily="18" charset="0"/>
                    <a:cs typeface="Times New Roman" pitchFamily="18" charset="0"/>
                  </a:rPr>
                  <a:t>БСШУЯ</a:t>
                </a:r>
                <a:endParaRPr lang="en-US" sz="1600" dirty="0">
                  <a:latin typeface="Times New Roman" pitchFamily="18" charset="0"/>
                  <a:cs typeface="Times New Roman" pitchFamily="18" charset="0"/>
                </a:endParaRPr>
              </a:p>
            </p:txBody>
          </p:sp>
          <p:sp>
            <p:nvSpPr>
              <p:cNvPr id="26" name="TextBox 25"/>
              <p:cNvSpPr txBox="1"/>
              <p:nvPr/>
            </p:nvSpPr>
            <p:spPr>
              <a:xfrm>
                <a:off x="3719019" y="4155747"/>
                <a:ext cx="1671851" cy="320276"/>
              </a:xfrm>
              <a:prstGeom prst="rect">
                <a:avLst/>
              </a:prstGeom>
              <a:noFill/>
              <a:ln>
                <a:solidFill>
                  <a:schemeClr val="accent1">
                    <a:shade val="50000"/>
                  </a:schemeClr>
                </a:solidFill>
              </a:ln>
            </p:spPr>
            <p:txBody>
              <a:bodyPr wrap="square" rtlCol="0">
                <a:spAutoFit/>
              </a:bodyPr>
              <a:lstStyle/>
              <a:p>
                <a:pPr algn="ctr"/>
                <a:r>
                  <a:rPr lang="mn-MN" sz="1600" dirty="0">
                    <a:latin typeface="Times New Roman" pitchFamily="18" charset="0"/>
                    <a:cs typeface="Times New Roman" pitchFamily="18" charset="0"/>
                  </a:rPr>
                  <a:t>СЭЗЯ</a:t>
                </a:r>
                <a:endParaRPr lang="en-US" sz="1600" dirty="0">
                  <a:latin typeface="Times New Roman" pitchFamily="18" charset="0"/>
                  <a:cs typeface="Times New Roman" pitchFamily="18" charset="0"/>
                </a:endParaRPr>
              </a:p>
            </p:txBody>
          </p:sp>
          <p:sp>
            <p:nvSpPr>
              <p:cNvPr id="27" name="TextBox 26"/>
              <p:cNvSpPr txBox="1"/>
              <p:nvPr/>
            </p:nvSpPr>
            <p:spPr>
              <a:xfrm>
                <a:off x="5834483" y="4128448"/>
                <a:ext cx="1239672" cy="320276"/>
              </a:xfrm>
              <a:prstGeom prst="rect">
                <a:avLst/>
              </a:prstGeom>
              <a:noFill/>
              <a:ln>
                <a:solidFill>
                  <a:schemeClr val="accent1">
                    <a:shade val="50000"/>
                  </a:schemeClr>
                </a:solidFill>
              </a:ln>
            </p:spPr>
            <p:txBody>
              <a:bodyPr wrap="square" rtlCol="0">
                <a:spAutoFit/>
              </a:bodyPr>
              <a:lstStyle/>
              <a:p>
                <a:pPr algn="ctr"/>
                <a:r>
                  <a:rPr lang="mn-MN" sz="1600" dirty="0">
                    <a:latin typeface="Times New Roman" pitchFamily="18" charset="0"/>
                    <a:cs typeface="Times New Roman" pitchFamily="18" charset="0"/>
                  </a:rPr>
                  <a:t>Бусад яамд</a:t>
                </a:r>
                <a:endParaRPr lang="en-US" sz="1600" dirty="0">
                  <a:latin typeface="Times New Roman" pitchFamily="18" charset="0"/>
                  <a:cs typeface="Times New Roman" pitchFamily="18" charset="0"/>
                </a:endParaRPr>
              </a:p>
            </p:txBody>
          </p:sp>
          <p:cxnSp>
            <p:nvCxnSpPr>
              <p:cNvPr id="28" name="Straight Connector 27"/>
              <p:cNvCxnSpPr/>
              <p:nvPr/>
            </p:nvCxnSpPr>
            <p:spPr>
              <a:xfrm>
                <a:off x="2552131" y="3780430"/>
                <a:ext cx="388961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rot="5400000">
                <a:off x="2388358" y="3944203"/>
                <a:ext cx="32754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rot="5400000">
                <a:off x="4383238" y="3946475"/>
                <a:ext cx="32754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rot="5400000">
                <a:off x="6282582" y="3935099"/>
                <a:ext cx="32754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cxnSp>
          <p:nvCxnSpPr>
            <p:cNvPr id="40" name="Straight Connector 39"/>
            <p:cNvCxnSpPr/>
            <p:nvPr/>
          </p:nvCxnSpPr>
          <p:spPr>
            <a:xfrm rot="10800000">
              <a:off x="2538490" y="1419367"/>
              <a:ext cx="3138983"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rot="5400000">
              <a:off x="2395185" y="1562669"/>
              <a:ext cx="259307"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rot="5400000">
              <a:off x="2438403" y="2656765"/>
              <a:ext cx="259307"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rot="5400000">
              <a:off x="2438403" y="3243619"/>
              <a:ext cx="259307"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4" idx="2"/>
            </p:cNvCxnSpPr>
            <p:nvPr/>
          </p:nvCxnSpPr>
          <p:spPr>
            <a:xfrm>
              <a:off x="6455393" y="1575870"/>
              <a:ext cx="0" cy="375761"/>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4804012" y="3070746"/>
              <a:ext cx="414892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25" idx="2"/>
            </p:cNvCxnSpPr>
            <p:nvPr/>
          </p:nvCxnSpPr>
          <p:spPr>
            <a:xfrm>
              <a:off x="4802875" y="2660870"/>
              <a:ext cx="1136" cy="764717"/>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rot="16200000" flipH="1">
              <a:off x="6609316" y="2869829"/>
              <a:ext cx="377951" cy="1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rot="16200000" flipH="1">
              <a:off x="8738367" y="2883477"/>
              <a:ext cx="377951" cy="1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rot="5400000">
              <a:off x="8413845" y="3309582"/>
              <a:ext cx="45037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8018059" y="3527948"/>
              <a:ext cx="1239672" cy="320276"/>
            </a:xfrm>
            <a:prstGeom prst="rect">
              <a:avLst/>
            </a:prstGeom>
            <a:noFill/>
            <a:ln>
              <a:solidFill>
                <a:schemeClr val="accent1">
                  <a:shade val="50000"/>
                </a:schemeClr>
              </a:solidFill>
            </a:ln>
          </p:spPr>
          <p:txBody>
            <a:bodyPr wrap="square" rtlCol="0">
              <a:spAutoFit/>
            </a:bodyPr>
            <a:lstStyle/>
            <a:p>
              <a:pPr algn="ctr"/>
              <a:r>
                <a:rPr lang="mn-MN" sz="1600" dirty="0">
                  <a:latin typeface="Times New Roman" pitchFamily="18" charset="0"/>
                  <a:cs typeface="Times New Roman" pitchFamily="18" charset="0"/>
                </a:rPr>
                <a:t>9 ЭШБ</a:t>
              </a:r>
              <a:endParaRPr lang="en-US" sz="1600" dirty="0">
                <a:latin typeface="Times New Roman" pitchFamily="18" charset="0"/>
                <a:cs typeface="Times New Roman" pitchFamily="18" charset="0"/>
              </a:endParaRPr>
            </a:p>
          </p:txBody>
        </p:sp>
        <p:sp>
          <p:nvSpPr>
            <p:cNvPr id="65" name="TextBox 64"/>
            <p:cNvSpPr txBox="1"/>
            <p:nvPr/>
          </p:nvSpPr>
          <p:spPr>
            <a:xfrm>
              <a:off x="4101169" y="3773609"/>
              <a:ext cx="1239672" cy="786134"/>
            </a:xfrm>
            <a:prstGeom prst="rect">
              <a:avLst/>
            </a:prstGeom>
            <a:noFill/>
            <a:ln>
              <a:solidFill>
                <a:schemeClr val="accent1">
                  <a:shade val="50000"/>
                </a:schemeClr>
              </a:solidFill>
            </a:ln>
          </p:spPr>
          <p:txBody>
            <a:bodyPr wrap="square" rtlCol="0">
              <a:spAutoFit/>
            </a:bodyPr>
            <a:lstStyle/>
            <a:p>
              <a:pPr algn="ctr"/>
              <a:r>
                <a:rPr lang="mn-MN" sz="1600" dirty="0">
                  <a:latin typeface="Times New Roman" pitchFamily="18" charset="0"/>
                  <a:cs typeface="Times New Roman" pitchFamily="18" charset="0"/>
                </a:rPr>
                <a:t>13 судалгааны хүрээлэн</a:t>
              </a:r>
              <a:endParaRPr lang="en-US" sz="1600" dirty="0">
                <a:latin typeface="Times New Roman" pitchFamily="18" charset="0"/>
                <a:cs typeface="Times New Roman" pitchFamily="18" charset="0"/>
              </a:endParaRPr>
            </a:p>
          </p:txBody>
        </p:sp>
        <p:sp>
          <p:nvSpPr>
            <p:cNvPr id="66" name="TextBox 65"/>
            <p:cNvSpPr txBox="1"/>
            <p:nvPr/>
          </p:nvSpPr>
          <p:spPr>
            <a:xfrm>
              <a:off x="5877658" y="3775884"/>
              <a:ext cx="1671851" cy="553205"/>
            </a:xfrm>
            <a:prstGeom prst="rect">
              <a:avLst/>
            </a:prstGeom>
            <a:noFill/>
            <a:ln>
              <a:solidFill>
                <a:schemeClr val="accent1">
                  <a:shade val="50000"/>
                </a:schemeClr>
              </a:solidFill>
            </a:ln>
          </p:spPr>
          <p:txBody>
            <a:bodyPr wrap="square" rtlCol="0">
              <a:spAutoFit/>
            </a:bodyPr>
            <a:lstStyle/>
            <a:p>
              <a:pPr algn="ctr"/>
              <a:r>
                <a:rPr lang="mn-MN" sz="1600" dirty="0">
                  <a:latin typeface="Times New Roman" pitchFamily="18" charset="0"/>
                  <a:cs typeface="Times New Roman" pitchFamily="18" charset="0"/>
                </a:rPr>
                <a:t>65 их, дээд сургууль</a:t>
              </a:r>
              <a:endParaRPr lang="en-US" sz="1600" dirty="0">
                <a:latin typeface="Times New Roman" pitchFamily="18" charset="0"/>
                <a:cs typeface="Times New Roman" pitchFamily="18" charset="0"/>
              </a:endParaRPr>
            </a:p>
          </p:txBody>
        </p:sp>
        <p:cxnSp>
          <p:nvCxnSpPr>
            <p:cNvPr id="68" name="Straight Connector 67"/>
            <p:cNvCxnSpPr/>
            <p:nvPr/>
          </p:nvCxnSpPr>
          <p:spPr>
            <a:xfrm flipV="1">
              <a:off x="4710769" y="3425588"/>
              <a:ext cx="2003948" cy="2275"/>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rot="5400000">
              <a:off x="4546996" y="3591636"/>
              <a:ext cx="32754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rot="5400000">
              <a:off x="6541876" y="3593908"/>
              <a:ext cx="32754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a:stCxn id="7" idx="2"/>
            </p:cNvCxnSpPr>
            <p:nvPr/>
          </p:nvCxnSpPr>
          <p:spPr>
            <a:xfrm>
              <a:off x="2576016" y="3695822"/>
              <a:ext cx="3411" cy="985359"/>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56136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60648"/>
            <a:ext cx="7886700" cy="615602"/>
          </a:xfrm>
        </p:spPr>
        <p:txBody>
          <a:bodyPr>
            <a:normAutofit/>
          </a:bodyPr>
          <a:lstStyle/>
          <a:p>
            <a:r>
              <a:rPr lang="mn-MN" dirty="0">
                <a:solidFill>
                  <a:schemeClr val="tx2"/>
                </a:solidFill>
                <a:latin typeface="Times New Roman" panose="02020603050405020304" pitchFamily="18" charset="0"/>
                <a:cs typeface="Times New Roman" panose="02020603050405020304" pitchFamily="18" charset="0"/>
              </a:rPr>
              <a:t>Инкубаторын тухай үндсэн ойлголт</a:t>
            </a:r>
            <a:endParaRPr lang="en-US" dirty="0"/>
          </a:p>
        </p:txBody>
      </p:sp>
      <p:sp>
        <p:nvSpPr>
          <p:cNvPr id="3" name="Content Placeholder 2"/>
          <p:cNvSpPr>
            <a:spLocks noGrp="1"/>
          </p:cNvSpPr>
          <p:nvPr>
            <p:ph idx="1"/>
          </p:nvPr>
        </p:nvSpPr>
        <p:spPr>
          <a:xfrm>
            <a:off x="395536" y="1052736"/>
            <a:ext cx="8526950" cy="3816424"/>
          </a:xfrm>
        </p:spPr>
        <p:txBody>
          <a:bodyPr>
            <a:normAutofit fontScale="92500" lnSpcReduction="10000"/>
          </a:bodyPr>
          <a:lstStyle/>
          <a:p>
            <a:pPr algn="just">
              <a:lnSpc>
                <a:spcPct val="110000"/>
              </a:lnSpc>
              <a:buNone/>
            </a:pPr>
            <a:r>
              <a:rPr lang="mn-MN" sz="2800" dirty="0">
                <a:latin typeface="Times New Roman" pitchFamily="18" charset="0"/>
                <a:cs typeface="Times New Roman" pitchFamily="18" charset="0"/>
              </a:rPr>
              <a:t>    Технологи, бизнесийн инкубатор нь ажил хэрэгч шинэ хүмүүсийн амжилтыг нэмэгдүүлэх талаар төрөлжсөн зохион байгуулалтын хэлбэр юм.</a:t>
            </a:r>
          </a:p>
          <a:p>
            <a:pPr algn="just">
              <a:lnSpc>
                <a:spcPct val="110000"/>
              </a:lnSpc>
              <a:buNone/>
            </a:pPr>
            <a:r>
              <a:rPr lang="mn-MN" sz="2800" dirty="0">
                <a:latin typeface="Times New Roman" pitchFamily="18" charset="0"/>
                <a:cs typeface="Times New Roman" pitchFamily="18" charset="0"/>
              </a:rPr>
              <a:t>     Шинжлэх ухаан технологийн судалгаа шинжилгээний ажлыг технологийн инкубаторт чиглүүлэн, судалгааны ажлыг арилжааны хэлбэрт оруулах замаар эдийн засгийн хөгжилд оруулах хувь нэмрийг эрс нэмэгдүүлэх, технологи дамжуулах буюу нутагшуулах шалгарсан арга бол технологийн инкубатор юм.</a:t>
            </a:r>
            <a:endParaRPr lang="en-US" sz="2800" dirty="0">
              <a:latin typeface="Times New Roman" pitchFamily="18" charset="0"/>
              <a:cs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33363"/>
            <a:ext cx="7886700" cy="471586"/>
          </a:xfrm>
        </p:spPr>
        <p:txBody>
          <a:bodyPr>
            <a:normAutofit fontScale="90000"/>
          </a:bodyPr>
          <a:lstStyle/>
          <a:p>
            <a:r>
              <a:rPr lang="mn-MN" dirty="0">
                <a:latin typeface="Times New Roman" pitchFamily="18" charset="0"/>
                <a:cs typeface="Times New Roman" pitchFamily="18" charset="0"/>
              </a:rPr>
              <a:t>Инкубаторуудын үндсэн үүргүүд</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251520" y="720973"/>
            <a:ext cx="8640959" cy="4351338"/>
          </a:xfrm>
        </p:spPr>
        <p:txBody>
          <a:bodyPr>
            <a:normAutofit/>
          </a:bodyPr>
          <a:lstStyle/>
          <a:p>
            <a:pPr algn="just"/>
            <a:r>
              <a:rPr lang="mn-MN" sz="2400" dirty="0">
                <a:latin typeface="Times New Roman" pitchFamily="18" charset="0"/>
                <a:cs typeface="Times New Roman" pitchFamily="18" charset="0"/>
              </a:rPr>
              <a:t>Шинэ тутам байгуулагдсан бизнесийн байгууллагын өсөлтийг хангах, хөрөнгө оруулалтын зардал эрсдэлийг бууруулах</a:t>
            </a:r>
          </a:p>
          <a:p>
            <a:pPr algn="just"/>
            <a:r>
              <a:rPr lang="mn-MN" sz="2400" dirty="0">
                <a:latin typeface="Times New Roman" pitchFamily="18" charset="0"/>
                <a:cs typeface="Times New Roman" pitchFamily="18" charset="0"/>
              </a:rPr>
              <a:t>Шинэ бүтээгдэхүүн болон шинэ технологийг дэмжин үйлдвэрлэл, бизнес болгон хөгжүүлэх</a:t>
            </a:r>
          </a:p>
          <a:p>
            <a:pPr algn="just"/>
            <a:r>
              <a:rPr lang="mn-MN" sz="2400" dirty="0">
                <a:latin typeface="Times New Roman" pitchFamily="18" charset="0"/>
                <a:cs typeface="Times New Roman" pitchFamily="18" charset="0"/>
              </a:rPr>
              <a:t>Судалгаа шинжилгээний ажлын үр дүнг үйлдвэрлэлд нэвтрүүлэх бүтээгдэхүүн үйлдвэрлэл, зах зээлд арилжихад дэмжлэг үзүүлэх</a:t>
            </a:r>
          </a:p>
          <a:p>
            <a:pPr algn="just"/>
            <a:r>
              <a:rPr lang="mn-MN" sz="2400" dirty="0">
                <a:latin typeface="Times New Roman" pitchFamily="18" charset="0"/>
                <a:cs typeface="Times New Roman" pitchFamily="18" charset="0"/>
              </a:rPr>
              <a:t>Үйлдвэрлэл байгууллагын тулгамдсан асуудлыг шийдвэрлэх талаар мэргэжлийн зөвлөгөө өгөх</a:t>
            </a:r>
          </a:p>
          <a:p>
            <a:pPr algn="just"/>
            <a:r>
              <a:rPr lang="mn-MN" sz="2400" dirty="0">
                <a:latin typeface="Times New Roman" pitchFamily="18" charset="0"/>
                <a:cs typeface="Times New Roman" pitchFamily="18" charset="0"/>
              </a:rPr>
              <a:t>Их сургууль, үйлдвэрүүдийн хамтын ажиллагааг бэхжүүлэх</a:t>
            </a:r>
          </a:p>
          <a:p>
            <a:pPr algn="just"/>
            <a:endParaRPr lang="mn-MN"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4157551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881" y="179089"/>
            <a:ext cx="7543802" cy="599391"/>
          </a:xfrm>
        </p:spPr>
        <p:txBody>
          <a:bodyPr>
            <a:normAutofit/>
          </a:bodyPr>
          <a:lstStyle/>
          <a:p>
            <a:r>
              <a:rPr lang="mn-MN" sz="2800" dirty="0">
                <a:latin typeface="Times New Roman" pitchFamily="18" charset="0"/>
                <a:cs typeface="Times New Roman" pitchFamily="18" charset="0"/>
              </a:rPr>
              <a:t>Инкубаторт  бойжуулах үйл явц</a:t>
            </a:r>
            <a:endParaRPr lang="en-US" sz="2800" dirty="0">
              <a:latin typeface="Times New Roman" pitchFamily="18" charset="0"/>
              <a:cs typeface="Times New Roman" pitchFamily="18" charset="0"/>
            </a:endParaRPr>
          </a:p>
        </p:txBody>
      </p:sp>
      <p:graphicFrame>
        <p:nvGraphicFramePr>
          <p:cNvPr id="13" name="Content Placeholder 3">
            <a:extLst>
              <a:ext uri="{FF2B5EF4-FFF2-40B4-BE49-F238E27FC236}">
                <a16:creationId xmlns:a16="http://schemas.microsoft.com/office/drawing/2014/main" id="{574F3D9D-3A15-40C0-AAD1-7887A459E4BB}"/>
              </a:ext>
            </a:extLst>
          </p:cNvPr>
          <p:cNvGraphicFramePr>
            <a:graphicFrameLocks/>
          </p:cNvGraphicFramePr>
          <p:nvPr>
            <p:extLst>
              <p:ext uri="{D42A27DB-BD31-4B8C-83A1-F6EECF244321}">
                <p14:modId xmlns:p14="http://schemas.microsoft.com/office/powerpoint/2010/main" val="3054933928"/>
              </p:ext>
            </p:extLst>
          </p:nvPr>
        </p:nvGraphicFramePr>
        <p:xfrm>
          <a:off x="609774" y="720773"/>
          <a:ext cx="7955675" cy="31718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0" name="Straight Arrow Connector 9"/>
          <p:cNvCxnSpPr/>
          <p:nvPr/>
        </p:nvCxnSpPr>
        <p:spPr>
          <a:xfrm flipV="1">
            <a:off x="578550" y="1197592"/>
            <a:ext cx="7482386" cy="40943"/>
          </a:xfrm>
          <a:prstGeom prst="straightConnector1">
            <a:avLst/>
          </a:prstGeom>
          <a:ln w="44450" cmpd="sng">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287934" y="695062"/>
            <a:ext cx="1156648" cy="523220"/>
          </a:xfrm>
          <a:prstGeom prst="rect">
            <a:avLst/>
          </a:prstGeom>
          <a:noFill/>
        </p:spPr>
        <p:txBody>
          <a:bodyPr wrap="square" rtlCol="0">
            <a:spAutoFit/>
          </a:bodyPr>
          <a:lstStyle/>
          <a:p>
            <a:r>
              <a:rPr lang="mn-MN" sz="2800" dirty="0">
                <a:latin typeface="Times New Roman" pitchFamily="18" charset="0"/>
                <a:cs typeface="Times New Roman" pitchFamily="18" charset="0"/>
              </a:rPr>
              <a:t>2жил</a:t>
            </a:r>
            <a:endParaRPr lang="en-US" sz="2800" dirty="0">
              <a:latin typeface="Times New Roman" pitchFamily="18" charset="0"/>
              <a:cs typeface="Times New Roman" pitchFamily="18" charset="0"/>
            </a:endParaRPr>
          </a:p>
        </p:txBody>
      </p:sp>
      <p:sp>
        <p:nvSpPr>
          <p:cNvPr id="12" name="TextBox 11"/>
          <p:cNvSpPr txBox="1"/>
          <p:nvPr/>
        </p:nvSpPr>
        <p:spPr>
          <a:xfrm>
            <a:off x="271478" y="3203812"/>
            <a:ext cx="2016456" cy="2862322"/>
          </a:xfrm>
          <a:prstGeom prst="rect">
            <a:avLst/>
          </a:prstGeom>
          <a:noFill/>
        </p:spPr>
        <p:txBody>
          <a:bodyPr wrap="square" rtlCol="0">
            <a:spAutoFit/>
          </a:bodyPr>
          <a:lstStyle/>
          <a:p>
            <a:pPr algn="just">
              <a:buFont typeface="Arial" pitchFamily="34" charset="0"/>
              <a:buChar char="•"/>
            </a:pPr>
            <a:r>
              <a:rPr lang="mn-MN" dirty="0">
                <a:latin typeface="Times New Roman" pitchFamily="18" charset="0"/>
                <a:cs typeface="Times New Roman" pitchFamily="18" charset="0"/>
              </a:rPr>
              <a:t>Элсэлтийн зар гаргах</a:t>
            </a:r>
          </a:p>
          <a:p>
            <a:pPr algn="just">
              <a:buFont typeface="Arial" pitchFamily="34" charset="0"/>
              <a:buChar char="•"/>
            </a:pPr>
            <a:r>
              <a:rPr lang="mn-MN" dirty="0">
                <a:latin typeface="Times New Roman" pitchFamily="18" charset="0"/>
                <a:cs typeface="Times New Roman" pitchFamily="18" charset="0"/>
              </a:rPr>
              <a:t>Хэрхэн элсүүлэх талаар сургалтанд хамруулах</a:t>
            </a:r>
          </a:p>
          <a:p>
            <a:pPr algn="just">
              <a:buFont typeface="Arial" pitchFamily="34" charset="0"/>
              <a:buChar char="•"/>
            </a:pPr>
            <a:r>
              <a:rPr lang="mn-MN" dirty="0">
                <a:latin typeface="Times New Roman" pitchFamily="18" charset="0"/>
                <a:cs typeface="Times New Roman" pitchFamily="18" charset="0"/>
              </a:rPr>
              <a:t>Мэргэжлийн үнэлгээ өгөх</a:t>
            </a:r>
          </a:p>
          <a:p>
            <a:pPr algn="just">
              <a:buFont typeface="Arial" pitchFamily="34" charset="0"/>
              <a:buChar char="•"/>
            </a:pPr>
            <a:r>
              <a:rPr lang="mn-MN" dirty="0">
                <a:latin typeface="Times New Roman" pitchFamily="18" charset="0"/>
                <a:cs typeface="Times New Roman" pitchFamily="18" charset="0"/>
              </a:rPr>
              <a:t>Тодорхой шалгуураар шалгаруулна. </a:t>
            </a:r>
            <a:endParaRPr lang="en-US" dirty="0">
              <a:latin typeface="Times New Roman" pitchFamily="18" charset="0"/>
              <a:cs typeface="Times New Roman" pitchFamily="18" charset="0"/>
            </a:endParaRPr>
          </a:p>
        </p:txBody>
      </p:sp>
      <p:sp>
        <p:nvSpPr>
          <p:cNvPr id="14" name="TextBox 13"/>
          <p:cNvSpPr txBox="1"/>
          <p:nvPr/>
        </p:nvSpPr>
        <p:spPr>
          <a:xfrm>
            <a:off x="2484121" y="3246461"/>
            <a:ext cx="2016456" cy="3139321"/>
          </a:xfrm>
          <a:prstGeom prst="rect">
            <a:avLst/>
          </a:prstGeom>
          <a:noFill/>
        </p:spPr>
        <p:txBody>
          <a:bodyPr wrap="square" rtlCol="0">
            <a:spAutoFit/>
          </a:bodyPr>
          <a:lstStyle/>
          <a:p>
            <a:pPr algn="just">
              <a:buFont typeface="Arial" pitchFamily="34" charset="0"/>
              <a:buChar char="•"/>
            </a:pPr>
            <a:r>
              <a:rPr lang="mn-MN" dirty="0">
                <a:latin typeface="Times New Roman" pitchFamily="18" charset="0"/>
                <a:cs typeface="Times New Roman" pitchFamily="18" charset="0"/>
              </a:rPr>
              <a:t>Бизнес төлөвлөгөө боловсруулахад туслах</a:t>
            </a:r>
          </a:p>
          <a:p>
            <a:pPr algn="just">
              <a:buFont typeface="Arial" pitchFamily="34" charset="0"/>
              <a:buChar char="•"/>
            </a:pPr>
            <a:r>
              <a:rPr lang="mn-MN" dirty="0">
                <a:latin typeface="Times New Roman" pitchFamily="18" charset="0"/>
                <a:cs typeface="Times New Roman" pitchFamily="18" charset="0"/>
              </a:rPr>
              <a:t>Шинэ бүтээгдэхүүн бий болгоход нь дэмжлэг үзүүлэх</a:t>
            </a:r>
          </a:p>
          <a:p>
            <a:pPr algn="just">
              <a:buFont typeface="Arial" pitchFamily="34" charset="0"/>
              <a:buChar char="•"/>
            </a:pPr>
            <a:r>
              <a:rPr lang="mn-MN" dirty="0">
                <a:latin typeface="Times New Roman" pitchFamily="18" charset="0"/>
                <a:cs typeface="Times New Roman" pitchFamily="18" charset="0"/>
              </a:rPr>
              <a:t>Орлого, зарлагын загварыг тодорхойлох</a:t>
            </a:r>
          </a:p>
        </p:txBody>
      </p:sp>
      <p:sp>
        <p:nvSpPr>
          <p:cNvPr id="15" name="TextBox 14"/>
          <p:cNvSpPr txBox="1"/>
          <p:nvPr/>
        </p:nvSpPr>
        <p:spPr>
          <a:xfrm>
            <a:off x="4625114" y="3074158"/>
            <a:ext cx="2016456" cy="3416320"/>
          </a:xfrm>
          <a:prstGeom prst="rect">
            <a:avLst/>
          </a:prstGeom>
          <a:noFill/>
        </p:spPr>
        <p:txBody>
          <a:bodyPr wrap="square" rtlCol="0">
            <a:spAutoFit/>
          </a:bodyPr>
          <a:lstStyle/>
          <a:p>
            <a:pPr algn="just">
              <a:buFont typeface="Arial" pitchFamily="34" charset="0"/>
              <a:buChar char="•"/>
            </a:pPr>
            <a:r>
              <a:rPr lang="mn-MN" dirty="0">
                <a:latin typeface="Times New Roman" pitchFamily="18" charset="0"/>
                <a:cs typeface="Times New Roman" pitchFamily="18" charset="0"/>
              </a:rPr>
              <a:t>Бизнесийн үйл ажиллагаанд дэмжлэг үзүүлэх</a:t>
            </a:r>
          </a:p>
          <a:p>
            <a:pPr algn="just">
              <a:buFont typeface="Arial" pitchFamily="34" charset="0"/>
              <a:buChar char="•"/>
            </a:pPr>
            <a:r>
              <a:rPr lang="mn-MN" dirty="0">
                <a:latin typeface="Times New Roman" pitchFamily="18" charset="0"/>
                <a:cs typeface="Times New Roman" pitchFamily="18" charset="0"/>
              </a:rPr>
              <a:t>Бүтээгдэхүүнээ зах зээлд сурталчлах</a:t>
            </a:r>
          </a:p>
          <a:p>
            <a:pPr algn="just">
              <a:buFont typeface="Arial" pitchFamily="34" charset="0"/>
              <a:buChar char="•"/>
            </a:pPr>
            <a:r>
              <a:rPr lang="mn-MN" dirty="0">
                <a:latin typeface="Times New Roman" pitchFamily="18" charset="0"/>
                <a:cs typeface="Times New Roman" pitchFamily="18" charset="0"/>
              </a:rPr>
              <a:t>Хөрөнгө оруулагчтай холбоо тогтоох</a:t>
            </a:r>
          </a:p>
          <a:p>
            <a:pPr algn="just">
              <a:buFont typeface="Arial" pitchFamily="34" charset="0"/>
              <a:buChar char="•"/>
            </a:pPr>
            <a:r>
              <a:rPr lang="mn-MN" dirty="0">
                <a:latin typeface="Times New Roman" pitchFamily="18" charset="0"/>
                <a:cs typeface="Times New Roman" pitchFamily="18" charset="0"/>
              </a:rPr>
              <a:t>Гадаад, дотоод ЗЗ-н мэдээллээр хангах </a:t>
            </a:r>
          </a:p>
        </p:txBody>
      </p:sp>
      <p:sp>
        <p:nvSpPr>
          <p:cNvPr id="16" name="TextBox 15"/>
          <p:cNvSpPr txBox="1"/>
          <p:nvPr/>
        </p:nvSpPr>
        <p:spPr>
          <a:xfrm>
            <a:off x="6824110" y="3041745"/>
            <a:ext cx="2016456" cy="1754326"/>
          </a:xfrm>
          <a:prstGeom prst="rect">
            <a:avLst/>
          </a:prstGeom>
          <a:noFill/>
        </p:spPr>
        <p:txBody>
          <a:bodyPr wrap="square" rtlCol="0">
            <a:spAutoFit/>
          </a:bodyPr>
          <a:lstStyle/>
          <a:p>
            <a:pPr algn="just">
              <a:buFont typeface="Arial" pitchFamily="34" charset="0"/>
              <a:buChar char="•"/>
            </a:pPr>
            <a:r>
              <a:rPr lang="mn-MN" dirty="0">
                <a:latin typeface="Times New Roman" pitchFamily="18" charset="0"/>
                <a:cs typeface="Times New Roman" pitchFamily="18" charset="0"/>
              </a:rPr>
              <a:t>Үйл ажиллагааны үнэ цэнийг тодорхойлох</a:t>
            </a:r>
          </a:p>
          <a:p>
            <a:pPr algn="just">
              <a:buFont typeface="Arial" pitchFamily="34" charset="0"/>
              <a:buChar char="•"/>
            </a:pPr>
            <a:r>
              <a:rPr lang="mn-MN" dirty="0">
                <a:latin typeface="Times New Roman" pitchFamily="18" charset="0"/>
                <a:cs typeface="Times New Roman" pitchFamily="18" charset="0"/>
              </a:rPr>
              <a:t>Төгсөлтийн шалгалт авах, үр дүнг үнэлэх</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93764"/>
            <a:ext cx="7886700" cy="471586"/>
          </a:xfrm>
        </p:spPr>
        <p:txBody>
          <a:bodyPr>
            <a:normAutofit fontScale="90000"/>
          </a:bodyPr>
          <a:lstStyle/>
          <a:p>
            <a:r>
              <a:rPr lang="mn-MN" b="1" dirty="0">
                <a:latin typeface="Times New Roman" pitchFamily="18" charset="0"/>
                <a:cs typeface="Times New Roman" pitchFamily="18" charset="0"/>
              </a:rPr>
              <a:t>Технологийн инкубаторын хэлбэрүүд</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323528" y="836712"/>
            <a:ext cx="8496944" cy="4351338"/>
          </a:xfrm>
        </p:spPr>
        <p:txBody>
          <a:bodyPr>
            <a:normAutofit/>
          </a:bodyPr>
          <a:lstStyle/>
          <a:p>
            <a:pPr algn="just"/>
            <a:r>
              <a:rPr lang="mn-MN" sz="2800" dirty="0">
                <a:latin typeface="Times New Roman" pitchFamily="18" charset="0"/>
                <a:cs typeface="Times New Roman" pitchFamily="18" charset="0"/>
              </a:rPr>
              <a:t>Мэргэжлийн технологийн бизнес инкубатор</a:t>
            </a:r>
          </a:p>
          <a:p>
            <a:pPr algn="just"/>
            <a:r>
              <a:rPr lang="mn-MN" sz="2800" dirty="0">
                <a:latin typeface="Times New Roman" pitchFamily="18" charset="0"/>
                <a:cs typeface="Times New Roman" pitchFamily="18" charset="0"/>
              </a:rPr>
              <a:t>Их сургуультай хамааралтай ШУТ-н парк</a:t>
            </a:r>
          </a:p>
          <a:p>
            <a:pPr algn="just"/>
            <a:r>
              <a:rPr lang="mn-MN" sz="2800" dirty="0">
                <a:latin typeface="Times New Roman" pitchFamily="18" charset="0"/>
                <a:cs typeface="Times New Roman" pitchFamily="18" charset="0"/>
              </a:rPr>
              <a:t>Гадаадад суралцаад нутагтаа буцаж ирсэн  мэргэжилтнүүдэд зориулсан инкубатор</a:t>
            </a:r>
          </a:p>
          <a:p>
            <a:pPr algn="just"/>
            <a:r>
              <a:rPr lang="mn-MN" sz="2800" dirty="0">
                <a:latin typeface="Times New Roman" pitchFamily="18" charset="0"/>
                <a:cs typeface="Times New Roman" pitchFamily="18" charset="0"/>
              </a:rPr>
              <a:t>Олон улсын бизнес инкубатор</a:t>
            </a:r>
          </a:p>
          <a:p>
            <a:pPr algn="just"/>
            <a:r>
              <a:rPr lang="mn-MN" sz="2800" dirty="0">
                <a:latin typeface="Times New Roman" pitchFamily="18" charset="0"/>
                <a:cs typeface="Times New Roman" pitchFamily="18" charset="0"/>
              </a:rPr>
              <a:t>Засгийн газар, төрийн байгууллагын инкубатор</a:t>
            </a:r>
          </a:p>
          <a:p>
            <a:pPr algn="just"/>
            <a:r>
              <a:rPr lang="mn-MN" sz="2800" dirty="0">
                <a:latin typeface="Times New Roman" pitchFamily="18" charset="0"/>
                <a:cs typeface="Times New Roman" pitchFamily="18" charset="0"/>
              </a:rPr>
              <a:t>Ерөнхий зорилготой бизнес инкубатор</a:t>
            </a:r>
            <a:endParaRPr lang="en-US" sz="2800" dirty="0">
              <a:latin typeface="Times New Roman" pitchFamily="18" charset="0"/>
              <a:cs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889" y="181773"/>
            <a:ext cx="7543802" cy="469772"/>
          </a:xfrm>
        </p:spPr>
        <p:txBody>
          <a:bodyPr>
            <a:normAutofit fontScale="90000"/>
          </a:bodyPr>
          <a:lstStyle/>
          <a:p>
            <a:r>
              <a:rPr lang="mn-MN" dirty="0">
                <a:latin typeface="Times New Roman" pitchFamily="18" charset="0"/>
                <a:cs typeface="Times New Roman" pitchFamily="18" charset="0"/>
              </a:rPr>
              <a:t>Технологийн инкубаторын үйл ажиллагаа</a:t>
            </a:r>
            <a:endParaRPr lang="en-US" dirty="0">
              <a:latin typeface="Times New Roman" pitchFamily="18" charset="0"/>
              <a:cs typeface="Times New Roman" pitchFamily="18" charset="0"/>
            </a:endParaRPr>
          </a:p>
        </p:txBody>
      </p:sp>
      <p:grpSp>
        <p:nvGrpSpPr>
          <p:cNvPr id="7" name="Group 6">
            <a:extLst>
              <a:ext uri="{FF2B5EF4-FFF2-40B4-BE49-F238E27FC236}">
                <a16:creationId xmlns:a16="http://schemas.microsoft.com/office/drawing/2014/main" id="{23FB40B1-6BB2-4485-8DC0-8CA06A992B03}"/>
              </a:ext>
            </a:extLst>
          </p:cNvPr>
          <p:cNvGrpSpPr/>
          <p:nvPr/>
        </p:nvGrpSpPr>
        <p:grpSpPr>
          <a:xfrm>
            <a:off x="539552" y="1052736"/>
            <a:ext cx="7731182" cy="4902484"/>
            <a:chOff x="1897059" y="2085547"/>
            <a:chExt cx="5205062" cy="3338585"/>
          </a:xfrm>
        </p:grpSpPr>
        <p:sp>
          <p:nvSpPr>
            <p:cNvPr id="4" name="Oval 3"/>
            <p:cNvSpPr/>
            <p:nvPr/>
          </p:nvSpPr>
          <p:spPr>
            <a:xfrm>
              <a:off x="3940790" y="3446913"/>
              <a:ext cx="1228298" cy="4503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nvGrpSpPr>
            <p:cNvPr id="3" name="Group 2"/>
            <p:cNvGrpSpPr/>
            <p:nvPr/>
          </p:nvGrpSpPr>
          <p:grpSpPr>
            <a:xfrm>
              <a:off x="1897059" y="2085547"/>
              <a:ext cx="5205062" cy="3338585"/>
              <a:chOff x="2529412" y="1637730"/>
              <a:chExt cx="6940082" cy="4451446"/>
            </a:xfrm>
          </p:grpSpPr>
          <p:sp>
            <p:nvSpPr>
              <p:cNvPr id="5" name="TextBox 4"/>
              <p:cNvSpPr txBox="1"/>
              <p:nvPr/>
            </p:nvSpPr>
            <p:spPr>
              <a:xfrm>
                <a:off x="5365858" y="3480180"/>
                <a:ext cx="1378424" cy="530975"/>
              </a:xfrm>
              <a:prstGeom prst="rect">
                <a:avLst/>
              </a:prstGeom>
              <a:noFill/>
            </p:spPr>
            <p:txBody>
              <a:bodyPr wrap="square" rtlCol="0">
                <a:spAutoFit/>
              </a:bodyPr>
              <a:lstStyle/>
              <a:p>
                <a:pPr algn="ctr"/>
                <a:r>
                  <a:rPr lang="mn-MN" sz="1600" dirty="0">
                    <a:solidFill>
                      <a:schemeClr val="bg1"/>
                    </a:solidFill>
                    <a:latin typeface="Times New Roman" pitchFamily="18" charset="0"/>
                    <a:cs typeface="Times New Roman" pitchFamily="18" charset="0"/>
                  </a:rPr>
                  <a:t>Технологийн инкубаци</a:t>
                </a:r>
                <a:endParaRPr lang="en-US" sz="1600" dirty="0">
                  <a:solidFill>
                    <a:schemeClr val="bg1"/>
                  </a:solidFill>
                  <a:latin typeface="Times New Roman" pitchFamily="18" charset="0"/>
                  <a:cs typeface="Times New Roman" pitchFamily="18" charset="0"/>
                </a:endParaRPr>
              </a:p>
            </p:txBody>
          </p:sp>
          <p:grpSp>
            <p:nvGrpSpPr>
              <p:cNvPr id="53" name="Group 52"/>
              <p:cNvGrpSpPr/>
              <p:nvPr/>
            </p:nvGrpSpPr>
            <p:grpSpPr>
              <a:xfrm>
                <a:off x="4713031" y="1637730"/>
                <a:ext cx="2549861" cy="1815033"/>
                <a:chOff x="4778982" y="1637730"/>
                <a:chExt cx="2549861" cy="1815033"/>
              </a:xfrm>
            </p:grpSpPr>
            <p:grpSp>
              <p:nvGrpSpPr>
                <p:cNvPr id="50" name="Group 49"/>
                <p:cNvGrpSpPr/>
                <p:nvPr/>
              </p:nvGrpSpPr>
              <p:grpSpPr>
                <a:xfrm>
                  <a:off x="4995079" y="1637730"/>
                  <a:ext cx="2047164" cy="573206"/>
                  <a:chOff x="4995079" y="1637730"/>
                  <a:chExt cx="2047164" cy="573206"/>
                </a:xfrm>
              </p:grpSpPr>
              <p:sp>
                <p:nvSpPr>
                  <p:cNvPr id="6" name="TextBox 5"/>
                  <p:cNvSpPr txBox="1"/>
                  <p:nvPr/>
                </p:nvSpPr>
                <p:spPr>
                  <a:xfrm>
                    <a:off x="4995079" y="1637730"/>
                    <a:ext cx="2047164" cy="307407"/>
                  </a:xfrm>
                  <a:prstGeom prst="rect">
                    <a:avLst/>
                  </a:prstGeom>
                  <a:noFill/>
                  <a:ln>
                    <a:solidFill>
                      <a:schemeClr val="accent1"/>
                    </a:solidFill>
                  </a:ln>
                </p:spPr>
                <p:txBody>
                  <a:bodyPr wrap="square" rtlCol="0">
                    <a:spAutoFit/>
                  </a:bodyPr>
                  <a:lstStyle/>
                  <a:p>
                    <a:pPr algn="ctr"/>
                    <a:r>
                      <a:rPr lang="mn-MN" sz="1600" dirty="0">
                        <a:latin typeface="Times New Roman" pitchFamily="18" charset="0"/>
                        <a:cs typeface="Times New Roman" pitchFamily="18" charset="0"/>
                      </a:rPr>
                      <a:t>Гадаад орчин</a:t>
                    </a:r>
                    <a:endParaRPr lang="en-US" sz="1600" dirty="0">
                      <a:latin typeface="Times New Roman" pitchFamily="18" charset="0"/>
                      <a:cs typeface="Times New Roman" pitchFamily="18" charset="0"/>
                    </a:endParaRPr>
                  </a:p>
                </p:txBody>
              </p:sp>
              <p:cxnSp>
                <p:nvCxnSpPr>
                  <p:cNvPr id="8" name="Straight Arrow Connector 7"/>
                  <p:cNvCxnSpPr>
                    <a:stCxn id="6" idx="2"/>
                  </p:cNvCxnSpPr>
                  <p:nvPr/>
                </p:nvCxnSpPr>
                <p:spPr>
                  <a:xfrm>
                    <a:off x="6018661" y="1945137"/>
                    <a:ext cx="3" cy="26579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51" name="Group 50"/>
                <p:cNvGrpSpPr/>
                <p:nvPr/>
              </p:nvGrpSpPr>
              <p:grpSpPr>
                <a:xfrm>
                  <a:off x="4778982" y="2199571"/>
                  <a:ext cx="2549861" cy="593368"/>
                  <a:chOff x="4778982" y="2199571"/>
                  <a:chExt cx="2549861" cy="593368"/>
                </a:xfrm>
              </p:grpSpPr>
              <p:sp>
                <p:nvSpPr>
                  <p:cNvPr id="13" name="TextBox 12"/>
                  <p:cNvSpPr txBox="1"/>
                  <p:nvPr/>
                </p:nvSpPr>
                <p:spPr>
                  <a:xfrm>
                    <a:off x="4778982" y="2199571"/>
                    <a:ext cx="2549861" cy="307407"/>
                  </a:xfrm>
                  <a:prstGeom prst="rect">
                    <a:avLst/>
                  </a:prstGeom>
                  <a:noFill/>
                  <a:ln>
                    <a:solidFill>
                      <a:schemeClr val="accent1"/>
                    </a:solidFill>
                  </a:ln>
                </p:spPr>
                <p:txBody>
                  <a:bodyPr wrap="square" rtlCol="0">
                    <a:spAutoFit/>
                  </a:bodyPr>
                  <a:lstStyle/>
                  <a:p>
                    <a:pPr algn="ctr"/>
                    <a:r>
                      <a:rPr lang="mn-MN" sz="1600" dirty="0">
                        <a:latin typeface="Times New Roman" pitchFamily="18" charset="0"/>
                        <a:cs typeface="Times New Roman" pitchFamily="18" charset="0"/>
                      </a:rPr>
                      <a:t>Технологи шилжүүлэлт</a:t>
                    </a:r>
                    <a:endParaRPr lang="en-US" sz="1600" dirty="0">
                      <a:latin typeface="Times New Roman" pitchFamily="18" charset="0"/>
                      <a:cs typeface="Times New Roman" pitchFamily="18" charset="0"/>
                    </a:endParaRPr>
                  </a:p>
                </p:txBody>
              </p:sp>
              <p:cxnSp>
                <p:nvCxnSpPr>
                  <p:cNvPr id="14" name="Straight Arrow Connector 13"/>
                  <p:cNvCxnSpPr/>
                  <p:nvPr/>
                </p:nvCxnSpPr>
                <p:spPr>
                  <a:xfrm rot="16200000" flipH="1">
                    <a:off x="5899211" y="2665531"/>
                    <a:ext cx="254814" cy="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4833573" y="2770497"/>
                  <a:ext cx="2454327" cy="682266"/>
                  <a:chOff x="4833573" y="2770497"/>
                  <a:chExt cx="2454327" cy="682266"/>
                </a:xfrm>
              </p:grpSpPr>
              <p:sp>
                <p:nvSpPr>
                  <p:cNvPr id="16" name="TextBox 15"/>
                  <p:cNvSpPr txBox="1"/>
                  <p:nvPr/>
                </p:nvSpPr>
                <p:spPr>
                  <a:xfrm>
                    <a:off x="4833573" y="2770497"/>
                    <a:ext cx="2454327" cy="307406"/>
                  </a:xfrm>
                  <a:prstGeom prst="rect">
                    <a:avLst/>
                  </a:prstGeom>
                  <a:noFill/>
                  <a:ln>
                    <a:solidFill>
                      <a:schemeClr val="accent1"/>
                    </a:solidFill>
                  </a:ln>
                </p:spPr>
                <p:txBody>
                  <a:bodyPr wrap="square" rtlCol="0">
                    <a:spAutoFit/>
                  </a:bodyPr>
                  <a:lstStyle/>
                  <a:p>
                    <a:r>
                      <a:rPr lang="mn-MN" sz="1600" dirty="0">
                        <a:latin typeface="Times New Roman" pitchFamily="18" charset="0"/>
                        <a:cs typeface="Times New Roman" pitchFamily="18" charset="0"/>
                      </a:rPr>
                      <a:t>Шинэ мэдлэг, ноу-хоу</a:t>
                    </a:r>
                    <a:endParaRPr lang="en-US" sz="1600" dirty="0">
                      <a:latin typeface="Times New Roman" pitchFamily="18" charset="0"/>
                      <a:cs typeface="Times New Roman" pitchFamily="18" charset="0"/>
                    </a:endParaRPr>
                  </a:p>
                </p:txBody>
              </p:sp>
              <p:cxnSp>
                <p:nvCxnSpPr>
                  <p:cNvPr id="17" name="Straight Arrow Connector 16"/>
                  <p:cNvCxnSpPr/>
                  <p:nvPr/>
                </p:nvCxnSpPr>
                <p:spPr>
                  <a:xfrm rot="16200000" flipH="1">
                    <a:off x="5875234" y="3280906"/>
                    <a:ext cx="343712" cy="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sp>
            <p:nvSpPr>
              <p:cNvPr id="21" name="TextBox 20"/>
              <p:cNvSpPr txBox="1"/>
              <p:nvPr/>
            </p:nvSpPr>
            <p:spPr>
              <a:xfrm>
                <a:off x="4756249" y="4399135"/>
                <a:ext cx="2549861" cy="307406"/>
              </a:xfrm>
              <a:prstGeom prst="rect">
                <a:avLst/>
              </a:prstGeom>
              <a:noFill/>
              <a:ln>
                <a:solidFill>
                  <a:schemeClr val="accent1"/>
                </a:solidFill>
              </a:ln>
            </p:spPr>
            <p:txBody>
              <a:bodyPr wrap="square" rtlCol="0">
                <a:spAutoFit/>
              </a:bodyPr>
              <a:lstStyle/>
              <a:p>
                <a:pPr algn="ctr"/>
                <a:r>
                  <a:rPr lang="mn-MN" sz="1600" dirty="0">
                    <a:latin typeface="Times New Roman" pitchFamily="18" charset="0"/>
                    <a:cs typeface="Times New Roman" pitchFamily="18" charset="0"/>
                  </a:rPr>
                  <a:t>Бүтээлч сэтгэлгээ</a:t>
                </a:r>
                <a:endParaRPr lang="en-US" sz="1600" dirty="0">
                  <a:latin typeface="Times New Roman" pitchFamily="18" charset="0"/>
                  <a:cs typeface="Times New Roman" pitchFamily="18" charset="0"/>
                </a:endParaRPr>
              </a:p>
            </p:txBody>
          </p:sp>
          <p:sp>
            <p:nvSpPr>
              <p:cNvPr id="22" name="TextBox 21"/>
              <p:cNvSpPr txBox="1"/>
              <p:nvPr/>
            </p:nvSpPr>
            <p:spPr>
              <a:xfrm>
                <a:off x="4947321" y="5026933"/>
                <a:ext cx="2206398" cy="307406"/>
              </a:xfrm>
              <a:prstGeom prst="rect">
                <a:avLst/>
              </a:prstGeom>
              <a:noFill/>
              <a:ln>
                <a:solidFill>
                  <a:schemeClr val="accent1"/>
                </a:solidFill>
              </a:ln>
            </p:spPr>
            <p:txBody>
              <a:bodyPr wrap="square" rtlCol="0">
                <a:spAutoFit/>
              </a:bodyPr>
              <a:lstStyle/>
              <a:p>
                <a:pPr algn="ctr"/>
                <a:r>
                  <a:rPr lang="mn-MN" sz="1600" dirty="0">
                    <a:latin typeface="Times New Roman" pitchFamily="18" charset="0"/>
                    <a:cs typeface="Times New Roman" pitchFamily="18" charset="0"/>
                  </a:rPr>
                  <a:t>Дотоод орчин</a:t>
                </a:r>
                <a:endParaRPr lang="en-US" sz="1600" dirty="0">
                  <a:latin typeface="Times New Roman" pitchFamily="18" charset="0"/>
                  <a:cs typeface="Times New Roman" pitchFamily="18" charset="0"/>
                </a:endParaRPr>
              </a:p>
            </p:txBody>
          </p:sp>
          <p:cxnSp>
            <p:nvCxnSpPr>
              <p:cNvPr id="28" name="Straight Arrow Connector 27"/>
              <p:cNvCxnSpPr/>
              <p:nvPr/>
            </p:nvCxnSpPr>
            <p:spPr>
              <a:xfrm rot="5400000" flipH="1" flipV="1">
                <a:off x="5843531" y="4217158"/>
                <a:ext cx="300251"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rot="5400000" flipH="1" flipV="1">
                <a:off x="5859454" y="4888172"/>
                <a:ext cx="300251"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4854065" y="5779833"/>
                <a:ext cx="2549861" cy="307406"/>
              </a:xfrm>
              <a:prstGeom prst="rect">
                <a:avLst/>
              </a:prstGeom>
              <a:noFill/>
              <a:ln>
                <a:solidFill>
                  <a:schemeClr val="accent1">
                    <a:alpha val="81000"/>
                  </a:schemeClr>
                </a:solidFill>
              </a:ln>
            </p:spPr>
            <p:txBody>
              <a:bodyPr wrap="square" rtlCol="0">
                <a:spAutoFit/>
              </a:bodyPr>
              <a:lstStyle/>
              <a:p>
                <a:pPr algn="ctr"/>
                <a:r>
                  <a:rPr lang="mn-MN" sz="1600" dirty="0">
                    <a:latin typeface="Times New Roman" pitchFamily="18" charset="0"/>
                    <a:cs typeface="Times New Roman" pitchFamily="18" charset="0"/>
                  </a:rPr>
                  <a:t>Хүлээгдэж буй хэрэгцээ</a:t>
                </a:r>
                <a:endParaRPr lang="en-US" sz="1600" dirty="0">
                  <a:latin typeface="Times New Roman" pitchFamily="18" charset="0"/>
                  <a:cs typeface="Times New Roman" pitchFamily="18" charset="0"/>
                </a:endParaRPr>
              </a:p>
            </p:txBody>
          </p:sp>
          <p:sp>
            <p:nvSpPr>
              <p:cNvPr id="33" name="Right Arrow 32"/>
              <p:cNvSpPr/>
              <p:nvPr/>
            </p:nvSpPr>
            <p:spPr>
              <a:xfrm>
                <a:off x="6826168" y="3643951"/>
                <a:ext cx="873457" cy="1774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4" name="TextBox 33"/>
              <p:cNvSpPr txBox="1"/>
              <p:nvPr/>
            </p:nvSpPr>
            <p:spPr>
              <a:xfrm>
                <a:off x="3850971" y="2743202"/>
                <a:ext cx="386796" cy="2019869"/>
              </a:xfrm>
              <a:prstGeom prst="rect">
                <a:avLst/>
              </a:prstGeom>
              <a:noFill/>
              <a:ln>
                <a:solidFill>
                  <a:schemeClr val="tx1">
                    <a:lumMod val="50000"/>
                  </a:schemeClr>
                </a:solidFill>
              </a:ln>
            </p:spPr>
            <p:txBody>
              <a:bodyPr vert="vert270" wrap="square" rtlCol="0">
                <a:spAutoFit/>
              </a:bodyPr>
              <a:lstStyle/>
              <a:p>
                <a:pPr algn="ctr"/>
                <a:r>
                  <a:rPr lang="mn-MN" sz="1600" dirty="0">
                    <a:latin typeface="Times New Roman" pitchFamily="18" charset="0"/>
                    <a:cs typeface="Times New Roman" pitchFamily="18" charset="0"/>
                  </a:rPr>
                  <a:t>Ре инженеринг</a:t>
                </a:r>
                <a:endParaRPr lang="en-US" sz="1600" dirty="0">
                  <a:latin typeface="Times New Roman" pitchFamily="18" charset="0"/>
                  <a:cs typeface="Times New Roman" pitchFamily="18" charset="0"/>
                </a:endParaRPr>
              </a:p>
            </p:txBody>
          </p:sp>
          <p:sp>
            <p:nvSpPr>
              <p:cNvPr id="35" name="TextBox 34"/>
              <p:cNvSpPr txBox="1"/>
              <p:nvPr/>
            </p:nvSpPr>
            <p:spPr>
              <a:xfrm>
                <a:off x="2529412" y="2841011"/>
                <a:ext cx="607822" cy="1826526"/>
              </a:xfrm>
              <a:prstGeom prst="rect">
                <a:avLst/>
              </a:prstGeom>
              <a:noFill/>
              <a:ln>
                <a:solidFill>
                  <a:schemeClr val="tx1">
                    <a:lumMod val="50000"/>
                  </a:schemeClr>
                </a:solidFill>
              </a:ln>
            </p:spPr>
            <p:txBody>
              <a:bodyPr vert="vert270" wrap="square" rtlCol="0">
                <a:spAutoFit/>
              </a:bodyPr>
              <a:lstStyle/>
              <a:p>
                <a:pPr algn="ctr"/>
                <a:r>
                  <a:rPr lang="mn-MN" sz="1600" dirty="0">
                    <a:latin typeface="Times New Roman" pitchFamily="18" charset="0"/>
                    <a:cs typeface="Times New Roman" pitchFamily="18" charset="0"/>
                  </a:rPr>
                  <a:t>Одоогийн уламжлалт технологи</a:t>
                </a:r>
                <a:endParaRPr lang="en-US" sz="1600" dirty="0">
                  <a:latin typeface="Times New Roman" pitchFamily="18" charset="0"/>
                  <a:cs typeface="Times New Roman" pitchFamily="18" charset="0"/>
                </a:endParaRPr>
              </a:p>
            </p:txBody>
          </p:sp>
          <p:sp>
            <p:nvSpPr>
              <p:cNvPr id="36" name="Right Arrow 35"/>
              <p:cNvSpPr/>
              <p:nvPr/>
            </p:nvSpPr>
            <p:spPr>
              <a:xfrm>
                <a:off x="3455185" y="3657600"/>
                <a:ext cx="395785" cy="1774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7" name="Right Arrow 36"/>
              <p:cNvSpPr/>
              <p:nvPr/>
            </p:nvSpPr>
            <p:spPr>
              <a:xfrm>
                <a:off x="4303620" y="3659874"/>
                <a:ext cx="873457" cy="1774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8" name="TextBox 37"/>
              <p:cNvSpPr txBox="1"/>
              <p:nvPr/>
            </p:nvSpPr>
            <p:spPr>
              <a:xfrm>
                <a:off x="7715626" y="2731826"/>
                <a:ext cx="828849" cy="2019869"/>
              </a:xfrm>
              <a:prstGeom prst="rect">
                <a:avLst/>
              </a:prstGeom>
              <a:noFill/>
              <a:ln>
                <a:solidFill>
                  <a:schemeClr val="tx1">
                    <a:lumMod val="50000"/>
                  </a:schemeClr>
                </a:solidFill>
              </a:ln>
            </p:spPr>
            <p:txBody>
              <a:bodyPr vert="vert270" wrap="square" rtlCol="0">
                <a:spAutoFit/>
              </a:bodyPr>
              <a:lstStyle/>
              <a:p>
                <a:pPr algn="ctr"/>
                <a:r>
                  <a:rPr lang="mn-MN" sz="1600" dirty="0">
                    <a:latin typeface="Times New Roman" pitchFamily="18" charset="0"/>
                    <a:cs typeface="Times New Roman" pitchFamily="18" charset="0"/>
                  </a:rPr>
                  <a:t>Шинэ мэдлэгийг хэрэглэсэн хүний бүтээл</a:t>
                </a:r>
                <a:endParaRPr lang="en-US" sz="1600" dirty="0">
                  <a:latin typeface="Times New Roman" pitchFamily="18" charset="0"/>
                  <a:cs typeface="Times New Roman" pitchFamily="18" charset="0"/>
                </a:endParaRPr>
              </a:p>
            </p:txBody>
          </p:sp>
          <p:sp>
            <p:nvSpPr>
              <p:cNvPr id="39" name="Right Arrow 38"/>
              <p:cNvSpPr/>
              <p:nvPr/>
            </p:nvSpPr>
            <p:spPr>
              <a:xfrm>
                <a:off x="8670993" y="3646224"/>
                <a:ext cx="395785" cy="1774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0" name="TextBox 39"/>
              <p:cNvSpPr txBox="1"/>
              <p:nvPr/>
            </p:nvSpPr>
            <p:spPr>
              <a:xfrm>
                <a:off x="9082698" y="2734098"/>
                <a:ext cx="386796" cy="2019869"/>
              </a:xfrm>
              <a:prstGeom prst="rect">
                <a:avLst/>
              </a:prstGeom>
              <a:noFill/>
              <a:ln>
                <a:solidFill>
                  <a:schemeClr val="tx1">
                    <a:lumMod val="50000"/>
                  </a:schemeClr>
                </a:solidFill>
              </a:ln>
            </p:spPr>
            <p:txBody>
              <a:bodyPr vert="vert270" wrap="square" rtlCol="0">
                <a:spAutoFit/>
              </a:bodyPr>
              <a:lstStyle/>
              <a:p>
                <a:pPr algn="ctr"/>
                <a:r>
                  <a:rPr lang="mn-MN" sz="1600" dirty="0">
                    <a:latin typeface="Times New Roman" pitchFamily="18" charset="0"/>
                    <a:cs typeface="Times New Roman" pitchFamily="18" charset="0"/>
                  </a:rPr>
                  <a:t>Эндоген технологи</a:t>
                </a:r>
                <a:endParaRPr lang="en-US" sz="1600" dirty="0">
                  <a:latin typeface="Times New Roman" pitchFamily="18" charset="0"/>
                  <a:cs typeface="Times New Roman" pitchFamily="18" charset="0"/>
                </a:endParaRPr>
              </a:p>
            </p:txBody>
          </p:sp>
          <p:sp>
            <p:nvSpPr>
              <p:cNvPr id="44" name="Left Arrow 43"/>
              <p:cNvSpPr/>
              <p:nvPr/>
            </p:nvSpPr>
            <p:spPr>
              <a:xfrm>
                <a:off x="7413022" y="5841241"/>
                <a:ext cx="1965278" cy="24566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5" name="Left Arrow 44"/>
              <p:cNvSpPr/>
              <p:nvPr/>
            </p:nvSpPr>
            <p:spPr>
              <a:xfrm>
                <a:off x="2884239" y="5843516"/>
                <a:ext cx="1965278" cy="24566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7" name="Down Arrow 46"/>
              <p:cNvSpPr/>
              <p:nvPr/>
            </p:nvSpPr>
            <p:spPr>
              <a:xfrm>
                <a:off x="9214527" y="4763070"/>
                <a:ext cx="163773" cy="113276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9" name="Up Arrow 48"/>
              <p:cNvSpPr/>
              <p:nvPr/>
            </p:nvSpPr>
            <p:spPr>
              <a:xfrm>
                <a:off x="2934271" y="4681182"/>
                <a:ext cx="163772" cy="125559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60648"/>
            <a:ext cx="7886700" cy="543594"/>
          </a:xfrm>
        </p:spPr>
        <p:txBody>
          <a:bodyPr>
            <a:normAutofit fontScale="90000"/>
          </a:bodyPr>
          <a:lstStyle/>
          <a:p>
            <a:r>
              <a:rPr lang="mn-MN" b="1" dirty="0">
                <a:solidFill>
                  <a:schemeClr val="tx2"/>
                </a:solidFill>
                <a:latin typeface="Times New Roman" panose="02020603050405020304" pitchFamily="18" charset="0"/>
                <a:cs typeface="Times New Roman" panose="02020603050405020304" pitchFamily="18" charset="0"/>
              </a:rPr>
              <a:t>Технологийн үнэлгээний систем</a:t>
            </a:r>
            <a:endParaRPr lang="en-US" b="1" dirty="0">
              <a:solidFill>
                <a:schemeClr val="tx2"/>
              </a:solidFill>
            </a:endParaRPr>
          </a:p>
        </p:txBody>
      </p:sp>
      <p:sp>
        <p:nvSpPr>
          <p:cNvPr id="3" name="Content Placeholder 2"/>
          <p:cNvSpPr>
            <a:spLocks noGrp="1"/>
          </p:cNvSpPr>
          <p:nvPr>
            <p:ph idx="1"/>
          </p:nvPr>
        </p:nvSpPr>
        <p:spPr>
          <a:xfrm>
            <a:off x="467544" y="834780"/>
            <a:ext cx="8352928" cy="4351338"/>
          </a:xfrm>
        </p:spPr>
        <p:txBody>
          <a:bodyPr>
            <a:normAutofit/>
          </a:bodyPr>
          <a:lstStyle/>
          <a:p>
            <a:r>
              <a:rPr lang="mn-MN" sz="2800" dirty="0">
                <a:solidFill>
                  <a:schemeClr val="tx2"/>
                </a:solidFill>
                <a:latin typeface="Times New Roman" panose="02020603050405020304" pitchFamily="18" charset="0"/>
                <a:cs typeface="Times New Roman" panose="02020603050405020304" pitchFamily="18" charset="0"/>
              </a:rPr>
              <a:t>Технологийн үнэлгээний чиглэл</a:t>
            </a:r>
          </a:p>
          <a:p>
            <a:r>
              <a:rPr lang="mn-MN" sz="2800" dirty="0">
                <a:solidFill>
                  <a:schemeClr val="tx2"/>
                </a:solidFill>
                <a:latin typeface="Times New Roman" panose="02020603050405020304" pitchFamily="18" charset="0"/>
                <a:cs typeface="Times New Roman" panose="02020603050405020304" pitchFamily="18" charset="0"/>
              </a:rPr>
              <a:t>Технологийн үнэлгээний төвшин</a:t>
            </a:r>
          </a:p>
          <a:p>
            <a:r>
              <a:rPr lang="mn-MN" sz="2800" dirty="0">
                <a:solidFill>
                  <a:schemeClr val="tx2"/>
                </a:solidFill>
                <a:latin typeface="Times New Roman" panose="02020603050405020304" pitchFamily="18" charset="0"/>
                <a:cs typeface="Times New Roman" panose="02020603050405020304" pitchFamily="18" charset="0"/>
              </a:rPr>
              <a:t>Технологийн үнэлгээний үзүүлэлтүүд</a:t>
            </a:r>
          </a:p>
          <a:p>
            <a:r>
              <a:rPr lang="mn-MN" sz="2800" dirty="0">
                <a:solidFill>
                  <a:schemeClr val="tx2"/>
                </a:solidFill>
                <a:latin typeface="Times New Roman" panose="02020603050405020304" pitchFamily="18" charset="0"/>
                <a:cs typeface="Times New Roman" panose="02020603050405020304" pitchFamily="18" charset="0"/>
              </a:rPr>
              <a:t>Технологийн үнэлгээний арга зүй</a:t>
            </a:r>
          </a:p>
          <a:p>
            <a:r>
              <a:rPr lang="mn-MN" sz="2800" dirty="0">
                <a:solidFill>
                  <a:schemeClr val="tx2"/>
                </a:solidFill>
                <a:latin typeface="Times New Roman" panose="02020603050405020304" pitchFamily="18" charset="0"/>
                <a:cs typeface="Times New Roman" panose="02020603050405020304" pitchFamily="18" charset="0"/>
              </a:rPr>
              <a:t>Технологийн үнэлгээний сүлжээ</a:t>
            </a:r>
          </a:p>
          <a:p>
            <a:r>
              <a:rPr lang="mn-MN" sz="2800" dirty="0">
                <a:solidFill>
                  <a:schemeClr val="tx2"/>
                </a:solidFill>
                <a:latin typeface="Times New Roman" panose="02020603050405020304" pitchFamily="18" charset="0"/>
                <a:cs typeface="Times New Roman" panose="02020603050405020304" pitchFamily="18" charset="0"/>
              </a:rPr>
              <a:t>Технологийн үнэлгээний үүрэг, ач холбогдол зэргээс бүрдэнэ.</a:t>
            </a:r>
          </a:p>
          <a:p>
            <a:endParaRPr lang="en-US" sz="2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09451"/>
            <a:ext cx="7886700" cy="471586"/>
          </a:xfrm>
        </p:spPr>
        <p:txBody>
          <a:bodyPr>
            <a:normAutofit fontScale="90000"/>
          </a:bodyPr>
          <a:lstStyle/>
          <a:p>
            <a:r>
              <a:rPr lang="mn-MN" b="1" dirty="0">
                <a:solidFill>
                  <a:schemeClr val="tx2"/>
                </a:solidFill>
                <a:latin typeface="Times New Roman" panose="02020603050405020304" pitchFamily="18" charset="0"/>
                <a:cs typeface="Times New Roman" panose="02020603050405020304" pitchFamily="18" charset="0"/>
              </a:rPr>
              <a:t>Технологийн үнэлгээний систем</a:t>
            </a:r>
            <a:endParaRPr lang="en-US" b="1" dirty="0"/>
          </a:p>
        </p:txBody>
      </p:sp>
      <p:sp>
        <p:nvSpPr>
          <p:cNvPr id="3" name="Content Placeholder 2"/>
          <p:cNvSpPr>
            <a:spLocks noGrp="1"/>
          </p:cNvSpPr>
          <p:nvPr>
            <p:ph idx="1"/>
          </p:nvPr>
        </p:nvSpPr>
        <p:spPr>
          <a:xfrm>
            <a:off x="467544" y="681036"/>
            <a:ext cx="8352928" cy="4620171"/>
          </a:xfrm>
        </p:spPr>
        <p:txBody>
          <a:bodyPr>
            <a:normAutofit/>
          </a:bodyPr>
          <a:lstStyle/>
          <a:p>
            <a:r>
              <a:rPr lang="mn-MN" sz="2800" dirty="0">
                <a:latin typeface="Times New Roman" pitchFamily="18" charset="0"/>
                <a:cs typeface="Times New Roman" pitchFamily="18" charset="0"/>
              </a:rPr>
              <a:t>Технологийн  агууламж</a:t>
            </a:r>
          </a:p>
          <a:p>
            <a:r>
              <a:rPr lang="mn-MN" sz="2800" dirty="0">
                <a:latin typeface="Times New Roman" pitchFamily="18" charset="0"/>
                <a:cs typeface="Times New Roman" pitchFamily="18" charset="0"/>
              </a:rPr>
              <a:t>Технологийн орчин</a:t>
            </a:r>
          </a:p>
          <a:p>
            <a:r>
              <a:rPr lang="mn-MN" sz="2800" dirty="0">
                <a:latin typeface="Times New Roman" pitchFamily="18" charset="0"/>
                <a:cs typeface="Times New Roman" pitchFamily="18" charset="0"/>
              </a:rPr>
              <a:t>Технологийн статус</a:t>
            </a:r>
          </a:p>
          <a:p>
            <a:r>
              <a:rPr lang="mn-MN" sz="2800" dirty="0">
                <a:latin typeface="Times New Roman" pitchFamily="18" charset="0"/>
                <a:cs typeface="Times New Roman" pitchFamily="18" charset="0"/>
              </a:rPr>
              <a:t>Технологийн чадамж</a:t>
            </a:r>
          </a:p>
          <a:p>
            <a:r>
              <a:rPr lang="mn-MN" sz="2800" dirty="0">
                <a:latin typeface="Times New Roman" pitchFamily="18" charset="0"/>
                <a:cs typeface="Times New Roman" pitchFamily="18" charset="0"/>
              </a:rPr>
              <a:t>Технологийн хэрэгцээ гэсэн таван чиглэлийн үнэлгээг пүүс,  компани</a:t>
            </a:r>
          </a:p>
          <a:p>
            <a:pPr>
              <a:buFont typeface="Wingdings" pitchFamily="2" charset="2"/>
              <a:buChar char="Ø"/>
            </a:pPr>
            <a:r>
              <a:rPr lang="mn-MN" sz="2800" dirty="0">
                <a:latin typeface="Times New Roman" pitchFamily="18" charset="0"/>
                <a:cs typeface="Times New Roman" pitchFamily="18" charset="0"/>
              </a:rPr>
              <a:t>Үйлдвэр</a:t>
            </a:r>
          </a:p>
          <a:p>
            <a:pPr>
              <a:buFont typeface="Wingdings" pitchFamily="2" charset="2"/>
              <a:buChar char="Ø"/>
            </a:pPr>
            <a:r>
              <a:rPr lang="mn-MN" sz="2800" dirty="0">
                <a:latin typeface="Times New Roman" pitchFamily="18" charset="0"/>
                <a:cs typeface="Times New Roman" pitchFamily="18" charset="0"/>
              </a:rPr>
              <a:t>Салбар </a:t>
            </a:r>
          </a:p>
          <a:p>
            <a:pPr>
              <a:buFont typeface="Wingdings" pitchFamily="2" charset="2"/>
              <a:buChar char="Ø"/>
            </a:pPr>
            <a:r>
              <a:rPr lang="mn-MN" sz="2800" dirty="0">
                <a:latin typeface="Times New Roman" pitchFamily="18" charset="0"/>
                <a:cs typeface="Times New Roman" pitchFamily="18" charset="0"/>
              </a:rPr>
              <a:t>Улсын гэсэн 3 түвшинд хийнэ.</a:t>
            </a:r>
            <a:endParaRPr lang="en-US" sz="2800" dirty="0">
              <a:latin typeface="Times New Roman" pitchFamily="18" charset="0"/>
              <a:cs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16632"/>
            <a:ext cx="7886700" cy="564405"/>
          </a:xfrm>
        </p:spPr>
        <p:txBody>
          <a:bodyPr>
            <a:normAutofit/>
          </a:bodyPr>
          <a:lstStyle/>
          <a:p>
            <a:r>
              <a:rPr lang="mn-MN" b="1" dirty="0">
                <a:solidFill>
                  <a:schemeClr val="tx2"/>
                </a:solidFill>
                <a:latin typeface="Times New Roman" panose="02020603050405020304" pitchFamily="18" charset="0"/>
                <a:cs typeface="Times New Roman" panose="02020603050405020304" pitchFamily="18" charset="0"/>
              </a:rPr>
              <a:t>Технологийн үнэлгээний үзүүлэлтүүд</a:t>
            </a:r>
            <a:endParaRPr lang="en-US" b="1" dirty="0"/>
          </a:p>
        </p:txBody>
      </p:sp>
      <p:sp>
        <p:nvSpPr>
          <p:cNvPr id="3" name="Content Placeholder 2"/>
          <p:cNvSpPr>
            <a:spLocks noGrp="1"/>
          </p:cNvSpPr>
          <p:nvPr>
            <p:ph idx="1"/>
          </p:nvPr>
        </p:nvSpPr>
        <p:spPr>
          <a:xfrm>
            <a:off x="323528" y="764704"/>
            <a:ext cx="8496944" cy="4896544"/>
          </a:xfrm>
        </p:spPr>
        <p:txBody>
          <a:bodyPr>
            <a:normAutofit/>
          </a:bodyPr>
          <a:lstStyle/>
          <a:p>
            <a:pPr algn="just"/>
            <a:r>
              <a:rPr lang="mn-MN" sz="2400" dirty="0">
                <a:latin typeface="Times New Roman" pitchFamily="18" charset="0"/>
                <a:cs typeface="Times New Roman" pitchFamily="18" charset="0"/>
              </a:rPr>
              <a:t>Нийгэм эдийн засгийн хөгжлийн түвшний үзүүлэлт</a:t>
            </a:r>
          </a:p>
          <a:p>
            <a:pPr algn="just"/>
            <a:r>
              <a:rPr lang="mn-MN" sz="2400" dirty="0">
                <a:latin typeface="Times New Roman" pitchFamily="18" charset="0"/>
                <a:cs typeface="Times New Roman" pitchFamily="18" charset="0"/>
              </a:rPr>
              <a:t>Үйлдвэрлэлийн дэд бүтэц, түүнд үйлчлэх албадын төлөв байдлыг харуулсан үзүүлэлт</a:t>
            </a:r>
          </a:p>
          <a:p>
            <a:pPr algn="just"/>
            <a:r>
              <a:rPr lang="mn-MN" sz="2400" dirty="0">
                <a:latin typeface="Times New Roman" pitchFamily="18" charset="0"/>
                <a:cs typeface="Times New Roman" pitchFamily="18" charset="0"/>
              </a:rPr>
              <a:t>Академи болон их сургуулиудын шинжлэх ухаан технологийн дүр төрхийг үзүүлэх үзүүлэлт</a:t>
            </a:r>
          </a:p>
          <a:p>
            <a:pPr algn="just"/>
            <a:r>
              <a:rPr lang="mn-MN" sz="2400" dirty="0">
                <a:latin typeface="Times New Roman" pitchFamily="18" charset="0"/>
                <a:cs typeface="Times New Roman" pitchFamily="18" charset="0"/>
              </a:rPr>
              <a:t>Шинээр үүсч буй ШУТ-ийн салбарын хөгжлийн үзүүлэлт</a:t>
            </a:r>
          </a:p>
          <a:p>
            <a:pPr algn="just"/>
            <a:r>
              <a:rPr lang="mn-MN" sz="2400" dirty="0">
                <a:latin typeface="Times New Roman" pitchFamily="18" charset="0"/>
                <a:cs typeface="Times New Roman" pitchFamily="18" charset="0"/>
              </a:rPr>
              <a:t>ШУТ-н хөгжилд төрөөс үзүүлэх дэмжлэгийг үзүүлэх үзүүлэлт</a:t>
            </a:r>
          </a:p>
          <a:p>
            <a:pPr algn="just"/>
            <a:r>
              <a:rPr lang="mn-MN" sz="2400" dirty="0">
                <a:latin typeface="Times New Roman" pitchFamily="18" charset="0"/>
                <a:cs typeface="Times New Roman" pitchFamily="18" charset="0"/>
              </a:rPr>
              <a:t>ШУТ-н хөгжил, нийгэм эдийн засгийн хөгжил, хүрээлэн буй орчинд үзүүлэх нөлөөг үнэлэх үзүүлэлт</a:t>
            </a:r>
          </a:p>
          <a:p>
            <a:pPr algn="just">
              <a:buNone/>
            </a:pPr>
            <a:endParaRPr lang="en-US" sz="2400" dirty="0">
              <a:latin typeface="Times New Roman" pitchFamily="18" charset="0"/>
              <a:cs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664" y="188640"/>
            <a:ext cx="7886700" cy="471586"/>
          </a:xfrm>
        </p:spPr>
        <p:txBody>
          <a:bodyPr>
            <a:normAutofit fontScale="90000"/>
          </a:bodyPr>
          <a:lstStyle/>
          <a:p>
            <a:r>
              <a:rPr lang="mn-MN" b="1" dirty="0">
                <a:solidFill>
                  <a:schemeClr val="tx2"/>
                </a:solidFill>
                <a:latin typeface="Times New Roman" panose="02020603050405020304" pitchFamily="18" charset="0"/>
                <a:cs typeface="Times New Roman" panose="02020603050405020304" pitchFamily="18" charset="0"/>
              </a:rPr>
              <a:t>Технологийн үнэлгээний арга зүй</a:t>
            </a:r>
            <a:endParaRPr lang="en-US" b="1" dirty="0"/>
          </a:p>
        </p:txBody>
      </p:sp>
      <p:sp>
        <p:nvSpPr>
          <p:cNvPr id="3" name="Content Placeholder 2"/>
          <p:cNvSpPr>
            <a:spLocks noGrp="1"/>
          </p:cNvSpPr>
          <p:nvPr>
            <p:ph idx="1"/>
          </p:nvPr>
        </p:nvSpPr>
        <p:spPr>
          <a:xfrm>
            <a:off x="443114" y="691328"/>
            <a:ext cx="8305350" cy="3817792"/>
          </a:xfrm>
        </p:spPr>
        <p:txBody>
          <a:bodyPr>
            <a:normAutofit/>
          </a:bodyPr>
          <a:lstStyle/>
          <a:p>
            <a:pPr algn="just"/>
            <a:r>
              <a:rPr lang="mn-MN" sz="2800" dirty="0">
                <a:latin typeface="Times New Roman" pitchFamily="18" charset="0"/>
                <a:cs typeface="Times New Roman" pitchFamily="18" charset="0"/>
              </a:rPr>
              <a:t>Экспертийн үнэлгээний аргууд</a:t>
            </a:r>
          </a:p>
          <a:p>
            <a:pPr algn="just"/>
            <a:r>
              <a:rPr lang="mn-MN" sz="2800" dirty="0">
                <a:latin typeface="Times New Roman" pitchFamily="18" charset="0"/>
                <a:cs typeface="Times New Roman" pitchFamily="18" charset="0"/>
              </a:rPr>
              <a:t>Харилцах ярилцах, санал солилцох</a:t>
            </a:r>
          </a:p>
          <a:p>
            <a:pPr algn="just"/>
            <a:r>
              <a:rPr lang="mn-MN" sz="2800" dirty="0">
                <a:latin typeface="Times New Roman" pitchFamily="18" charset="0"/>
                <a:cs typeface="Times New Roman" pitchFamily="18" charset="0"/>
              </a:rPr>
              <a:t>Факторын шинжилгээ, регресс, корреляцийн болон бусад аргууд</a:t>
            </a:r>
          </a:p>
          <a:p>
            <a:pPr algn="just"/>
            <a:r>
              <a:rPr lang="en-US" sz="2800" dirty="0">
                <a:latin typeface="Times New Roman" pitchFamily="18" charset="0"/>
                <a:cs typeface="Times New Roman" pitchFamily="18" charset="0"/>
              </a:rPr>
              <a:t>ESCAP</a:t>
            </a:r>
            <a:r>
              <a:rPr lang="mn-MN" sz="2800" dirty="0">
                <a:latin typeface="Times New Roman" pitchFamily="18" charset="0"/>
                <a:cs typeface="Times New Roman" pitchFamily="18" charset="0"/>
              </a:rPr>
              <a:t>-аас боловсруулсан аргууд</a:t>
            </a:r>
          </a:p>
          <a:p>
            <a:pPr algn="just"/>
            <a:endParaRPr lang="en-US" sz="2800" dirty="0">
              <a:latin typeface="Times New Roman" pitchFamily="18" charset="0"/>
              <a:cs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116632"/>
            <a:ext cx="7886700" cy="543594"/>
          </a:xfrm>
        </p:spPr>
        <p:txBody>
          <a:bodyPr>
            <a:normAutofit fontScale="90000"/>
          </a:bodyPr>
          <a:lstStyle/>
          <a:p>
            <a:r>
              <a:rPr lang="mn-MN" b="1" dirty="0">
                <a:solidFill>
                  <a:schemeClr val="tx2"/>
                </a:solidFill>
                <a:latin typeface="Times New Roman" panose="02020603050405020304" pitchFamily="18" charset="0"/>
                <a:cs typeface="Times New Roman" panose="02020603050405020304" pitchFamily="18" charset="0"/>
              </a:rPr>
              <a:t>Технологийн үнэлгээний сүлжээ</a:t>
            </a:r>
            <a:endParaRPr lang="en-US" b="1" dirty="0"/>
          </a:p>
        </p:txBody>
      </p:sp>
      <p:sp>
        <p:nvSpPr>
          <p:cNvPr id="3" name="Content Placeholder 2"/>
          <p:cNvSpPr>
            <a:spLocks noGrp="1"/>
          </p:cNvSpPr>
          <p:nvPr>
            <p:ph idx="1"/>
          </p:nvPr>
        </p:nvSpPr>
        <p:spPr>
          <a:xfrm>
            <a:off x="457200" y="661172"/>
            <a:ext cx="8291264" cy="3775940"/>
          </a:xfrm>
        </p:spPr>
        <p:txBody>
          <a:bodyPr>
            <a:normAutofit/>
          </a:bodyPr>
          <a:lstStyle/>
          <a:p>
            <a:pPr algn="just"/>
            <a:r>
              <a:rPr lang="mn-MN" sz="2800" dirty="0">
                <a:solidFill>
                  <a:schemeClr val="tx1">
                    <a:lumMod val="50000"/>
                  </a:schemeClr>
                </a:solidFill>
                <a:latin typeface="Times New Roman" pitchFamily="18" charset="0"/>
                <a:cs typeface="Times New Roman" pitchFamily="18" charset="0"/>
              </a:rPr>
              <a:t>Төрийн байгууллагууд</a:t>
            </a:r>
          </a:p>
          <a:p>
            <a:pPr algn="just"/>
            <a:r>
              <a:rPr lang="mn-MN" sz="2800" dirty="0">
                <a:solidFill>
                  <a:schemeClr val="tx1">
                    <a:lumMod val="50000"/>
                  </a:schemeClr>
                </a:solidFill>
                <a:latin typeface="Times New Roman" pitchFamily="18" charset="0"/>
                <a:cs typeface="Times New Roman" pitchFamily="18" charset="0"/>
              </a:rPr>
              <a:t>Технологийн үнэлгээний судалгааны төвүүд</a:t>
            </a:r>
          </a:p>
          <a:p>
            <a:pPr algn="just"/>
            <a:r>
              <a:rPr lang="mn-MN" sz="2800" dirty="0">
                <a:solidFill>
                  <a:schemeClr val="tx1">
                    <a:lumMod val="50000"/>
                  </a:schemeClr>
                </a:solidFill>
                <a:latin typeface="Times New Roman" pitchFamily="18" charset="0"/>
                <a:cs typeface="Times New Roman" pitchFamily="18" charset="0"/>
              </a:rPr>
              <a:t>Эрдэм шинжилгээний хүрээлэн, байгууллагууд</a:t>
            </a:r>
          </a:p>
          <a:p>
            <a:pPr algn="just"/>
            <a:r>
              <a:rPr lang="mn-MN" sz="2800" dirty="0">
                <a:solidFill>
                  <a:schemeClr val="tx1">
                    <a:lumMod val="50000"/>
                  </a:schemeClr>
                </a:solidFill>
                <a:latin typeface="Times New Roman" pitchFamily="18" charset="0"/>
                <a:cs typeface="Times New Roman" pitchFamily="18" charset="0"/>
              </a:rPr>
              <a:t>Их, дээд сургуулиуд</a:t>
            </a:r>
          </a:p>
          <a:p>
            <a:pPr algn="just"/>
            <a:r>
              <a:rPr lang="mn-MN" sz="2800" dirty="0">
                <a:solidFill>
                  <a:schemeClr val="tx1">
                    <a:lumMod val="50000"/>
                  </a:schemeClr>
                </a:solidFill>
                <a:latin typeface="Times New Roman" pitchFamily="18" charset="0"/>
                <a:cs typeface="Times New Roman" pitchFamily="18" charset="0"/>
              </a:rPr>
              <a:t>Хувийн, улсын хамтын үйлдвэрийн газрууд</a:t>
            </a:r>
          </a:p>
          <a:p>
            <a:pPr algn="just"/>
            <a:r>
              <a:rPr lang="mn-MN" sz="2800" dirty="0">
                <a:solidFill>
                  <a:schemeClr val="tx1">
                    <a:lumMod val="50000"/>
                  </a:schemeClr>
                </a:solidFill>
                <a:latin typeface="Times New Roman" pitchFamily="18" charset="0"/>
                <a:cs typeface="Times New Roman" pitchFamily="18" charset="0"/>
              </a:rPr>
              <a:t>Зөвлөгөө өгөх байгууллага</a:t>
            </a:r>
          </a:p>
          <a:p>
            <a:pPr algn="just"/>
            <a:endParaRPr lang="mn-MN" sz="2800" dirty="0">
              <a:solidFill>
                <a:schemeClr val="tx1">
                  <a:lumMod val="50000"/>
                </a:schemeClr>
              </a:solidFill>
              <a:latin typeface="Times New Roman" pitchFamily="18" charset="0"/>
              <a:cs typeface="Times New Roman" pitchFamily="18" charset="0"/>
            </a:endParaRPr>
          </a:p>
          <a:p>
            <a:pPr algn="just"/>
            <a:endParaRPr lang="en-US" sz="2800" dirty="0">
              <a:solidFill>
                <a:schemeClr val="tx1">
                  <a:lumMod val="50000"/>
                </a:schemeClr>
              </a:solidFill>
              <a:latin typeface="Times New Roman" pitchFamily="18" charset="0"/>
              <a:cs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23837"/>
            <a:ext cx="8568952" cy="914400"/>
          </a:xfrm>
        </p:spPr>
        <p:txBody>
          <a:bodyPr>
            <a:normAutofit/>
          </a:bodyPr>
          <a:lstStyle/>
          <a:p>
            <a:r>
              <a:rPr lang="mn-MN" sz="3200" b="1" dirty="0">
                <a:solidFill>
                  <a:schemeClr val="tx2"/>
                </a:solidFill>
                <a:latin typeface="Times New Roman" panose="02020603050405020304" pitchFamily="18" charset="0"/>
                <a:cs typeface="Times New Roman" panose="02020603050405020304" pitchFamily="18" charset="0"/>
              </a:rPr>
              <a:t>Технологийн үнэлгээний үүрэг, ач холбогдол</a:t>
            </a:r>
            <a:endParaRPr lang="en-US" sz="3200" b="1" dirty="0"/>
          </a:p>
        </p:txBody>
      </p:sp>
      <p:sp>
        <p:nvSpPr>
          <p:cNvPr id="3" name="Content Placeholder 2"/>
          <p:cNvSpPr>
            <a:spLocks noGrp="1"/>
          </p:cNvSpPr>
          <p:nvPr>
            <p:ph idx="1"/>
          </p:nvPr>
        </p:nvSpPr>
        <p:spPr>
          <a:xfrm>
            <a:off x="248274" y="1138237"/>
            <a:ext cx="8568952" cy="4351338"/>
          </a:xfrm>
        </p:spPr>
        <p:txBody>
          <a:bodyPr>
            <a:normAutofit/>
          </a:bodyPr>
          <a:lstStyle/>
          <a:p>
            <a:pPr algn="just"/>
            <a:r>
              <a:rPr lang="mn-MN" sz="2800" dirty="0">
                <a:latin typeface="Times New Roman" pitchFamily="18" charset="0"/>
                <a:cs typeface="Times New Roman" pitchFamily="18" charset="0"/>
              </a:rPr>
              <a:t>ШУТ-н хэрэгцээг тодорхойлж бодлого боловсруулж хэрэгжүүлэх ажлыг зохицуулах</a:t>
            </a:r>
          </a:p>
          <a:p>
            <a:pPr algn="just"/>
            <a:r>
              <a:rPr lang="mn-MN" sz="2800" dirty="0">
                <a:latin typeface="Times New Roman" pitchFamily="18" charset="0"/>
                <a:cs typeface="Times New Roman" pitchFamily="18" charset="0"/>
              </a:rPr>
              <a:t>ШУТ-н хөгжлийн түвшинд хяналт тавьж, цаашдын хөгжлийг урьдчилан тандах</a:t>
            </a:r>
          </a:p>
          <a:p>
            <a:pPr algn="just"/>
            <a:r>
              <a:rPr lang="mn-MN" sz="2800" dirty="0">
                <a:latin typeface="Times New Roman" pitchFamily="18" charset="0"/>
                <a:cs typeface="Times New Roman" pitchFamily="18" charset="0"/>
              </a:rPr>
              <a:t>Нийгэм эдийн засгийн хөгжлийн түвшинг өөрчлөн шинэчлэх</a:t>
            </a:r>
          </a:p>
          <a:p>
            <a:pPr algn="just"/>
            <a:r>
              <a:rPr lang="mn-MN" sz="2800" dirty="0">
                <a:latin typeface="Times New Roman" pitchFamily="18" charset="0"/>
                <a:cs typeface="Times New Roman" pitchFamily="18" charset="0"/>
              </a:rPr>
              <a:t>ШУТ-н хөгжлийн талаар нэгдсэн ойлголт бий болгох</a:t>
            </a:r>
            <a:endParaRPr lang="en-US" sz="2800" dirty="0">
              <a:latin typeface="Times New Roman" pitchFamily="18" charset="0"/>
              <a:cs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37158" y="1621759"/>
            <a:ext cx="8229600" cy="4746710"/>
          </a:xfrm>
          <a:prstGeom prst="rect">
            <a:avLst/>
          </a:prstGeom>
        </p:spPr>
        <p:txBody>
          <a:bodyPr vert="horz" lIns="91440" tIns="45720" rIns="91440" bIns="45720" rtlCol="0" anchor="ctr">
            <a:normAutofit/>
          </a:bodyPr>
          <a:lstStyle/>
          <a:p>
            <a:pPr marL="0" marR="0" lvl="0" indent="0" algn="just" defTabSz="914400" rtl="0" eaLnBrk="1" fontAlgn="auto" latinLnBrk="0" hangingPunct="1">
              <a:lnSpc>
                <a:spcPct val="150000"/>
              </a:lnSpc>
              <a:spcBef>
                <a:spcPct val="0"/>
              </a:spcBef>
              <a:spcAft>
                <a:spcPts val="200"/>
              </a:spcAft>
              <a:buClrTx/>
              <a:buSzTx/>
              <a:buFontTx/>
              <a:buNone/>
              <a:tabLst/>
              <a:defRPr/>
            </a:pPr>
            <a:r>
              <a:rPr kumimoji="0" lang="mn-MN" sz="2800" b="1"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Монгол Улсын оюуны өмчийн тогтолцоог</a:t>
            </a:r>
            <a:r>
              <a:rPr kumimoji="0" lang="mn-MN" sz="2800" b="1" u="none" strike="noStrike" kern="1200" cap="none" spc="0" normalizeH="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 түүхэн эх сурвалжийн хувьд 1940-1990 он, 1990-2000 он, 2000  оноос хойш өнөөг хүртэл гэсэн 3 үе шаттайгаар авч үзэж болно.</a:t>
            </a:r>
          </a:p>
          <a:p>
            <a:pPr marL="508000" lvl="3" algn="just">
              <a:lnSpc>
                <a:spcPct val="110000"/>
              </a:lnSpc>
              <a:spcBef>
                <a:spcPct val="0"/>
              </a:spcBef>
              <a:spcAft>
                <a:spcPts val="200"/>
              </a:spcAft>
            </a:pPr>
            <a:r>
              <a:rPr lang="mn-MN" sz="2800" b="1" baseline="0" dirty="0">
                <a:solidFill>
                  <a:srgbClr val="2D18AC"/>
                </a:solidFill>
                <a:latin typeface="Times New Roman" panose="02020603050405020304" pitchFamily="18" charset="0"/>
                <a:ea typeface="+mj-ea"/>
                <a:cs typeface="Times New Roman" panose="02020603050405020304" pitchFamily="18" charset="0"/>
              </a:rPr>
              <a:t>Нэгдүгээр үе шат:		</a:t>
            </a:r>
            <a:r>
              <a:rPr lang="mn-MN" sz="2800" b="1" dirty="0">
                <a:solidFill>
                  <a:srgbClr val="2D18AC"/>
                </a:solidFill>
                <a:latin typeface="Times New Roman" panose="02020603050405020304" pitchFamily="18" charset="0"/>
                <a:cs typeface="Times New Roman" panose="02020603050405020304" pitchFamily="18" charset="0"/>
              </a:rPr>
              <a:t>1940-1990 он</a:t>
            </a:r>
          </a:p>
          <a:p>
            <a:pPr marL="508000" lvl="3" algn="just">
              <a:lnSpc>
                <a:spcPct val="110000"/>
              </a:lnSpc>
              <a:spcBef>
                <a:spcPct val="0"/>
              </a:spcBef>
              <a:spcAft>
                <a:spcPts val="200"/>
              </a:spcAft>
            </a:pPr>
            <a:r>
              <a:rPr lang="mn-MN" sz="2800" b="1" dirty="0">
                <a:solidFill>
                  <a:srgbClr val="2D18AC"/>
                </a:solidFill>
                <a:latin typeface="Times New Roman" panose="02020603050405020304" pitchFamily="18" charset="0"/>
                <a:ea typeface="+mj-ea"/>
                <a:cs typeface="Times New Roman" panose="02020603050405020304" pitchFamily="18" charset="0"/>
              </a:rPr>
              <a:t>Хоёрдугаар үе шат:		</a:t>
            </a:r>
            <a:r>
              <a:rPr lang="mn-MN" sz="2800" b="1" dirty="0">
                <a:solidFill>
                  <a:srgbClr val="2D18AC"/>
                </a:solidFill>
                <a:latin typeface="Times New Roman" panose="02020603050405020304" pitchFamily="18" charset="0"/>
                <a:cs typeface="Times New Roman" panose="02020603050405020304" pitchFamily="18" charset="0"/>
              </a:rPr>
              <a:t>1990-200</a:t>
            </a:r>
            <a:r>
              <a:rPr lang="en-US" sz="2800" b="1" dirty="0">
                <a:solidFill>
                  <a:srgbClr val="2D18AC"/>
                </a:solidFill>
                <a:latin typeface="Times New Roman" panose="02020603050405020304" pitchFamily="18" charset="0"/>
                <a:cs typeface="Times New Roman" panose="02020603050405020304" pitchFamily="18" charset="0"/>
              </a:rPr>
              <a:t>0</a:t>
            </a:r>
            <a:r>
              <a:rPr lang="mn-MN" sz="2800" b="1" dirty="0">
                <a:solidFill>
                  <a:srgbClr val="2D18AC"/>
                </a:solidFill>
                <a:latin typeface="Times New Roman" panose="02020603050405020304" pitchFamily="18" charset="0"/>
                <a:cs typeface="Times New Roman" panose="02020603050405020304" pitchFamily="18" charset="0"/>
              </a:rPr>
              <a:t> он</a:t>
            </a:r>
            <a:endParaRPr lang="en-US" sz="2800" b="1" dirty="0">
              <a:solidFill>
                <a:srgbClr val="2D18AC"/>
              </a:solidFill>
              <a:latin typeface="Times New Roman" panose="02020603050405020304" pitchFamily="18" charset="0"/>
              <a:cs typeface="Times New Roman" panose="02020603050405020304" pitchFamily="18" charset="0"/>
            </a:endParaRPr>
          </a:p>
          <a:p>
            <a:pPr marL="508000" lvl="3" algn="just">
              <a:lnSpc>
                <a:spcPct val="110000"/>
              </a:lnSpc>
              <a:spcBef>
                <a:spcPct val="0"/>
              </a:spcBef>
              <a:spcAft>
                <a:spcPts val="200"/>
              </a:spcAft>
            </a:pPr>
            <a:r>
              <a:rPr lang="mn-MN" sz="2800" b="1" dirty="0">
                <a:solidFill>
                  <a:srgbClr val="2D18AC"/>
                </a:solidFill>
                <a:latin typeface="Times New Roman" panose="02020603050405020304" pitchFamily="18" charset="0"/>
                <a:ea typeface="+mj-ea"/>
                <a:cs typeface="Times New Roman" panose="02020603050405020304" pitchFamily="18" charset="0"/>
              </a:rPr>
              <a:t>Гуравдугаар үе шат:	2000 оноос хойш</a:t>
            </a:r>
          </a:p>
          <a:p>
            <a:pPr lvl="3" algn="just">
              <a:spcBef>
                <a:spcPct val="0"/>
              </a:spcBef>
              <a:spcAft>
                <a:spcPts val="200"/>
              </a:spcAft>
            </a:pPr>
            <a:r>
              <a:rPr lang="mn-MN" sz="2800" b="1" dirty="0">
                <a:solidFill>
                  <a:srgbClr val="2D18AC"/>
                </a:solidFill>
                <a:latin typeface="Times New Roman" panose="02020603050405020304" pitchFamily="18" charset="0"/>
                <a:ea typeface="+mj-ea"/>
                <a:cs typeface="Times New Roman" panose="02020603050405020304" pitchFamily="18" charset="0"/>
              </a:rPr>
              <a:t>	</a:t>
            </a:r>
            <a:endParaRPr kumimoji="0" lang="en-US" sz="2800" b="1" u="none" strike="noStrike" kern="1200" cap="none" spc="0" normalizeH="0" baseline="0" noProof="0" dirty="0">
              <a:ln>
                <a:noFill/>
              </a:ln>
              <a:solidFill>
                <a:srgbClr val="2D18AC"/>
              </a:solidFill>
              <a:effectLst/>
              <a:uLnTx/>
              <a:uFillTx/>
              <a:latin typeface="Times New Roman" panose="02020603050405020304" pitchFamily="18" charset="0"/>
              <a:ea typeface="+mj-ea"/>
              <a:cs typeface="Times New Roman" panose="02020603050405020304" pitchFamily="18" charset="0"/>
            </a:endParaRPr>
          </a:p>
        </p:txBody>
      </p:sp>
      <p:graphicFrame>
        <p:nvGraphicFramePr>
          <p:cNvPr id="106498" name="Object 2"/>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3" imgW="32961960" imgH="6570720" progId="">
                  <p:embed/>
                </p:oleObj>
              </mc:Choice>
              <mc:Fallback>
                <p:oleObj name="CorelDRAW" r:id="rId3" imgW="32961960" imgH="657072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861F9FAB-464A-4804-A9A5-5C9C89A6D8D3}"/>
              </a:ext>
            </a:extLst>
          </p:cNvPr>
          <p:cNvSpPr>
            <a:spLocks noGrp="1"/>
          </p:cNvSpPr>
          <p:nvPr>
            <p:ph type="title"/>
          </p:nvPr>
        </p:nvSpPr>
        <p:spPr>
          <a:xfrm>
            <a:off x="437158" y="1146515"/>
            <a:ext cx="8324850" cy="371476"/>
          </a:xfrm>
        </p:spPr>
        <p:txBody>
          <a:bodyPr>
            <a:noAutofit/>
          </a:bodyPr>
          <a:lstStyle/>
          <a:p>
            <a:r>
              <a:rPr lang="mn-MN" sz="2800" b="1" dirty="0">
                <a:latin typeface="Times New Roman" panose="02020603050405020304" pitchFamily="18" charset="0"/>
                <a:ea typeface="+mj-ea"/>
                <a:cs typeface="Times New Roman" panose="02020603050405020304" pitchFamily="18" charset="0"/>
              </a:rPr>
              <a:t>Монгол Улсын оюуны ө</a:t>
            </a:r>
            <a:r>
              <a:rPr lang="mn-MN" sz="3200" b="1" dirty="0">
                <a:latin typeface="Times New Roman" panose="02020603050405020304" pitchFamily="18" charset="0"/>
                <a:ea typeface="+mj-ea"/>
                <a:cs typeface="Times New Roman" panose="02020603050405020304" pitchFamily="18" charset="0"/>
              </a:rPr>
              <a:t>м</a:t>
            </a:r>
            <a:r>
              <a:rPr lang="mn-MN" sz="2800" b="1" dirty="0">
                <a:latin typeface="Times New Roman" panose="02020603050405020304" pitchFamily="18" charset="0"/>
                <a:ea typeface="+mj-ea"/>
                <a:cs typeface="Times New Roman" panose="02020603050405020304" pitchFamily="18" charset="0"/>
              </a:rPr>
              <a:t>чийн түүхэн эх сурвалж:</a:t>
            </a:r>
            <a:endParaRPr lang="en-US" sz="2800" dirty="0"/>
          </a:p>
        </p:txBody>
      </p:sp>
      <p:sp>
        <p:nvSpPr>
          <p:cNvPr id="8" name="Title 1">
            <a:extLst>
              <a:ext uri="{FF2B5EF4-FFF2-40B4-BE49-F238E27FC236}">
                <a16:creationId xmlns:a16="http://schemas.microsoft.com/office/drawing/2014/main" id="{A94C73F3-8FAF-4F82-8934-F94837CD926B}"/>
              </a:ext>
            </a:extLst>
          </p:cNvPr>
          <p:cNvSpPr txBox="1">
            <a:spLocks/>
          </p:cNvSpPr>
          <p:nvPr/>
        </p:nvSpPr>
        <p:spPr>
          <a:xfrm>
            <a:off x="410946" y="244118"/>
            <a:ext cx="8229599" cy="490825"/>
          </a:xfrm>
          <a:prstGeom prst="rect">
            <a:avLst/>
          </a:prstGeom>
          <a:effectLst>
            <a:outerShdw blurRad="673100" dist="50800" dir="5400000" sx="80000" sy="80000" algn="ctr" rotWithShape="0">
              <a:srgbClr val="000000">
                <a:alpha val="43137"/>
              </a:srgbClr>
            </a:outerShdw>
            <a:reflection stA="99000" endPos="0" dist="50800" dir="5400000" sy="-100000" algn="bl" rotWithShape="0"/>
          </a:effectLst>
        </p:spPr>
        <p:txBody>
          <a:bodyPr vert="horz" lIns="91440" tIns="45720" rIns="91440" bIns="45720" rtlCol="0" anchor="ctr">
            <a:normAutofit fontScale="85000" lnSpcReduction="20000"/>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mn-MN" sz="3600" b="1" i="0" u="none" strike="noStrike" kern="1200" cap="none" spc="0" normalizeH="0" baseline="0" noProof="0" dirty="0">
                <a:ln>
                  <a:noFill/>
                </a:ln>
                <a:solidFill>
                  <a:srgbClr val="2D18AC"/>
                </a:solidFill>
                <a:uLnTx/>
                <a:uFillTx/>
                <a:latin typeface="Times New Roman" panose="02020603050405020304" pitchFamily="18" charset="0"/>
                <a:ea typeface="+mj-ea"/>
                <a:cs typeface="Times New Roman" panose="02020603050405020304" pitchFamily="18" charset="0"/>
              </a:rPr>
              <a:t>ОЮУНЫ ӨМЧ</a:t>
            </a:r>
            <a:endParaRPr kumimoji="0" lang="en-US" sz="3600" b="1" i="0" u="none" strike="noStrike" kern="1200" cap="none" spc="0" normalizeH="0" baseline="0" noProof="0" dirty="0">
              <a:ln>
                <a:noFill/>
              </a:ln>
              <a:solidFill>
                <a:srgbClr val="2D18AC"/>
              </a:solidFill>
              <a:uLnTx/>
              <a:uFillTx/>
              <a:latin typeface="Times New Roman" panose="02020603050405020304" pitchFamily="18" charset="0"/>
              <a:ea typeface="+mj-ea"/>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337708" y="620688"/>
            <a:ext cx="8429684" cy="5000660"/>
          </a:xfrm>
        </p:spPr>
        <p:txBody>
          <a:bodyPr>
            <a:normAutofit/>
          </a:bodyPr>
          <a:lstStyle/>
          <a:p>
            <a:pPr marL="265113" lvl="3" indent="-265113">
              <a:spcBef>
                <a:spcPct val="0"/>
              </a:spcBef>
              <a:buNone/>
            </a:pPr>
            <a:r>
              <a:rPr lang="mn-MN" sz="1800" b="1" dirty="0">
                <a:latin typeface="Times New Roman" panose="02020603050405020304" pitchFamily="18" charset="0"/>
                <a:cs typeface="Times New Roman" panose="02020603050405020304" pitchFamily="18" charset="0"/>
              </a:rPr>
              <a:t>Нэгдүгээр үе шат:	1940-1990 он </a:t>
            </a:r>
          </a:p>
          <a:p>
            <a:pPr marL="265113" lvl="3" indent="-265113">
              <a:spcBef>
                <a:spcPct val="0"/>
              </a:spcBef>
              <a:buNone/>
            </a:pPr>
            <a:r>
              <a:rPr lang="mn-MN" sz="1600" b="1" dirty="0">
                <a:latin typeface="Times New Roman" panose="02020603050405020304" pitchFamily="18" charset="0"/>
                <a:cs typeface="Times New Roman" panose="02020603050405020304" pitchFamily="18" charset="0"/>
              </a:rPr>
              <a:t>/Социалист чиг баримжаатай буюу төвлөрсөн төлөвлөгөөт эдийн засгийн үеийн оюуны өмчийн тогтолцоо/</a:t>
            </a:r>
          </a:p>
          <a:p>
            <a:pPr marL="987425" lvl="3" indent="-274638">
              <a:lnSpc>
                <a:spcPct val="150000"/>
              </a:lnSpc>
              <a:spcBef>
                <a:spcPct val="0"/>
              </a:spcBef>
              <a:buFont typeface="Wingdings" pitchFamily="2" charset="2"/>
              <a:buChar char="Ø"/>
            </a:pPr>
            <a:r>
              <a:rPr lang="mn-MN" sz="1400" b="1" dirty="0">
                <a:latin typeface="Times New Roman" panose="02020603050405020304" pitchFamily="18" charset="0"/>
                <a:cs typeface="Times New Roman" panose="02020603050405020304" pitchFamily="18" charset="0"/>
              </a:rPr>
              <a:t>Оюуны өмчийн бие даасан хууль байхгүй байсан.</a:t>
            </a:r>
          </a:p>
          <a:p>
            <a:pPr marL="987425" lvl="3" indent="-274638">
              <a:lnSpc>
                <a:spcPct val="150000"/>
              </a:lnSpc>
              <a:spcBef>
                <a:spcPct val="0"/>
              </a:spcBef>
              <a:buFont typeface="Wingdings" pitchFamily="2" charset="2"/>
              <a:buChar char="Ø"/>
            </a:pPr>
            <a:r>
              <a:rPr lang="mn-MN" sz="1400" b="1" dirty="0">
                <a:latin typeface="Times New Roman" panose="02020603050405020304" pitchFamily="18" charset="0"/>
                <a:cs typeface="Times New Roman" panose="02020603050405020304" pitchFamily="18" charset="0"/>
              </a:rPr>
              <a:t>Бүртгэлийн нэгдсэн нарийн боловсронгуй болсон тогтолцоо байхгүй байв.</a:t>
            </a:r>
          </a:p>
          <a:p>
            <a:pPr marL="987425" lvl="3" indent="-274638">
              <a:lnSpc>
                <a:spcPct val="150000"/>
              </a:lnSpc>
              <a:spcBef>
                <a:spcPct val="0"/>
              </a:spcBef>
              <a:buFont typeface="Wingdings" pitchFamily="2" charset="2"/>
              <a:buChar char="Ø"/>
            </a:pPr>
            <a:r>
              <a:rPr lang="mn-MN" sz="1400" b="1" dirty="0">
                <a:latin typeface="Times New Roman" panose="02020603050405020304" pitchFamily="18" charset="0"/>
                <a:cs typeface="Times New Roman" panose="02020603050405020304" pitchFamily="18" charset="0"/>
              </a:rPr>
              <a:t>Оюуны өмчийн эрхийг улс эзэмшдэг тогтолцоотой байсан.</a:t>
            </a:r>
          </a:p>
          <a:p>
            <a:pPr marL="987425" lvl="3" indent="-274638">
              <a:spcBef>
                <a:spcPct val="0"/>
              </a:spcBef>
              <a:buFont typeface="Wingdings" pitchFamily="2" charset="2"/>
              <a:buChar char="Ø"/>
            </a:pPr>
            <a:endParaRPr lang="mn-MN" sz="1400" b="1" dirty="0">
              <a:latin typeface="Times New Roman" panose="02020603050405020304" pitchFamily="18" charset="0"/>
              <a:cs typeface="Times New Roman" panose="02020603050405020304" pitchFamily="18" charset="0"/>
            </a:endParaRPr>
          </a:p>
          <a:p>
            <a:pPr marL="265113" lvl="3" indent="-265113">
              <a:spcBef>
                <a:spcPct val="0"/>
              </a:spcBef>
              <a:buNone/>
            </a:pPr>
            <a:r>
              <a:rPr lang="mn-MN" sz="1800" b="1" dirty="0">
                <a:latin typeface="Times New Roman" panose="02020603050405020304" pitchFamily="18" charset="0"/>
                <a:cs typeface="Times New Roman" panose="02020603050405020304" pitchFamily="18" charset="0"/>
              </a:rPr>
              <a:t>Хоёрдугаар үе шат:	1990-200</a:t>
            </a:r>
            <a:r>
              <a:rPr lang="en-US" sz="1800" b="1" dirty="0">
                <a:latin typeface="Times New Roman" panose="02020603050405020304" pitchFamily="18" charset="0"/>
                <a:cs typeface="Times New Roman" panose="02020603050405020304" pitchFamily="18" charset="0"/>
              </a:rPr>
              <a:t>0</a:t>
            </a:r>
            <a:r>
              <a:rPr lang="mn-MN" sz="1800" b="1" dirty="0">
                <a:latin typeface="Times New Roman" panose="02020603050405020304" pitchFamily="18" charset="0"/>
                <a:cs typeface="Times New Roman" panose="02020603050405020304" pitchFamily="18" charset="0"/>
              </a:rPr>
              <a:t> он </a:t>
            </a:r>
          </a:p>
          <a:p>
            <a:pPr marL="265113" lvl="3" indent="-265113">
              <a:spcBef>
                <a:spcPct val="0"/>
              </a:spcBef>
              <a:buNone/>
            </a:pPr>
            <a:r>
              <a:rPr lang="mn-MN" sz="1600" b="1" dirty="0">
                <a:latin typeface="Times New Roman" panose="02020603050405020304" pitchFamily="18" charset="0"/>
                <a:cs typeface="Times New Roman" panose="02020603050405020304" pitchFamily="18" charset="0"/>
              </a:rPr>
              <a:t>/Төвлөрсөн төлөвлөгөөт эдийн засгаас зах зээлийн эдийн засагт шилжих шилжилтийн үеийн оюуны өмчийн тогтолцоо/</a:t>
            </a:r>
          </a:p>
          <a:p>
            <a:pPr marL="987425" lvl="3" indent="-274638">
              <a:lnSpc>
                <a:spcPct val="150000"/>
              </a:lnSpc>
              <a:spcBef>
                <a:spcPct val="0"/>
              </a:spcBef>
              <a:buFont typeface="Wingdings" pitchFamily="2" charset="2"/>
              <a:buChar char="Ø"/>
            </a:pPr>
            <a:r>
              <a:rPr lang="en-US" sz="1400" b="1" dirty="0">
                <a:latin typeface="Times New Roman" panose="02020603050405020304" pitchFamily="18" charset="0"/>
                <a:cs typeface="Times New Roman" panose="02020603050405020304" pitchFamily="18" charset="0"/>
              </a:rPr>
              <a:t>1992 </a:t>
            </a:r>
            <a:r>
              <a:rPr lang="en-US" sz="1400" b="1" dirty="0" err="1">
                <a:latin typeface="Times New Roman" panose="02020603050405020304" pitchFamily="18" charset="0"/>
                <a:cs typeface="Times New Roman" panose="02020603050405020304" pitchFamily="18" charset="0"/>
              </a:rPr>
              <a:t>оны</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шинэ</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Үндсэн</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хуулиар</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Оюуны</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өмч</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нь</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тэдгээрийн</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зохиогчийн</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өмч</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Монгол</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улсын</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үндэсний</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баялаг</a:t>
            </a:r>
            <a:r>
              <a:rPr lang="en-US" sz="1400" b="1" dirty="0">
                <a:latin typeface="Times New Roman" panose="02020603050405020304" pitchFamily="18" charset="0"/>
                <a:cs typeface="Times New Roman" panose="02020603050405020304" pitchFamily="18" charset="0"/>
              </a:rPr>
              <a:t> ” </a:t>
            </a:r>
            <a:r>
              <a:rPr lang="en-US" sz="1400" b="1" dirty="0" err="1">
                <a:latin typeface="Times New Roman" panose="02020603050405020304" pitchFamily="18" charset="0"/>
                <a:cs typeface="Times New Roman" panose="02020603050405020304" pitchFamily="18" charset="0"/>
              </a:rPr>
              <a:t>гэж</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заасан</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нь</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орчин</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үеийн</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оюуны</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өмчийн</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тогтолцоог</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бүрэлдэн</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бий</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болох</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үндэс</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болсон</a:t>
            </a:r>
            <a:r>
              <a:rPr lang="en-US" sz="1400" b="1" dirty="0">
                <a:latin typeface="Times New Roman" panose="02020603050405020304" pitchFamily="18" charset="0"/>
                <a:cs typeface="Times New Roman" panose="02020603050405020304" pitchFamily="18" charset="0"/>
              </a:rPr>
              <a:t>. </a:t>
            </a:r>
            <a:endParaRPr lang="mn-MN" sz="1400" b="1" dirty="0">
              <a:latin typeface="Times New Roman" panose="02020603050405020304" pitchFamily="18" charset="0"/>
              <a:cs typeface="Times New Roman" panose="02020603050405020304" pitchFamily="18" charset="0"/>
            </a:endParaRPr>
          </a:p>
          <a:p>
            <a:pPr marL="987425" lvl="3" indent="-274638">
              <a:lnSpc>
                <a:spcPct val="150000"/>
              </a:lnSpc>
              <a:spcBef>
                <a:spcPct val="0"/>
              </a:spcBef>
              <a:buFont typeface="Wingdings" pitchFamily="2" charset="2"/>
              <a:buChar char="Ø"/>
            </a:pPr>
            <a:r>
              <a:rPr lang="mn-MN" sz="1400" b="1" dirty="0">
                <a:latin typeface="Times New Roman" panose="02020603050405020304" pitchFamily="18" charset="0"/>
                <a:cs typeface="Times New Roman" panose="02020603050405020304" pitchFamily="18" charset="0"/>
              </a:rPr>
              <a:t>О</a:t>
            </a:r>
            <a:r>
              <a:rPr lang="en-US" sz="1400" b="1" dirty="0" err="1">
                <a:latin typeface="Times New Roman" panose="02020603050405020304" pitchFamily="18" charset="0"/>
                <a:cs typeface="Times New Roman" panose="02020603050405020304" pitchFamily="18" charset="0"/>
              </a:rPr>
              <a:t>юуны</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өмчийн</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бие</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даасан</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хуулиуд</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гарсан</a:t>
            </a:r>
            <a:r>
              <a:rPr lang="en-US" sz="1400" b="1" dirty="0">
                <a:latin typeface="Times New Roman" panose="02020603050405020304" pitchFamily="18" charset="0"/>
                <a:cs typeface="Times New Roman" panose="02020603050405020304" pitchFamily="18" charset="0"/>
              </a:rPr>
              <a:t>.</a:t>
            </a:r>
            <a:endParaRPr lang="mn-MN" sz="1400" b="1" dirty="0">
              <a:latin typeface="Times New Roman" panose="02020603050405020304" pitchFamily="18" charset="0"/>
              <a:cs typeface="Times New Roman" panose="02020603050405020304" pitchFamily="18" charset="0"/>
            </a:endParaRPr>
          </a:p>
          <a:p>
            <a:pPr marL="987425" lvl="3" indent="-274638">
              <a:lnSpc>
                <a:spcPct val="150000"/>
              </a:lnSpc>
              <a:spcBef>
                <a:spcPct val="0"/>
              </a:spcBef>
              <a:buFont typeface="Wingdings" pitchFamily="2" charset="2"/>
              <a:buChar char="Ø"/>
            </a:pPr>
            <a:r>
              <a:rPr lang="mn-MN" sz="1400" b="1" dirty="0">
                <a:latin typeface="Times New Roman" panose="02020603050405020304" pitchFamily="18" charset="0"/>
                <a:cs typeface="Times New Roman" panose="02020603050405020304" pitchFamily="18" charset="0"/>
              </a:rPr>
              <a:t>О</a:t>
            </a:r>
            <a:r>
              <a:rPr lang="en-US" sz="1400" b="1" dirty="0" err="1">
                <a:latin typeface="Times New Roman" panose="02020603050405020304" pitchFamily="18" charset="0"/>
                <a:cs typeface="Times New Roman" panose="02020603050405020304" pitchFamily="18" charset="0"/>
              </a:rPr>
              <a:t>юуны</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өмчийн</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олон</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улсын</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гэрээ</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хэлэлцээрүүдэд</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нэгдсэн</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орсон</a:t>
            </a:r>
            <a:endParaRPr lang="mn-MN" sz="1400" b="1" dirty="0">
              <a:latin typeface="Times New Roman" panose="02020603050405020304" pitchFamily="18" charset="0"/>
              <a:cs typeface="Times New Roman" panose="02020603050405020304" pitchFamily="18" charset="0"/>
            </a:endParaRPr>
          </a:p>
          <a:p>
            <a:pPr marL="987425" lvl="3" indent="-274638">
              <a:lnSpc>
                <a:spcPct val="150000"/>
              </a:lnSpc>
              <a:spcBef>
                <a:spcPct val="0"/>
              </a:spcBef>
              <a:buFont typeface="Wingdings" pitchFamily="2" charset="2"/>
              <a:buChar char="Ø"/>
            </a:pPr>
            <a:r>
              <a:rPr lang="en-US" sz="1400" b="1" dirty="0" err="1">
                <a:latin typeface="Times New Roman" panose="02020603050405020304" pitchFamily="18" charset="0"/>
                <a:cs typeface="Times New Roman" panose="02020603050405020304" pitchFamily="18" charset="0"/>
              </a:rPr>
              <a:t>Оюуны</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өмчийн</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улсын</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хяналтын</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тогтолцоо</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бүрэлдэн</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бий</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болж</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оюуны</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өмчийн</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эрх</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эзэмшигдийн</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эрхийг</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хамгаалах</a:t>
            </a:r>
            <a:r>
              <a:rPr lang="mn-MN" sz="1400" b="1" dirty="0">
                <a:latin typeface="Times New Roman" panose="02020603050405020304" pitchFamily="18" charset="0"/>
                <a:cs typeface="Times New Roman" panose="02020603050405020304" pitchFamily="18" charset="0"/>
              </a:rPr>
              <a:t> үндэс бий болсон</a:t>
            </a:r>
            <a:endParaRPr lang="en-US" sz="1400" b="1" dirty="0">
              <a:solidFill>
                <a:srgbClr val="CC0000"/>
              </a:solidFill>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7667AEFB-AD3D-4169-9F0A-2500D50C53EF}"/>
              </a:ext>
            </a:extLst>
          </p:cNvPr>
          <p:cNvSpPr>
            <a:spLocks noGrp="1"/>
          </p:cNvSpPr>
          <p:nvPr>
            <p:ph type="title"/>
          </p:nvPr>
        </p:nvSpPr>
        <p:spPr>
          <a:xfrm>
            <a:off x="360539" y="188640"/>
            <a:ext cx="7886700" cy="277792"/>
          </a:xfrm>
        </p:spPr>
        <p:txBody>
          <a:bodyPr>
            <a:noAutofit/>
          </a:bodyPr>
          <a:lstStyle/>
          <a:p>
            <a:pPr algn="just"/>
            <a:r>
              <a:rPr kumimoji="0" lang="mn-MN" sz="2600" b="1" i="0" u="none" strike="noStrike" kern="1200" cap="none" spc="0" normalizeH="0" baseline="0" noProof="0" dirty="0">
                <a:ln>
                  <a:noFill/>
                </a:ln>
                <a:solidFill>
                  <a:srgbClr val="2D18AC"/>
                </a:solidFill>
                <a:uLnTx/>
                <a:uFillTx/>
                <a:latin typeface="Times New Roman" panose="02020603050405020304" pitchFamily="18" charset="0"/>
                <a:ea typeface="+mj-ea"/>
                <a:cs typeface="Times New Roman" panose="02020603050405020304" pitchFamily="18" charset="0"/>
              </a:rPr>
              <a:t>Монгол Улсын оюуны өмчийн түүхэн эх сурвалж</a:t>
            </a:r>
            <a:endParaRPr lang="en-US" sz="2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250001" y="878348"/>
            <a:ext cx="8643998" cy="4214842"/>
          </a:xfrm>
        </p:spPr>
        <p:txBody>
          <a:bodyPr>
            <a:normAutofit/>
          </a:bodyPr>
          <a:lstStyle/>
          <a:p>
            <a:pPr marL="265113" lvl="3" indent="-265113" algn="just">
              <a:spcBef>
                <a:spcPct val="0"/>
              </a:spcBef>
              <a:buNone/>
            </a:pPr>
            <a:r>
              <a:rPr lang="mn-MN" sz="1800" b="1" dirty="0">
                <a:latin typeface="Times New Roman" panose="02020603050405020304" pitchFamily="18" charset="0"/>
                <a:cs typeface="Times New Roman" panose="02020603050405020304" pitchFamily="18" charset="0"/>
              </a:rPr>
              <a:t>Гуравдугаар үе шат: 2000 оноос</a:t>
            </a:r>
            <a:r>
              <a:rPr lang="mn-MN" b="1" dirty="0">
                <a:latin typeface="Times New Roman" panose="02020603050405020304" pitchFamily="18" charset="0"/>
                <a:cs typeface="Times New Roman" panose="02020603050405020304" pitchFamily="18" charset="0"/>
              </a:rPr>
              <a:t> </a:t>
            </a:r>
            <a:r>
              <a:rPr lang="mn-MN" sz="1800" b="1" dirty="0">
                <a:latin typeface="Times New Roman" panose="02020603050405020304" pitchFamily="18" charset="0"/>
                <a:cs typeface="Times New Roman" panose="02020603050405020304" pitchFamily="18" charset="0"/>
              </a:rPr>
              <a:t>хойш</a:t>
            </a:r>
            <a:r>
              <a:rPr lang="mn-MN" sz="1600" b="1" dirty="0">
                <a:latin typeface="Times New Roman" panose="02020603050405020304" pitchFamily="18" charset="0"/>
                <a:cs typeface="Times New Roman" panose="02020603050405020304" pitchFamily="18" charset="0"/>
              </a:rPr>
              <a:t> </a:t>
            </a:r>
          </a:p>
          <a:p>
            <a:pPr marL="265113" lvl="3" indent="-265113" algn="just">
              <a:spcBef>
                <a:spcPct val="0"/>
              </a:spcBef>
              <a:buNone/>
            </a:pPr>
            <a:endParaRPr lang="mn-MN" sz="1600" b="1" dirty="0">
              <a:latin typeface="Times New Roman" panose="02020603050405020304" pitchFamily="18" charset="0"/>
              <a:cs typeface="Times New Roman" panose="02020603050405020304" pitchFamily="18" charset="0"/>
            </a:endParaRPr>
          </a:p>
          <a:p>
            <a:pPr marL="265113" lvl="3" indent="-265113" algn="just">
              <a:spcBef>
                <a:spcPct val="0"/>
              </a:spcBef>
              <a:buNone/>
            </a:pPr>
            <a:r>
              <a:rPr lang="mn-MN" sz="1600" b="1" dirty="0">
                <a:latin typeface="Times New Roman" panose="02020603050405020304" pitchFamily="18" charset="0"/>
                <a:cs typeface="Times New Roman" panose="02020603050405020304" pitchFamily="18" charset="0"/>
              </a:rPr>
              <a:t>/Оюуны өмчийн тогтолцоог боловсронгуй болгох үеийн оюуны өмчийн тогтолцоо/</a:t>
            </a:r>
          </a:p>
          <a:p>
            <a:pPr marL="265113" lvl="3" indent="-265113" algn="just">
              <a:spcBef>
                <a:spcPct val="0"/>
              </a:spcBef>
              <a:buNone/>
            </a:pPr>
            <a:endParaRPr lang="mn-MN" sz="1600" b="1" dirty="0">
              <a:latin typeface="Times New Roman" panose="02020603050405020304" pitchFamily="18" charset="0"/>
              <a:cs typeface="Times New Roman" panose="02020603050405020304" pitchFamily="18" charset="0"/>
            </a:endParaRPr>
          </a:p>
          <a:p>
            <a:pPr marL="987425" lvl="3" indent="-274638" algn="just">
              <a:lnSpc>
                <a:spcPct val="150000"/>
              </a:lnSpc>
              <a:spcBef>
                <a:spcPct val="0"/>
              </a:spcBef>
              <a:buFont typeface="Wingdings" pitchFamily="2" charset="2"/>
              <a:buChar char="Ø"/>
            </a:pPr>
            <a:r>
              <a:rPr lang="mn-MN" sz="1600" dirty="0">
                <a:latin typeface="Times New Roman" panose="02020603050405020304" pitchFamily="18" charset="0"/>
                <a:cs typeface="Times New Roman" panose="02020603050405020304" pitchFamily="18" charset="0"/>
              </a:rPr>
              <a:t>О</a:t>
            </a:r>
            <a:r>
              <a:rPr lang="en-US" sz="1600" dirty="0" err="1">
                <a:latin typeface="Times New Roman" panose="02020603050405020304" pitchFamily="18" charset="0"/>
                <a:cs typeface="Times New Roman" panose="02020603050405020304" pitchFamily="18" charset="0"/>
              </a:rPr>
              <a:t>юуны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өмчийн</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бие</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даасан</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хуулиуд</a:t>
            </a:r>
            <a:r>
              <a:rPr lang="mn-MN" sz="1600" dirty="0">
                <a:latin typeface="Times New Roman" panose="02020603050405020304" pitchFamily="18" charset="0"/>
                <a:cs typeface="Times New Roman" panose="02020603050405020304" pitchFamily="18" charset="0"/>
              </a:rPr>
              <a:t>ад нэмэлт өөрчлөлт оруулах, шинэчилэн найруулах үйл ажиллагааг хэрэгжүүлж эхэлсэн</a:t>
            </a:r>
            <a:r>
              <a:rPr lang="en-US" sz="1600" dirty="0">
                <a:latin typeface="Times New Roman" panose="02020603050405020304" pitchFamily="18" charset="0"/>
                <a:cs typeface="Times New Roman" panose="02020603050405020304" pitchFamily="18" charset="0"/>
              </a:rPr>
              <a:t>.</a:t>
            </a:r>
            <a:endParaRPr lang="mn-MN" sz="1600" dirty="0">
              <a:latin typeface="Times New Roman" panose="02020603050405020304" pitchFamily="18" charset="0"/>
              <a:cs typeface="Times New Roman" panose="02020603050405020304" pitchFamily="18" charset="0"/>
            </a:endParaRPr>
          </a:p>
          <a:p>
            <a:pPr marL="987425" lvl="3" indent="-274638" algn="just">
              <a:lnSpc>
                <a:spcPct val="150000"/>
              </a:lnSpc>
              <a:spcBef>
                <a:spcPct val="0"/>
              </a:spcBef>
              <a:buFont typeface="Wingdings" pitchFamily="2" charset="2"/>
              <a:buChar char="Ø"/>
            </a:pPr>
            <a:r>
              <a:rPr lang="mn-MN" sz="1600" dirty="0">
                <a:latin typeface="Times New Roman" panose="02020603050405020304" pitchFamily="18" charset="0"/>
                <a:cs typeface="Times New Roman" panose="02020603050405020304" pitchFamily="18" charset="0"/>
              </a:rPr>
              <a:t>ДОӨБ-аас гаргасан о</a:t>
            </a:r>
            <a:r>
              <a:rPr lang="en-US" sz="1600" dirty="0" err="1">
                <a:latin typeface="Times New Roman" panose="02020603050405020304" pitchFamily="18" charset="0"/>
                <a:cs typeface="Times New Roman" panose="02020603050405020304" pitchFamily="18" charset="0"/>
              </a:rPr>
              <a:t>юуны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өмчийн</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олон</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улсын</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гэрээ</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хэлэлцээрүүдэд</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нэгдсэн</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орсон</a:t>
            </a:r>
            <a:endParaRPr lang="mn-MN" sz="1600" dirty="0">
              <a:latin typeface="Times New Roman" panose="02020603050405020304" pitchFamily="18" charset="0"/>
              <a:cs typeface="Times New Roman" panose="02020603050405020304" pitchFamily="18" charset="0"/>
            </a:endParaRPr>
          </a:p>
          <a:p>
            <a:pPr marL="987425" lvl="3" indent="-274638" algn="just">
              <a:lnSpc>
                <a:spcPct val="150000"/>
              </a:lnSpc>
              <a:spcBef>
                <a:spcPct val="0"/>
              </a:spcBef>
              <a:buFont typeface="Wingdings" pitchFamily="2" charset="2"/>
              <a:buChar char="Ø"/>
            </a:pPr>
            <a:r>
              <a:rPr lang="mn-MN" sz="1600" dirty="0">
                <a:latin typeface="Times New Roman" panose="02020603050405020304" pitchFamily="18" charset="0"/>
                <a:cs typeface="Times New Roman" panose="02020603050405020304" pitchFamily="18" charset="0"/>
              </a:rPr>
              <a:t>О</a:t>
            </a:r>
            <a:r>
              <a:rPr lang="en-US" sz="1600" dirty="0" err="1">
                <a:latin typeface="Times New Roman" panose="02020603050405020304" pitchFamily="18" charset="0"/>
                <a:cs typeface="Times New Roman" panose="02020603050405020304" pitchFamily="18" charset="0"/>
              </a:rPr>
              <a:t>юуны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өмчийн</a:t>
            </a:r>
            <a:r>
              <a:rPr lang="mn-MN" sz="1600" dirty="0">
                <a:latin typeface="Times New Roman" panose="02020603050405020304" pitchFamily="18" charset="0"/>
                <a:cs typeface="Times New Roman" panose="02020603050405020304" pitchFamily="18" charset="0"/>
              </a:rPr>
              <a:t> стратеги төлөвлөгөөг бий болгож,</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эрхийн</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хамгаалалтын</a:t>
            </a:r>
            <a:r>
              <a:rPr lang="en-US" sz="1600" dirty="0">
                <a:latin typeface="Times New Roman" panose="02020603050405020304" pitchFamily="18" charset="0"/>
                <a:cs typeface="Times New Roman" panose="02020603050405020304" pitchFamily="18" charset="0"/>
              </a:rPr>
              <a:t> </a:t>
            </a:r>
            <a:r>
              <a:rPr lang="mn-MN" sz="1600" dirty="0">
                <a:latin typeface="Times New Roman" panose="02020603050405020304" pitchFamily="18" charset="0"/>
                <a:cs typeface="Times New Roman" panose="02020603050405020304" pitchFamily="18" charset="0"/>
              </a:rPr>
              <a:t>шинэ автоматжуулалтын системийг</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бий</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болгох</a:t>
            </a:r>
            <a:r>
              <a:rPr lang="en-US" sz="1600" dirty="0">
                <a:latin typeface="Times New Roman" panose="02020603050405020304" pitchFamily="18" charset="0"/>
                <a:cs typeface="Times New Roman" panose="02020603050405020304" pitchFamily="18" charset="0"/>
              </a:rPr>
              <a:t>, </a:t>
            </a:r>
            <a:endParaRPr lang="mn-MN" sz="1600" dirty="0">
              <a:latin typeface="Times New Roman" panose="02020603050405020304" pitchFamily="18" charset="0"/>
              <a:cs typeface="Times New Roman" panose="02020603050405020304" pitchFamily="18" charset="0"/>
            </a:endParaRPr>
          </a:p>
          <a:p>
            <a:pPr marL="987425" lvl="3" indent="-274638" algn="just">
              <a:lnSpc>
                <a:spcPct val="150000"/>
              </a:lnSpc>
              <a:spcBef>
                <a:spcPct val="0"/>
              </a:spcBef>
              <a:buFont typeface="Wingdings" pitchFamily="2" charset="2"/>
              <a:buChar char="Ø"/>
            </a:pPr>
            <a:r>
              <a:rPr lang="mn-MN" sz="1600" dirty="0">
                <a:latin typeface="Times New Roman" panose="02020603050405020304" pitchFamily="18" charset="0"/>
                <a:cs typeface="Times New Roman" panose="02020603050405020304" pitchFamily="18" charset="0"/>
              </a:rPr>
              <a:t>оюуны өмчийг</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үйлдвэрлэлд</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нэвтрүүлж</a:t>
            </a:r>
            <a:r>
              <a:rPr lang="mn-MN" sz="1600" dirty="0">
                <a:latin typeface="Times New Roman" panose="02020603050405020304" pitchFamily="18" charset="0"/>
                <a:cs typeface="Times New Roman" panose="02020603050405020304" pitchFamily="18" charset="0"/>
              </a:rPr>
              <a:t>, эдийн засгийн эргэлтэнд</a:t>
            </a:r>
            <a:r>
              <a:rPr lang="en-US" sz="1600" dirty="0">
                <a:latin typeface="Times New Roman" panose="02020603050405020304" pitchFamily="18" charset="0"/>
                <a:cs typeface="Times New Roman" panose="02020603050405020304" pitchFamily="18" charset="0"/>
              </a:rPr>
              <a:t> </a:t>
            </a:r>
            <a:r>
              <a:rPr lang="mn-MN" sz="1600" dirty="0">
                <a:latin typeface="Times New Roman" panose="02020603050405020304" pitchFamily="18" charset="0"/>
                <a:cs typeface="Times New Roman" panose="02020603050405020304" pitchFamily="18" charset="0"/>
              </a:rPr>
              <a:t>оруулж /инноваци/, </a:t>
            </a:r>
            <a:r>
              <a:rPr lang="en-US" sz="1600" dirty="0" err="1">
                <a:latin typeface="Times New Roman" panose="02020603050405020304" pitchFamily="18" charset="0"/>
                <a:cs typeface="Times New Roman" panose="02020603050405020304" pitchFamily="18" charset="0"/>
              </a:rPr>
              <a:t>капитал</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болгоход</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чиглэгдсэн</a:t>
            </a:r>
            <a:r>
              <a:rPr lang="mn-MN" sz="1600" dirty="0">
                <a:latin typeface="Times New Roman" panose="02020603050405020304" pitchFamily="18" charset="0"/>
                <a:cs typeface="Times New Roman" panose="02020603050405020304" pitchFamily="18" charset="0"/>
              </a:rPr>
              <a:t> үйл ажиллагаа</a:t>
            </a:r>
            <a:r>
              <a:rPr lang="en-US" sz="1600" dirty="0">
                <a:latin typeface="Times New Roman" panose="02020603050405020304" pitchFamily="18" charset="0"/>
                <a:cs typeface="Times New Roman" panose="02020603050405020304" pitchFamily="18" charset="0"/>
              </a:rPr>
              <a:t> </a:t>
            </a:r>
            <a:endParaRPr lang="mn-MN" sz="1400" dirty="0">
              <a:latin typeface="Times New Roman" panose="02020603050405020304" pitchFamily="18" charset="0"/>
              <a:cs typeface="Times New Roman" panose="02020603050405020304" pitchFamily="18" charset="0"/>
            </a:endParaRPr>
          </a:p>
          <a:p>
            <a:pPr marL="987425" lvl="3" indent="-274638" algn="just">
              <a:lnSpc>
                <a:spcPct val="150000"/>
              </a:lnSpc>
              <a:spcBef>
                <a:spcPct val="0"/>
              </a:spcBef>
              <a:buFont typeface="Wingdings" pitchFamily="2" charset="2"/>
              <a:buChar char="Ø"/>
            </a:pPr>
            <a:r>
              <a:rPr lang="mn-MN" sz="1600" dirty="0">
                <a:latin typeface="Times New Roman" panose="02020603050405020304" pitchFamily="18" charset="0"/>
                <a:cs typeface="Times New Roman" panose="02020603050405020304" pitchFamily="18" charset="0"/>
              </a:rPr>
              <a:t>Монгол Улсын оюуны өмчийн түүхэн эх сурвалж</a:t>
            </a:r>
          </a:p>
        </p:txBody>
      </p:sp>
      <p:sp>
        <p:nvSpPr>
          <p:cNvPr id="3" name="Title 2">
            <a:extLst>
              <a:ext uri="{FF2B5EF4-FFF2-40B4-BE49-F238E27FC236}">
                <a16:creationId xmlns:a16="http://schemas.microsoft.com/office/drawing/2014/main" id="{1082D03A-0528-4B51-8C42-C7299231562B}"/>
              </a:ext>
            </a:extLst>
          </p:cNvPr>
          <p:cNvSpPr>
            <a:spLocks noGrp="1"/>
          </p:cNvSpPr>
          <p:nvPr>
            <p:ph type="title"/>
          </p:nvPr>
        </p:nvSpPr>
        <p:spPr>
          <a:xfrm>
            <a:off x="285720" y="365127"/>
            <a:ext cx="8572560" cy="399578"/>
          </a:xfrm>
        </p:spPr>
        <p:txBody>
          <a:bodyPr>
            <a:normAutofit fontScale="90000"/>
          </a:bodyPr>
          <a:lstStyle/>
          <a:p>
            <a:r>
              <a:rPr lang="mn-MN" sz="2800" b="1" dirty="0">
                <a:latin typeface="Times New Roman" panose="02020603050405020304" pitchFamily="18" charset="0"/>
                <a:cs typeface="Times New Roman" panose="02020603050405020304" pitchFamily="18" charset="0"/>
              </a:rPr>
              <a:t>Монгол Улсын оюуны өмчийн түүхэн эх сурвалж</a:t>
            </a:r>
            <a:endParaRPr lang="en-US" sz="2800"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208586" y="895324"/>
            <a:ext cx="8396536" cy="4038600"/>
          </a:xfrm>
          <a:prstGeom prst="rect">
            <a:avLst/>
          </a:prstGeom>
        </p:spPr>
        <p:txBody>
          <a:bodyPr vert="horz" lIns="91440" tIns="45720" rIns="91440" bIns="45720" rtlCol="0" anchor="ctr">
            <a:normAutofit/>
          </a:bodyPr>
          <a:lstStyle/>
          <a:p>
            <a:pPr marL="465138" lvl="1" indent="-342900" algn="just">
              <a:spcBef>
                <a:spcPct val="0"/>
              </a:spcBef>
              <a:buFont typeface="Wingdings" pitchFamily="2" charset="2"/>
              <a:buChar char="§"/>
            </a:pPr>
            <a:r>
              <a:rPr lang="mn-MN" sz="1600" dirty="0">
                <a:latin typeface="Times New Roman" panose="02020603050405020304" pitchFamily="18" charset="0"/>
                <a:ea typeface="+mj-ea"/>
                <a:cs typeface="Times New Roman" panose="02020603050405020304" pitchFamily="18" charset="0"/>
              </a:rPr>
              <a:t>1945.05.19-ний өдрийн Ардын Сайд нарын Зөвлөл </a:t>
            </a:r>
            <a:r>
              <a:rPr lang="en-US" sz="1600" dirty="0">
                <a:latin typeface="Times New Roman" panose="02020603050405020304" pitchFamily="18" charset="0"/>
                <a:ea typeface="+mj-ea"/>
                <a:cs typeface="Times New Roman" panose="02020603050405020304" pitchFamily="18" charset="0"/>
              </a:rPr>
              <a:t>(</a:t>
            </a:r>
            <a:r>
              <a:rPr lang="mn-MN" sz="1600" dirty="0">
                <a:latin typeface="Times New Roman" panose="02020603050405020304" pitchFamily="18" charset="0"/>
                <a:ea typeface="+mj-ea"/>
                <a:cs typeface="Times New Roman" panose="02020603050405020304" pitchFamily="18" charset="0"/>
              </a:rPr>
              <a:t>АСнЗ</a:t>
            </a:r>
            <a:r>
              <a:rPr lang="en-US" sz="1600" dirty="0">
                <a:latin typeface="Times New Roman" panose="02020603050405020304" pitchFamily="18" charset="0"/>
                <a:ea typeface="+mj-ea"/>
                <a:cs typeface="Times New Roman" panose="02020603050405020304" pitchFamily="18" charset="0"/>
              </a:rPr>
              <a:t>)</a:t>
            </a:r>
            <a:r>
              <a:rPr lang="mn-MN" sz="1600" dirty="0">
                <a:latin typeface="Times New Roman" panose="02020603050405020304" pitchFamily="18" charset="0"/>
                <a:ea typeface="+mj-ea"/>
                <a:cs typeface="Times New Roman" panose="02020603050405020304" pitchFamily="18" charset="0"/>
              </a:rPr>
              <a:t>-ийн 63-р хурлын тогтоолоор батлагдсан </a:t>
            </a:r>
            <a:r>
              <a:rPr lang="mn-MN" sz="1600" b="1" dirty="0">
                <a:latin typeface="Times New Roman" panose="02020603050405020304" pitchFamily="18" charset="0"/>
                <a:ea typeface="+mj-ea"/>
                <a:cs typeface="Times New Roman" panose="02020603050405020304" pitchFamily="18" charset="0"/>
              </a:rPr>
              <a:t>“Шинэ юмыг зохион олох ба үйлдвэрт оновчтой сайн санал гаргагсдыг шагнаж урамшуулах тухай заавар”</a:t>
            </a:r>
          </a:p>
          <a:p>
            <a:pPr marL="465138" lvl="1" indent="-342900" algn="just">
              <a:spcBef>
                <a:spcPct val="0"/>
              </a:spcBef>
              <a:buFont typeface="Wingdings" pitchFamily="2" charset="2"/>
              <a:buChar char="§"/>
            </a:pPr>
            <a:endParaRPr lang="mn-MN" sz="1600" b="1" dirty="0">
              <a:latin typeface="Times New Roman" panose="02020603050405020304" pitchFamily="18" charset="0"/>
              <a:ea typeface="+mj-ea"/>
              <a:cs typeface="Times New Roman" panose="02020603050405020304" pitchFamily="18" charset="0"/>
            </a:endParaRPr>
          </a:p>
          <a:p>
            <a:pPr marL="465138" lvl="1" indent="-342900" algn="just">
              <a:spcBef>
                <a:spcPct val="0"/>
              </a:spcBef>
              <a:buFont typeface="Wingdings" pitchFamily="2" charset="2"/>
              <a:buChar char="§"/>
            </a:pPr>
            <a:r>
              <a:rPr lang="mn-MN" sz="1600" dirty="0">
                <a:latin typeface="Times New Roman" panose="02020603050405020304" pitchFamily="18" charset="0"/>
                <a:cs typeface="Times New Roman" panose="02020603050405020304" pitchFamily="18" charset="0"/>
              </a:rPr>
              <a:t>1944.04.28-ны өдрийн Ардын Сайд нарын Зөвлөл </a:t>
            </a:r>
            <a:r>
              <a:rPr lang="en-US" sz="1600" dirty="0">
                <a:latin typeface="Times New Roman" panose="02020603050405020304" pitchFamily="18" charset="0"/>
                <a:cs typeface="Times New Roman" panose="02020603050405020304" pitchFamily="18" charset="0"/>
              </a:rPr>
              <a:t>(</a:t>
            </a:r>
            <a:r>
              <a:rPr lang="mn-MN" sz="1600" dirty="0">
                <a:latin typeface="Times New Roman" panose="02020603050405020304" pitchFamily="18" charset="0"/>
                <a:cs typeface="Times New Roman" panose="02020603050405020304" pitchFamily="18" charset="0"/>
              </a:rPr>
              <a:t>АСнЗ</a:t>
            </a:r>
            <a:r>
              <a:rPr lang="en-US" sz="1600" dirty="0">
                <a:latin typeface="Times New Roman" panose="02020603050405020304" pitchFamily="18" charset="0"/>
                <a:cs typeface="Times New Roman" panose="02020603050405020304" pitchFamily="18" charset="0"/>
              </a:rPr>
              <a:t>)</a:t>
            </a:r>
            <a:r>
              <a:rPr lang="mn-MN" sz="1600" dirty="0">
                <a:latin typeface="Times New Roman" panose="02020603050405020304" pitchFamily="18" charset="0"/>
                <a:cs typeface="Times New Roman" panose="02020603050405020304" pitchFamily="18" charset="0"/>
              </a:rPr>
              <a:t>-ийн 54-р хурлын тогтоолоор </a:t>
            </a:r>
            <a:r>
              <a:rPr lang="mn-MN" sz="1600" b="1" dirty="0">
                <a:latin typeface="Times New Roman" panose="02020603050405020304" pitchFamily="18" charset="0"/>
                <a:cs typeface="Times New Roman" panose="02020603050405020304" pitchFamily="18" charset="0"/>
              </a:rPr>
              <a:t>“Тус улсын үйлдвэрүүдээс боловсруулсан эдлэхүүнд марк ба ярлик тогтоож явуулах тухай заавар”</a:t>
            </a:r>
          </a:p>
          <a:p>
            <a:pPr marL="465138" lvl="1" indent="-342900" algn="just">
              <a:spcBef>
                <a:spcPct val="0"/>
              </a:spcBef>
              <a:buFont typeface="Wingdings" pitchFamily="2" charset="2"/>
              <a:buChar char="§"/>
            </a:pPr>
            <a:endParaRPr lang="mn-MN" sz="1600" b="1" baseline="0" dirty="0">
              <a:latin typeface="Times New Roman" panose="02020603050405020304" pitchFamily="18" charset="0"/>
              <a:ea typeface="+mj-ea"/>
              <a:cs typeface="Times New Roman" panose="02020603050405020304" pitchFamily="18" charset="0"/>
            </a:endParaRPr>
          </a:p>
          <a:p>
            <a:pPr marL="465138" lvl="1" indent="-342900" algn="just">
              <a:spcBef>
                <a:spcPct val="0"/>
              </a:spcBef>
              <a:buFont typeface="Wingdings" pitchFamily="2" charset="2"/>
              <a:buChar char="§"/>
            </a:pPr>
            <a:r>
              <a:rPr lang="mn-MN" sz="1600" dirty="0">
                <a:latin typeface="Times New Roman" panose="02020603050405020304" pitchFamily="18" charset="0"/>
                <a:cs typeface="Times New Roman" panose="02020603050405020304" pitchFamily="18" charset="0"/>
              </a:rPr>
              <a:t>1952 оны Иргэний хуулийн 18 дугаар бүлэгт </a:t>
            </a:r>
            <a:r>
              <a:rPr lang="mn-MN" sz="1600" b="1" dirty="0">
                <a:latin typeface="Times New Roman" panose="02020603050405020304" pitchFamily="18" charset="0"/>
                <a:cs typeface="Times New Roman" panose="02020603050405020304" pitchFamily="18" charset="0"/>
              </a:rPr>
              <a:t>“Зохиогчийн эрх”</a:t>
            </a:r>
            <a:r>
              <a:rPr lang="mn-MN" sz="1600" dirty="0">
                <a:latin typeface="Times New Roman" panose="02020603050405020304" pitchFamily="18" charset="0"/>
                <a:cs typeface="Times New Roman" panose="02020603050405020304" pitchFamily="18" charset="0"/>
              </a:rPr>
              <a:t>, 19 дүгээр бүлэгт </a:t>
            </a:r>
            <a:r>
              <a:rPr lang="mn-MN" sz="1600" b="1" dirty="0">
                <a:latin typeface="Times New Roman" panose="02020603050405020304" pitchFamily="18" charset="0"/>
                <a:cs typeface="Times New Roman" panose="02020603050405020304" pitchFamily="18" charset="0"/>
              </a:rPr>
              <a:t>“Зохион бүтээсэн зүйлийн эрх”</a:t>
            </a:r>
            <a:r>
              <a:rPr lang="mn-MN" sz="1600" dirty="0">
                <a:latin typeface="Times New Roman" panose="02020603050405020304" pitchFamily="18" charset="0"/>
                <a:cs typeface="Times New Roman" panose="02020603050405020304" pitchFamily="18" charset="0"/>
              </a:rPr>
              <a:t> нэртэйгээр хуулийн хэмжээнд анх зохицуулагдсан байна.</a:t>
            </a:r>
          </a:p>
          <a:p>
            <a:pPr marL="465138" lvl="1" indent="-342900" algn="just">
              <a:spcBef>
                <a:spcPct val="0"/>
              </a:spcBef>
              <a:buFont typeface="Wingdings" pitchFamily="2" charset="2"/>
              <a:buChar char="§"/>
            </a:pPr>
            <a:endParaRPr lang="mn-MN" sz="1600" b="1" baseline="0" dirty="0">
              <a:latin typeface="Times New Roman" panose="02020603050405020304" pitchFamily="18" charset="0"/>
              <a:ea typeface="+mj-ea"/>
              <a:cs typeface="Times New Roman" panose="02020603050405020304" pitchFamily="18" charset="0"/>
            </a:endParaRPr>
          </a:p>
          <a:p>
            <a:pPr marL="465138" lvl="1" indent="-342900" algn="just">
              <a:spcBef>
                <a:spcPct val="0"/>
              </a:spcBef>
              <a:buFont typeface="Wingdings" pitchFamily="2" charset="2"/>
              <a:buChar char="§"/>
            </a:pPr>
            <a:r>
              <a:rPr lang="mn-MN" sz="1600" dirty="0">
                <a:latin typeface="Times New Roman" panose="02020603050405020304" pitchFamily="18" charset="0"/>
                <a:cs typeface="Times New Roman" panose="02020603050405020304" pitchFamily="18" charset="0"/>
              </a:rPr>
              <a:t>1960 онд </a:t>
            </a:r>
            <a:r>
              <a:rPr lang="mn-MN" sz="1600" b="1" dirty="0">
                <a:latin typeface="Times New Roman" panose="02020603050405020304" pitchFamily="18" charset="0"/>
                <a:cs typeface="Times New Roman" panose="02020603050405020304" pitchFamily="18" charset="0"/>
              </a:rPr>
              <a:t>“Нээлт, шинэ бүтээл, оновчтой саналын дүрэм” </a:t>
            </a:r>
            <a:r>
              <a:rPr lang="mn-MN" sz="1600" dirty="0">
                <a:latin typeface="Times New Roman" panose="02020603050405020304" pitchFamily="18" charset="0"/>
                <a:cs typeface="Times New Roman" panose="02020603050405020304" pitchFamily="18" charset="0"/>
              </a:rPr>
              <a:t>батлагдан гарсан ба 1970 онд шинэчлэгдэж байжээ.</a:t>
            </a:r>
            <a:endParaRPr lang="mn-MN" sz="1600" b="1" baseline="0" dirty="0">
              <a:latin typeface="Times New Roman" panose="02020603050405020304" pitchFamily="18" charset="0"/>
              <a:ea typeface="+mj-ea"/>
              <a:cs typeface="Times New Roman" panose="02020603050405020304" pitchFamily="18" charset="0"/>
            </a:endParaRPr>
          </a:p>
          <a:p>
            <a:pPr marL="0" marR="0" lvl="0" indent="0" algn="ctr" defTabSz="914400" rtl="0" eaLnBrk="1" fontAlgn="auto" latinLnBrk="0" hangingPunct="1">
              <a:lnSpc>
                <a:spcPct val="100000"/>
              </a:lnSpc>
              <a:spcBef>
                <a:spcPct val="0"/>
              </a:spcBef>
              <a:spcAft>
                <a:spcPts val="0"/>
              </a:spcAft>
              <a:buClrTx/>
              <a:buSzTx/>
              <a:tabLst/>
              <a:defRPr/>
            </a:pPr>
            <a:endParaRPr kumimoji="0" lang="mn-MN" sz="1600" u="none" strike="noStrike" kern="1200" cap="none" spc="0" normalizeH="0" noProof="0" dirty="0">
              <a:ln>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9" name="Title 1"/>
          <p:cNvSpPr txBox="1">
            <a:spLocks/>
          </p:cNvSpPr>
          <p:nvPr/>
        </p:nvSpPr>
        <p:spPr>
          <a:xfrm>
            <a:off x="395536" y="357166"/>
            <a:ext cx="8229600" cy="538158"/>
          </a:xfrm>
          <a:prstGeom prst="rect">
            <a:avLst/>
          </a:prstGeom>
        </p:spPr>
        <p:txBody>
          <a:bodyPr vert="horz" lIns="91440" tIns="45720" rIns="91440" bIns="45720" rtlCol="0" anchor="ctr">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mn-MN" sz="2400" b="1" i="0" u="none" strike="noStrike" kern="1200" cap="none" spc="50" normalizeH="0" baseline="0" noProof="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Times New Roman" panose="02020603050405020304" pitchFamily="18" charset="0"/>
                <a:ea typeface="+mj-ea"/>
                <a:cs typeface="Times New Roman" panose="02020603050405020304" pitchFamily="18" charset="0"/>
              </a:rPr>
              <a:t>Монгол Улсын оюуны өмчийн түүхэн эх сурвалж</a:t>
            </a:r>
            <a:endParaRPr kumimoji="0" lang="en-US" sz="2400" b="1" i="0" u="none" strike="noStrike" kern="1200" cap="none" spc="50" normalizeH="0" baseline="0" noProof="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Times New Roman" panose="02020603050405020304" pitchFamily="18" charset="0"/>
              <a:ea typeface="+mj-ea"/>
              <a:cs typeface="Times New Roman" panose="02020603050405020304" pitchFamily="18" charset="0"/>
            </a:endParaRPr>
          </a:p>
        </p:txBody>
      </p:sp>
      <p:graphicFrame>
        <p:nvGraphicFramePr>
          <p:cNvPr id="105474" name="Object 2"/>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3" imgW="32961960" imgH="6570720" progId="">
                  <p:embed/>
                </p:oleObj>
              </mc:Choice>
              <mc:Fallback>
                <p:oleObj name="CorelDRAW" r:id="rId3" imgW="32961960" imgH="657072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14282" y="201597"/>
            <a:ext cx="8390166" cy="491099"/>
          </a:xfrm>
          <a:prstGeom prst="rect">
            <a:avLst/>
          </a:prstGeom>
        </p:spPr>
        <p:txBody>
          <a:bodyPr vert="horz" lIns="91440" tIns="45720" rIns="91440" bIns="45720" rtlCol="0" anchor="ctr">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mn-MN" sz="2400" b="1" u="none" strike="noStrike" kern="1200" spc="50" normalizeH="0" baseline="0" noProof="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j-ea"/>
                <a:cs typeface="Arial" pitchFamily="34" charset="0"/>
              </a:rPr>
              <a:t>Монгол Улсын Патентийн тухай хууль</a:t>
            </a:r>
            <a:endParaRPr kumimoji="0" lang="en-US" sz="2400" b="1" u="none" strike="noStrike" kern="1200" spc="50" normalizeH="0" baseline="0" noProof="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j-ea"/>
              <a:cs typeface="Arial" pitchFamily="34" charset="0"/>
            </a:endParaRPr>
          </a:p>
        </p:txBody>
      </p:sp>
      <p:sp>
        <p:nvSpPr>
          <p:cNvPr id="5" name="Rectangle 4"/>
          <p:cNvSpPr/>
          <p:nvPr/>
        </p:nvSpPr>
        <p:spPr>
          <a:xfrm>
            <a:off x="56544" y="692696"/>
            <a:ext cx="8572560" cy="5500032"/>
          </a:xfrm>
          <a:prstGeom prst="rect">
            <a:avLst/>
          </a:prstGeom>
        </p:spPr>
        <p:txBody>
          <a:bodyPr wrap="square">
            <a:spAutoFit/>
          </a:bodyPr>
          <a:lstStyle/>
          <a:p>
            <a:pPr marL="1257300" lvl="2" indent="-342900" algn="just">
              <a:lnSpc>
                <a:spcPct val="150000"/>
              </a:lnSpc>
              <a:spcBef>
                <a:spcPct val="0"/>
              </a:spcBef>
              <a:buSzPct val="100000"/>
              <a:buFont typeface="Wingdings" pitchFamily="2" charset="2"/>
              <a:buChar char="§"/>
              <a:defRPr/>
            </a:pPr>
            <a:r>
              <a:rPr lang="mn-MN" sz="1400" b="1" dirty="0">
                <a:latin typeface="Arial" pitchFamily="34" charset="0"/>
                <a:cs typeface="Arial" pitchFamily="34" charset="0"/>
              </a:rPr>
              <a:t>1993.06.25-нд батлагдсан</a:t>
            </a:r>
          </a:p>
          <a:p>
            <a:pPr marL="1257300" lvl="2" indent="-342900" algn="just">
              <a:lnSpc>
                <a:spcPct val="150000"/>
              </a:lnSpc>
              <a:spcBef>
                <a:spcPct val="0"/>
              </a:spcBef>
              <a:buSzPct val="100000"/>
              <a:buFont typeface="Wingdings" pitchFamily="2" charset="2"/>
              <a:buChar char="§"/>
              <a:defRPr/>
            </a:pPr>
            <a:r>
              <a:rPr lang="mn-MN" sz="1400" b="1" dirty="0">
                <a:latin typeface="Arial" pitchFamily="34" charset="0"/>
                <a:cs typeface="Arial" pitchFamily="34" charset="0"/>
              </a:rPr>
              <a:t>1993.09.01-ээс үйлчилж эхэлсэн</a:t>
            </a:r>
          </a:p>
          <a:p>
            <a:pPr marL="1257300" lvl="2" indent="-342900" algn="just">
              <a:lnSpc>
                <a:spcPct val="150000"/>
              </a:lnSpc>
              <a:spcBef>
                <a:spcPct val="0"/>
              </a:spcBef>
              <a:buSzPct val="100000"/>
              <a:buFont typeface="Wingdings" pitchFamily="2" charset="2"/>
              <a:buChar char="§"/>
              <a:defRPr/>
            </a:pPr>
            <a:r>
              <a:rPr lang="mn-MN" sz="1400" b="1" dirty="0">
                <a:latin typeface="Arial" pitchFamily="34" charset="0"/>
                <a:cs typeface="Arial" pitchFamily="34" charset="0"/>
              </a:rPr>
              <a:t>1996.12.19-нд нэмэлт өөрчлөлт орсон</a:t>
            </a:r>
          </a:p>
          <a:p>
            <a:pPr marL="1257300" lvl="2" indent="-342900" algn="just">
              <a:lnSpc>
                <a:spcPct val="150000"/>
              </a:lnSpc>
              <a:spcBef>
                <a:spcPct val="0"/>
              </a:spcBef>
              <a:buSzPct val="100000"/>
              <a:buFont typeface="Wingdings" pitchFamily="2" charset="2"/>
              <a:buChar char="§"/>
              <a:defRPr/>
            </a:pPr>
            <a:r>
              <a:rPr lang="mn-MN" sz="1400" b="1" dirty="0">
                <a:latin typeface="Arial" pitchFamily="34" charset="0"/>
                <a:cs typeface="Arial" pitchFamily="34" charset="0"/>
              </a:rPr>
              <a:t>1999.05.21-нд нэмэлт өөрчлөлт орсон </a:t>
            </a:r>
          </a:p>
          <a:p>
            <a:pPr marL="1257300" lvl="2" indent="-342900" algn="just">
              <a:lnSpc>
                <a:spcPct val="150000"/>
              </a:lnSpc>
              <a:spcBef>
                <a:spcPct val="0"/>
              </a:spcBef>
              <a:buSzPct val="100000"/>
              <a:buFont typeface="Wingdings" pitchFamily="2" charset="2"/>
              <a:buChar char="§"/>
              <a:defRPr/>
            </a:pPr>
            <a:r>
              <a:rPr lang="mn-MN" sz="1400" b="1" dirty="0">
                <a:latin typeface="Arial" pitchFamily="34" charset="0"/>
                <a:cs typeface="Arial" pitchFamily="34" charset="0"/>
              </a:rPr>
              <a:t>2006.01.19-нд шинэчилэн найруулсан</a:t>
            </a:r>
          </a:p>
          <a:p>
            <a:pPr marL="1257300" lvl="2" indent="-342900" algn="just">
              <a:lnSpc>
                <a:spcPct val="150000"/>
              </a:lnSpc>
              <a:spcBef>
                <a:spcPct val="0"/>
              </a:spcBef>
              <a:buSzPct val="100000"/>
              <a:buFont typeface="Wingdings" pitchFamily="2" charset="2"/>
              <a:buChar char="§"/>
              <a:defRPr/>
            </a:pPr>
            <a:r>
              <a:rPr lang="ru-RU" sz="1400" b="1" dirty="0">
                <a:latin typeface="Arial" pitchFamily="34" charset="0"/>
                <a:cs typeface="Arial" pitchFamily="34" charset="0"/>
              </a:rPr>
              <a:t>2021</a:t>
            </a:r>
            <a:r>
              <a:rPr lang="mn-MN" sz="1400" b="1" dirty="0">
                <a:latin typeface="Arial" pitchFamily="34" charset="0"/>
                <a:cs typeface="Arial" pitchFamily="34" charset="0"/>
              </a:rPr>
              <a:t>.</a:t>
            </a:r>
            <a:r>
              <a:rPr lang="ru-RU" sz="1400" b="1" dirty="0">
                <a:latin typeface="Arial" pitchFamily="34" charset="0"/>
                <a:cs typeface="Arial" pitchFamily="34" charset="0"/>
              </a:rPr>
              <a:t>05</a:t>
            </a:r>
            <a:r>
              <a:rPr lang="mn-MN" sz="1400" b="1" dirty="0">
                <a:latin typeface="Arial" pitchFamily="34" charset="0"/>
                <a:cs typeface="Arial" pitchFamily="34" charset="0"/>
              </a:rPr>
              <a:t>.</a:t>
            </a:r>
            <a:r>
              <a:rPr lang="ru-RU" sz="1400" b="1" dirty="0">
                <a:latin typeface="Arial" pitchFamily="34" charset="0"/>
                <a:cs typeface="Arial" pitchFamily="34" charset="0"/>
              </a:rPr>
              <a:t>06</a:t>
            </a:r>
            <a:r>
              <a:rPr lang="mn-MN" sz="1400" b="1" dirty="0">
                <a:latin typeface="Arial" pitchFamily="34" charset="0"/>
                <a:cs typeface="Arial" pitchFamily="34" charset="0"/>
              </a:rPr>
              <a:t>-нд шинэчилэн найруулсан</a:t>
            </a:r>
          </a:p>
          <a:p>
            <a:pPr marL="800100" lvl="1" indent="-342900" algn="just">
              <a:lnSpc>
                <a:spcPct val="150000"/>
              </a:lnSpc>
              <a:spcBef>
                <a:spcPct val="0"/>
              </a:spcBef>
              <a:buSzPct val="100000"/>
              <a:defRPr/>
            </a:pPr>
            <a:endParaRPr lang="mn-MN" sz="1400" b="1" dirty="0">
              <a:latin typeface="Arial" pitchFamily="34" charset="0"/>
              <a:cs typeface="Arial" pitchFamily="34" charset="0"/>
            </a:endParaRPr>
          </a:p>
          <a:p>
            <a:pPr marL="1714500" lvl="3" indent="-342900" algn="just">
              <a:lnSpc>
                <a:spcPct val="150000"/>
              </a:lnSpc>
              <a:spcBef>
                <a:spcPct val="0"/>
              </a:spcBef>
              <a:buSzPct val="100000"/>
              <a:defRPr/>
            </a:pPr>
            <a:r>
              <a:rPr lang="en-US" sz="1400" b="1" dirty="0">
                <a:solidFill>
                  <a:srgbClr val="2D18AC"/>
                </a:solidFill>
                <a:latin typeface="Arial" pitchFamily="34" charset="0"/>
                <a:cs typeface="Arial" pitchFamily="34" charset="0"/>
              </a:rPr>
              <a:t>9 </a:t>
            </a:r>
            <a:r>
              <a:rPr lang="mn-MN" sz="1400" b="1" dirty="0">
                <a:solidFill>
                  <a:srgbClr val="2D18AC"/>
                </a:solidFill>
                <a:latin typeface="Arial" pitchFamily="34" charset="0"/>
                <a:cs typeface="Arial" pitchFamily="34" charset="0"/>
              </a:rPr>
              <a:t>бүлэг, </a:t>
            </a:r>
            <a:r>
              <a:rPr lang="en-US" sz="1400" b="1" dirty="0">
                <a:solidFill>
                  <a:srgbClr val="2D18AC"/>
                </a:solidFill>
                <a:latin typeface="Arial" pitchFamily="34" charset="0"/>
                <a:cs typeface="Arial" pitchFamily="34" charset="0"/>
              </a:rPr>
              <a:t>56</a:t>
            </a:r>
            <a:r>
              <a:rPr lang="mn-MN" sz="1400" b="1" dirty="0">
                <a:solidFill>
                  <a:srgbClr val="2D18AC"/>
                </a:solidFill>
                <a:latin typeface="Arial" pitchFamily="34" charset="0"/>
                <a:cs typeface="Arial" pitchFamily="34" charset="0"/>
              </a:rPr>
              <a:t> зүйлтэй</a:t>
            </a:r>
          </a:p>
          <a:p>
            <a:pPr marL="1714500" lvl="3" indent="-342900" algn="just">
              <a:lnSpc>
                <a:spcPct val="150000"/>
              </a:lnSpc>
              <a:spcBef>
                <a:spcPct val="0"/>
              </a:spcBef>
              <a:buSzPct val="100000"/>
              <a:buFont typeface="Wingdings" pitchFamily="2" charset="2"/>
              <a:buChar char="§"/>
              <a:defRPr/>
            </a:pPr>
            <a:r>
              <a:rPr lang="en-US" sz="1200" b="1" dirty="0">
                <a:solidFill>
                  <a:srgbClr val="2D18AC"/>
                </a:solidFill>
                <a:latin typeface="Arial" pitchFamily="34" charset="0"/>
                <a:cs typeface="Arial" pitchFamily="34" charset="0"/>
              </a:rPr>
              <a:t>I</a:t>
            </a:r>
            <a:r>
              <a:rPr lang="mn-MN" sz="1200" b="1" dirty="0">
                <a:solidFill>
                  <a:srgbClr val="2D18AC"/>
                </a:solidFill>
                <a:latin typeface="Arial" pitchFamily="34" charset="0"/>
                <a:cs typeface="Arial" pitchFamily="34" charset="0"/>
              </a:rPr>
              <a:t> бүлэг.	Нийтлэг үндэслэл</a:t>
            </a:r>
            <a:endParaRPr lang="en-US" sz="1200" b="1" dirty="0">
              <a:solidFill>
                <a:srgbClr val="2D18AC"/>
              </a:solidFill>
              <a:latin typeface="Arial" pitchFamily="34" charset="0"/>
              <a:cs typeface="Arial" pitchFamily="34" charset="0"/>
            </a:endParaRPr>
          </a:p>
          <a:p>
            <a:pPr marL="1714500" lvl="3" indent="-342900" algn="just">
              <a:lnSpc>
                <a:spcPct val="150000"/>
              </a:lnSpc>
              <a:spcBef>
                <a:spcPct val="0"/>
              </a:spcBef>
              <a:buSzPct val="100000"/>
              <a:buFont typeface="Wingdings" pitchFamily="2" charset="2"/>
              <a:buChar char="§"/>
              <a:defRPr/>
            </a:pPr>
            <a:r>
              <a:rPr lang="en-US" sz="1200" b="1" dirty="0">
                <a:solidFill>
                  <a:srgbClr val="2D18AC"/>
                </a:solidFill>
                <a:latin typeface="Arial" pitchFamily="34" charset="0"/>
                <a:cs typeface="Arial" pitchFamily="34" charset="0"/>
              </a:rPr>
              <a:t>II</a:t>
            </a:r>
            <a:r>
              <a:rPr lang="mn-MN" sz="1200" b="1" dirty="0">
                <a:solidFill>
                  <a:srgbClr val="2D18AC"/>
                </a:solidFill>
                <a:latin typeface="Arial" pitchFamily="34" charset="0"/>
                <a:cs typeface="Arial" pitchFamily="34" charset="0"/>
              </a:rPr>
              <a:t>  бүлэг.	ШИНЭ БҮТЭЭЛ, АШИГТАЙ ЗАГВАРЫН ХАМГААЛАЛТ</a:t>
            </a:r>
          </a:p>
          <a:p>
            <a:pPr marL="1714500" lvl="3" indent="-342900" algn="just">
              <a:lnSpc>
                <a:spcPct val="150000"/>
              </a:lnSpc>
              <a:spcBef>
                <a:spcPct val="0"/>
              </a:spcBef>
              <a:buSzPct val="100000"/>
              <a:buFont typeface="Wingdings" pitchFamily="2" charset="2"/>
              <a:buChar char="§"/>
              <a:defRPr/>
            </a:pPr>
            <a:r>
              <a:rPr lang="en-US" sz="1200" b="1" dirty="0">
                <a:solidFill>
                  <a:srgbClr val="2D18AC"/>
                </a:solidFill>
                <a:latin typeface="Arial" pitchFamily="34" charset="0"/>
                <a:cs typeface="Arial" pitchFamily="34" charset="0"/>
              </a:rPr>
              <a:t>III</a:t>
            </a:r>
            <a:r>
              <a:rPr lang="mn-MN" sz="1200" b="1" dirty="0">
                <a:solidFill>
                  <a:srgbClr val="2D18AC"/>
                </a:solidFill>
                <a:latin typeface="Arial" pitchFamily="34" charset="0"/>
                <a:cs typeface="Arial" pitchFamily="34" charset="0"/>
              </a:rPr>
              <a:t>  бүлэг.	ШИНЭ БҮТЭЭЛ, АШИГТАЙ ЗАГВАРЫН ПАТЕНТЫН МЭДҮҮЛЭГ, ТҮҮНД ХАЙЛТ, ШҮҮЛТ ХИЙХ</a:t>
            </a:r>
            <a:endParaRPr lang="en-US" sz="1200" b="1" dirty="0">
              <a:solidFill>
                <a:srgbClr val="2D18AC"/>
              </a:solidFill>
              <a:latin typeface="Arial" pitchFamily="34" charset="0"/>
              <a:cs typeface="Arial" pitchFamily="34" charset="0"/>
            </a:endParaRPr>
          </a:p>
          <a:p>
            <a:pPr marL="1714500" lvl="3" indent="-342900" algn="just">
              <a:lnSpc>
                <a:spcPct val="150000"/>
              </a:lnSpc>
              <a:spcBef>
                <a:spcPct val="0"/>
              </a:spcBef>
              <a:buSzPct val="100000"/>
              <a:buFont typeface="Wingdings" pitchFamily="2" charset="2"/>
              <a:buChar char="§"/>
              <a:defRPr/>
            </a:pPr>
            <a:r>
              <a:rPr lang="en-US" sz="1200" b="1" dirty="0">
                <a:solidFill>
                  <a:srgbClr val="2D18AC"/>
                </a:solidFill>
                <a:latin typeface="Arial" pitchFamily="34" charset="0"/>
                <a:cs typeface="Arial" pitchFamily="34" charset="0"/>
              </a:rPr>
              <a:t>IV</a:t>
            </a:r>
            <a:r>
              <a:rPr lang="mn-MN" sz="1200" b="1" dirty="0">
                <a:solidFill>
                  <a:srgbClr val="2D18AC"/>
                </a:solidFill>
                <a:latin typeface="Arial" pitchFamily="34" charset="0"/>
                <a:cs typeface="Arial" pitchFamily="34" charset="0"/>
              </a:rPr>
              <a:t>  бүлэг.	БҮТЭЭГДЭХҮҮНИЙ ЗАГВАРЫН ХАМГААЛАЛТ</a:t>
            </a:r>
          </a:p>
          <a:p>
            <a:pPr marL="1714500" lvl="3" indent="-342900" algn="just">
              <a:lnSpc>
                <a:spcPct val="150000"/>
              </a:lnSpc>
              <a:spcBef>
                <a:spcPct val="0"/>
              </a:spcBef>
              <a:buSzPct val="100000"/>
              <a:buFont typeface="Wingdings" pitchFamily="2" charset="2"/>
              <a:buChar char="§"/>
              <a:defRPr/>
            </a:pPr>
            <a:r>
              <a:rPr lang="en-US" sz="1200" b="1" dirty="0">
                <a:solidFill>
                  <a:srgbClr val="2D18AC"/>
                </a:solidFill>
                <a:latin typeface="Arial" pitchFamily="34" charset="0"/>
                <a:cs typeface="Arial" pitchFamily="34" charset="0"/>
              </a:rPr>
              <a:t>V</a:t>
            </a:r>
            <a:r>
              <a:rPr lang="mn-MN" sz="1200" b="1" dirty="0">
                <a:solidFill>
                  <a:srgbClr val="2D18AC"/>
                </a:solidFill>
                <a:latin typeface="Arial" pitchFamily="34" charset="0"/>
                <a:cs typeface="Arial" pitchFamily="34" charset="0"/>
              </a:rPr>
              <a:t>  бүлэг.	</a:t>
            </a:r>
            <a:r>
              <a:rPr lang="ru-RU" sz="1200" b="1" dirty="0">
                <a:solidFill>
                  <a:srgbClr val="2D18AC"/>
                </a:solidFill>
                <a:latin typeface="Arial" pitchFamily="34" charset="0"/>
                <a:cs typeface="Arial" pitchFamily="34" charset="0"/>
              </a:rPr>
              <a:t>ПАТЕНТ ОЛГОХ, ПАТЕНТЫН ХҮЧИНТЭЙ ХУГАЦАА, ПАТЕНТЫН ХУРААМЖ</a:t>
            </a:r>
            <a:endParaRPr lang="en-US" sz="1200" b="1" dirty="0">
              <a:solidFill>
                <a:srgbClr val="2D18AC"/>
              </a:solidFill>
              <a:latin typeface="Arial" pitchFamily="34" charset="0"/>
              <a:cs typeface="Arial" pitchFamily="34" charset="0"/>
            </a:endParaRPr>
          </a:p>
          <a:p>
            <a:pPr marL="1714500" lvl="3" indent="-342900" algn="just">
              <a:lnSpc>
                <a:spcPct val="150000"/>
              </a:lnSpc>
              <a:spcBef>
                <a:spcPct val="0"/>
              </a:spcBef>
              <a:buSzPct val="100000"/>
              <a:buFont typeface="Wingdings" pitchFamily="2" charset="2"/>
              <a:buChar char="§"/>
              <a:defRPr/>
            </a:pPr>
            <a:r>
              <a:rPr lang="en-US" sz="1200" b="1" dirty="0">
                <a:solidFill>
                  <a:srgbClr val="2D18AC"/>
                </a:solidFill>
                <a:latin typeface="Arial" pitchFamily="34" charset="0"/>
                <a:cs typeface="Arial" pitchFamily="34" charset="0"/>
              </a:rPr>
              <a:t>VI</a:t>
            </a:r>
            <a:r>
              <a:rPr lang="mn-MN" sz="1200" b="1" dirty="0">
                <a:solidFill>
                  <a:srgbClr val="2D18AC"/>
                </a:solidFill>
                <a:latin typeface="Arial" pitchFamily="34" charset="0"/>
                <a:cs typeface="Arial" pitchFamily="34" charset="0"/>
              </a:rPr>
              <a:t>  бүлэг.	ОЛОН УЛСЫН МЭДҮҮЛЭГ</a:t>
            </a:r>
          </a:p>
          <a:p>
            <a:pPr marL="1714500" lvl="3" indent="-342900" algn="just">
              <a:lnSpc>
                <a:spcPct val="150000"/>
              </a:lnSpc>
              <a:spcBef>
                <a:spcPct val="0"/>
              </a:spcBef>
              <a:buSzPct val="100000"/>
              <a:buFont typeface="Wingdings" pitchFamily="2" charset="2"/>
              <a:buChar char="§"/>
              <a:defRPr/>
            </a:pPr>
            <a:r>
              <a:rPr lang="en-US" sz="1200" b="1" dirty="0">
                <a:solidFill>
                  <a:srgbClr val="2D18AC"/>
                </a:solidFill>
                <a:latin typeface="Arial" pitchFamily="34" charset="0"/>
                <a:cs typeface="Arial" pitchFamily="34" charset="0"/>
              </a:rPr>
              <a:t>VII</a:t>
            </a:r>
            <a:r>
              <a:rPr lang="mn-MN" sz="1200" b="1" dirty="0">
                <a:solidFill>
                  <a:srgbClr val="2D18AC"/>
                </a:solidFill>
                <a:latin typeface="Arial" pitchFamily="34" charset="0"/>
                <a:cs typeface="Arial" pitchFamily="34" charset="0"/>
              </a:rPr>
              <a:t>  бүлэг.	ПАТЕНТЫН ЭРХ, ПАТЕНТ ЭЗЭМШИГЧИЙН ЭРХИЙГ ХАМГААЛАХ</a:t>
            </a:r>
          </a:p>
          <a:p>
            <a:pPr marL="1714500" lvl="3" indent="-342900" algn="just">
              <a:lnSpc>
                <a:spcPct val="150000"/>
              </a:lnSpc>
              <a:spcBef>
                <a:spcPct val="0"/>
              </a:spcBef>
              <a:buSzPct val="100000"/>
              <a:buFont typeface="Wingdings" pitchFamily="2" charset="2"/>
              <a:buChar char="§"/>
              <a:defRPr/>
            </a:pPr>
            <a:r>
              <a:rPr lang="en-US" sz="1400" b="1" dirty="0">
                <a:solidFill>
                  <a:srgbClr val="2D18AC"/>
                </a:solidFill>
                <a:latin typeface="Arial" pitchFamily="34" charset="0"/>
                <a:cs typeface="Arial" pitchFamily="34" charset="0"/>
              </a:rPr>
              <a:t>VIII</a:t>
            </a:r>
            <a:r>
              <a:rPr lang="mn-MN" sz="1400" b="1" dirty="0">
                <a:solidFill>
                  <a:srgbClr val="2D18AC"/>
                </a:solidFill>
                <a:latin typeface="Arial" pitchFamily="34" charset="0"/>
                <a:cs typeface="Arial" pitchFamily="34" charset="0"/>
              </a:rPr>
              <a:t>  бүлэг.	</a:t>
            </a:r>
            <a:r>
              <a:rPr lang="mn-MN" sz="1200" b="1" dirty="0">
                <a:solidFill>
                  <a:srgbClr val="2D18AC"/>
                </a:solidFill>
                <a:latin typeface="Arial" pitchFamily="34" charset="0"/>
                <a:cs typeface="Arial" pitchFamily="34" charset="0"/>
              </a:rPr>
              <a:t>ОЮУНЫ ӨМЧИЙН БАЙЦААГЧ, МАРГААН ШИЙДВЭРЛЭХ ЗӨВЛӨЛ</a:t>
            </a:r>
            <a:endParaRPr lang="en-US" sz="1200" b="1" dirty="0">
              <a:solidFill>
                <a:srgbClr val="2D18AC"/>
              </a:solidFill>
              <a:latin typeface="Arial" pitchFamily="34" charset="0"/>
              <a:cs typeface="Arial" pitchFamily="34" charset="0"/>
            </a:endParaRPr>
          </a:p>
          <a:p>
            <a:pPr marL="1714500" lvl="3" indent="-342900" algn="just">
              <a:lnSpc>
                <a:spcPct val="150000"/>
              </a:lnSpc>
              <a:spcBef>
                <a:spcPct val="0"/>
              </a:spcBef>
              <a:buSzPct val="100000"/>
              <a:buFont typeface="Wingdings" pitchFamily="2" charset="2"/>
              <a:buChar char="§"/>
              <a:defRPr/>
            </a:pPr>
            <a:r>
              <a:rPr lang="en-US" sz="1400" b="1" dirty="0">
                <a:solidFill>
                  <a:srgbClr val="2D18AC"/>
                </a:solidFill>
                <a:latin typeface="Arial" pitchFamily="34" charset="0"/>
                <a:cs typeface="Arial" pitchFamily="34" charset="0"/>
              </a:rPr>
              <a:t>IX</a:t>
            </a:r>
            <a:r>
              <a:rPr lang="mn-MN" sz="1400" b="1" dirty="0">
                <a:solidFill>
                  <a:srgbClr val="2D18AC"/>
                </a:solidFill>
                <a:latin typeface="Arial" pitchFamily="34" charset="0"/>
                <a:cs typeface="Arial" pitchFamily="34" charset="0"/>
              </a:rPr>
              <a:t> бүлэг.	</a:t>
            </a:r>
            <a:r>
              <a:rPr lang="mn-MN" sz="1200" b="1" dirty="0">
                <a:solidFill>
                  <a:srgbClr val="2D18AC"/>
                </a:solidFill>
                <a:latin typeface="Arial" pitchFamily="34" charset="0"/>
                <a:cs typeface="Arial" pitchFamily="34" charset="0"/>
              </a:rPr>
              <a:t>БУСАД ЗҮЙЛ</a:t>
            </a:r>
            <a:endParaRPr lang="mn-MN" sz="1400" b="1" dirty="0">
              <a:solidFill>
                <a:srgbClr val="2D18AC"/>
              </a:solidFill>
              <a:latin typeface="Arial" pitchFamily="34" charset="0"/>
              <a:cs typeface="Arial"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785786" y="1446229"/>
            <a:ext cx="7494614" cy="4411663"/>
            <a:chOff x="938186" y="1181100"/>
            <a:chExt cx="7494614" cy="4411663"/>
          </a:xfrm>
        </p:grpSpPr>
        <p:sp>
          <p:nvSpPr>
            <p:cNvPr id="6" name="Rectangle 8"/>
            <p:cNvSpPr txBox="1">
              <a:spLocks noChangeArrowheads="1"/>
            </p:cNvSpPr>
            <p:nvPr/>
          </p:nvSpPr>
          <p:spPr>
            <a:xfrm>
              <a:off x="938186" y="1181100"/>
              <a:ext cx="3632200" cy="41068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80000"/>
                </a:lnSpc>
                <a:spcBef>
                  <a:spcPct val="20000"/>
                </a:spcBef>
                <a:spcAft>
                  <a:spcPts val="0"/>
                </a:spcAft>
                <a:buClr>
                  <a:schemeClr val="tx2"/>
                </a:buClr>
                <a:buSzTx/>
                <a:buFont typeface="Times New Roman" pitchFamily="18" charset="0"/>
                <a:buChar char="®"/>
                <a:tabLst/>
                <a:defRPr/>
              </a:pPr>
              <a:r>
                <a:rPr kumimoji="0" lang="en-US" sz="2800" b="1" i="0" u="none" strike="noStrike" kern="1200" cap="none" spc="0" normalizeH="0" baseline="0" noProof="0">
                  <a:ln>
                    <a:noFill/>
                  </a:ln>
                  <a:solidFill>
                    <a:srgbClr val="2D18AC"/>
                  </a:solidFill>
                  <a:effectLst/>
                  <a:uLnTx/>
                  <a:uFillTx/>
                  <a:latin typeface="Arial Mon" pitchFamily="34" charset="0"/>
                  <a:cs typeface="Arial" pitchFamily="34" charset="0"/>
                </a:rPr>
                <a:t> </a:t>
              </a:r>
              <a:r>
                <a:rPr kumimoji="0" lang="mn-MN" b="1" i="0" u="none" strike="noStrike" kern="1200" cap="none" spc="0" normalizeH="0" baseline="0" noProof="0">
                  <a:ln>
                    <a:noFill/>
                  </a:ln>
                  <a:solidFill>
                    <a:srgbClr val="2D18AC"/>
                  </a:solidFill>
                  <a:effectLst/>
                  <a:uLnTx/>
                  <a:uFillTx/>
                  <a:latin typeface="Arial" pitchFamily="34" charset="0"/>
                  <a:cs typeface="Arial" pitchFamily="34" charset="0"/>
                </a:rPr>
                <a:t>Аж үйлдвэрийн өмч</a:t>
              </a:r>
              <a:endParaRPr kumimoji="0" lang="en-US" sz="2800" b="1" i="0" u="none" strike="noStrike" kern="1200" cap="none" spc="0" normalizeH="0" baseline="0" noProof="0">
                <a:ln>
                  <a:noFill/>
                </a:ln>
                <a:solidFill>
                  <a:srgbClr val="2D18AC"/>
                </a:solidFill>
                <a:effectLst/>
                <a:uLnTx/>
                <a:uFillTx/>
                <a:latin typeface="Arial" pitchFamily="34" charset="0"/>
                <a:cs typeface="Arial" pitchFamily="34" charset="0"/>
              </a:endParaRPr>
            </a:p>
            <a:p>
              <a:pPr marL="342900" marR="0" lvl="0" indent="-342900" algn="l" defTabSz="914400" rtl="0" eaLnBrk="1" fontAlgn="auto" latinLnBrk="0" hangingPunct="1">
                <a:lnSpc>
                  <a:spcPct val="80000"/>
                </a:lnSpc>
                <a:spcBef>
                  <a:spcPct val="20000"/>
                </a:spcBef>
                <a:spcAft>
                  <a:spcPts val="0"/>
                </a:spcAft>
                <a:buSzTx/>
                <a:tabLst/>
                <a:defRPr/>
              </a:pPr>
              <a:endParaRPr kumimoji="0" lang="en-US" sz="1050" b="1" i="0" u="none" strike="noStrike" kern="1200" cap="none" spc="0" normalizeH="0" baseline="0" noProof="0">
                <a:ln>
                  <a:noFill/>
                </a:ln>
                <a:effectLst/>
                <a:uLnTx/>
                <a:uFillTx/>
                <a:latin typeface="Arial Mon" pitchFamily="34" charset="0"/>
                <a:cs typeface="Arial" pitchFamily="34" charset="0"/>
              </a:endParaRPr>
            </a:p>
            <a:p>
              <a:pPr marL="742950" marR="0" lvl="1" indent="-285750" algn="l" defTabSz="914400" rtl="0" eaLnBrk="1" fontAlgn="auto" latinLnBrk="0" hangingPunct="1">
                <a:lnSpc>
                  <a:spcPct val="150000"/>
                </a:lnSpc>
                <a:spcBef>
                  <a:spcPct val="20000"/>
                </a:spcBef>
                <a:spcAft>
                  <a:spcPts val="0"/>
                </a:spcAft>
                <a:buSzTx/>
                <a:buFont typeface="Wingdings" pitchFamily="2" charset="2"/>
                <a:buChar char="§"/>
                <a:tabLst/>
                <a:defRPr/>
              </a:pPr>
              <a:r>
                <a:rPr kumimoji="0" lang="mn-MN" b="1" i="0" u="none" strike="noStrike" kern="1200" cap="none" spc="0" normalizeH="0" baseline="0" noProof="0">
                  <a:ln>
                    <a:noFill/>
                  </a:ln>
                  <a:effectLst/>
                  <a:uLnTx/>
                  <a:uFillTx/>
                  <a:latin typeface="Arial" pitchFamily="34" charset="0"/>
                  <a:cs typeface="Arial" pitchFamily="34" charset="0"/>
                </a:rPr>
                <a:t>Шинэ бүтээл</a:t>
              </a:r>
              <a:endParaRPr kumimoji="0" lang="en-US" b="1" i="0" u="none" strike="noStrike" kern="1200" cap="none" spc="0" normalizeH="0" baseline="0" noProof="0">
                <a:ln>
                  <a:noFill/>
                </a:ln>
                <a:effectLst/>
                <a:uLnTx/>
                <a:uFillTx/>
                <a:latin typeface="Arial" pitchFamily="34" charset="0"/>
                <a:cs typeface="Arial" pitchFamily="34" charset="0"/>
              </a:endParaRPr>
            </a:p>
            <a:p>
              <a:pPr marL="742950" marR="0" lvl="1" indent="-285750" algn="l" defTabSz="914400" rtl="0" eaLnBrk="1" fontAlgn="auto" latinLnBrk="0" hangingPunct="1">
                <a:lnSpc>
                  <a:spcPct val="150000"/>
                </a:lnSpc>
                <a:spcBef>
                  <a:spcPct val="20000"/>
                </a:spcBef>
                <a:spcAft>
                  <a:spcPts val="0"/>
                </a:spcAft>
                <a:buSzTx/>
                <a:buFont typeface="Wingdings" pitchFamily="2" charset="2"/>
                <a:buChar char="§"/>
                <a:tabLst/>
                <a:defRPr/>
              </a:pPr>
              <a:r>
                <a:rPr kumimoji="0" lang="mn-MN" b="1" i="0" u="none" strike="noStrike" kern="1200" cap="none" spc="0" normalizeH="0" baseline="0" noProof="0">
                  <a:ln>
                    <a:noFill/>
                  </a:ln>
                  <a:effectLst/>
                  <a:uLnTx/>
                  <a:uFillTx/>
                  <a:latin typeface="Arial" pitchFamily="34" charset="0"/>
                  <a:cs typeface="Arial" pitchFamily="34" charset="0"/>
                </a:rPr>
                <a:t>Бүтээгдэхүүний загвар</a:t>
              </a:r>
              <a:endParaRPr kumimoji="0" lang="en-US" b="1" i="0" u="none" strike="noStrike" kern="1200" cap="none" spc="0" normalizeH="0" baseline="0" noProof="0">
                <a:ln>
                  <a:noFill/>
                </a:ln>
                <a:effectLst/>
                <a:uLnTx/>
                <a:uFillTx/>
                <a:latin typeface="Arial" pitchFamily="34" charset="0"/>
                <a:cs typeface="Arial" pitchFamily="34" charset="0"/>
              </a:endParaRPr>
            </a:p>
            <a:p>
              <a:pPr marL="742950" marR="0" lvl="1" indent="-285750" algn="l" defTabSz="914400" rtl="0" eaLnBrk="1" fontAlgn="auto" latinLnBrk="0" hangingPunct="1">
                <a:lnSpc>
                  <a:spcPct val="150000"/>
                </a:lnSpc>
                <a:spcBef>
                  <a:spcPct val="20000"/>
                </a:spcBef>
                <a:spcAft>
                  <a:spcPts val="0"/>
                </a:spcAft>
                <a:buSzTx/>
                <a:buFont typeface="Wingdings" pitchFamily="2" charset="2"/>
                <a:buChar char="§"/>
                <a:tabLst/>
                <a:defRPr/>
              </a:pPr>
              <a:r>
                <a:rPr kumimoji="0" lang="mn-MN" b="1" i="0" u="none" strike="noStrike" kern="1200" cap="none" spc="0" normalizeH="0" baseline="0" noProof="0">
                  <a:ln>
                    <a:noFill/>
                  </a:ln>
                  <a:effectLst/>
                  <a:uLnTx/>
                  <a:uFillTx/>
                  <a:latin typeface="Arial" pitchFamily="34" charset="0"/>
                  <a:cs typeface="Arial" pitchFamily="34" charset="0"/>
                </a:rPr>
                <a:t>Ашигтай загвар</a:t>
              </a:r>
              <a:endParaRPr kumimoji="0" lang="en-US" b="1" i="0" u="none" strike="noStrike" kern="1200" cap="none" spc="0" normalizeH="0" baseline="0" noProof="0">
                <a:ln>
                  <a:noFill/>
                </a:ln>
                <a:effectLst/>
                <a:uLnTx/>
                <a:uFillTx/>
                <a:latin typeface="Arial" pitchFamily="34" charset="0"/>
                <a:cs typeface="Arial" pitchFamily="34" charset="0"/>
              </a:endParaRPr>
            </a:p>
            <a:p>
              <a:pPr marL="742950" marR="0" lvl="1" indent="-285750" algn="l" defTabSz="914400" rtl="0" eaLnBrk="1" fontAlgn="auto" latinLnBrk="0" hangingPunct="1">
                <a:lnSpc>
                  <a:spcPct val="150000"/>
                </a:lnSpc>
                <a:spcBef>
                  <a:spcPct val="20000"/>
                </a:spcBef>
                <a:spcAft>
                  <a:spcPts val="0"/>
                </a:spcAft>
                <a:buSzTx/>
                <a:buFont typeface="Wingdings" pitchFamily="2" charset="2"/>
                <a:buChar char="§"/>
                <a:tabLst/>
                <a:defRPr/>
              </a:pPr>
              <a:r>
                <a:rPr kumimoji="0" lang="mn-MN" b="1" i="0" u="none" strike="noStrike" kern="1200" cap="none" spc="0" normalizeH="0" baseline="0" noProof="0">
                  <a:ln>
                    <a:noFill/>
                  </a:ln>
                  <a:effectLst/>
                  <a:uLnTx/>
                  <a:uFillTx/>
                  <a:latin typeface="Arial" pitchFamily="34" charset="0"/>
                  <a:cs typeface="Arial" pitchFamily="34" charset="0"/>
                </a:rPr>
                <a:t>Барааны тэмдэг</a:t>
              </a:r>
              <a:endParaRPr kumimoji="0" lang="en-US" b="1" i="0" u="none" strike="noStrike" kern="1200" cap="none" spc="0" normalizeH="0" baseline="0" noProof="0">
                <a:ln>
                  <a:noFill/>
                </a:ln>
                <a:effectLst/>
                <a:uLnTx/>
                <a:uFillTx/>
                <a:latin typeface="Arial" pitchFamily="34" charset="0"/>
                <a:cs typeface="Arial" pitchFamily="34" charset="0"/>
              </a:endParaRPr>
            </a:p>
            <a:p>
              <a:pPr marL="742950" marR="0" lvl="1" indent="-285750" algn="l" defTabSz="914400" rtl="0" eaLnBrk="1" fontAlgn="auto" latinLnBrk="0" hangingPunct="1">
                <a:lnSpc>
                  <a:spcPct val="150000"/>
                </a:lnSpc>
                <a:spcBef>
                  <a:spcPct val="20000"/>
                </a:spcBef>
                <a:spcAft>
                  <a:spcPts val="0"/>
                </a:spcAft>
                <a:buSzTx/>
                <a:buFont typeface="Wingdings" pitchFamily="2" charset="2"/>
                <a:buChar char="§"/>
                <a:tabLst/>
                <a:defRPr/>
              </a:pPr>
              <a:r>
                <a:rPr kumimoji="0" lang="mn-MN" b="1" i="0" u="none" strike="noStrike" kern="1200" cap="none" spc="0" normalizeH="0" baseline="0" noProof="0">
                  <a:ln>
                    <a:noFill/>
                  </a:ln>
                  <a:effectLst/>
                  <a:uLnTx/>
                  <a:uFillTx/>
                  <a:latin typeface="Arial" pitchFamily="34" charset="0"/>
                  <a:cs typeface="Arial" pitchFamily="34" charset="0"/>
                </a:rPr>
                <a:t>Газар зүйн заалт</a:t>
              </a:r>
              <a:endParaRPr kumimoji="0" lang="en-US" b="1" i="0" u="none" strike="noStrike" kern="1200" cap="none" spc="0" normalizeH="0" baseline="0" noProof="0">
                <a:ln>
                  <a:noFill/>
                </a:ln>
                <a:effectLst/>
                <a:uLnTx/>
                <a:uFillTx/>
                <a:latin typeface="Arial" pitchFamily="34" charset="0"/>
                <a:cs typeface="Arial" pitchFamily="34" charset="0"/>
              </a:endParaRPr>
            </a:p>
            <a:p>
              <a:pPr marL="742950" marR="0" lvl="1" indent="-285750" algn="l" defTabSz="914400" rtl="0" eaLnBrk="1" fontAlgn="auto" latinLnBrk="0" hangingPunct="1">
                <a:spcBef>
                  <a:spcPct val="20000"/>
                </a:spcBef>
                <a:spcAft>
                  <a:spcPts val="0"/>
                </a:spcAft>
                <a:buSzTx/>
                <a:buFont typeface="Wingdings" pitchFamily="2" charset="2"/>
                <a:buChar char="§"/>
                <a:tabLst/>
                <a:defRPr/>
              </a:pPr>
              <a:endParaRPr kumimoji="0" lang="en-US" b="0" i="0" u="none" strike="noStrike" kern="1200" cap="none" spc="0" normalizeH="0" baseline="0" noProof="0">
                <a:ln>
                  <a:noFill/>
                </a:ln>
                <a:effectLst/>
                <a:uLnTx/>
                <a:uFillTx/>
                <a:latin typeface="Arial" pitchFamily="34" charset="0"/>
                <a:cs typeface="Arial" pitchFamily="34" charset="0"/>
              </a:endParaRPr>
            </a:p>
            <a:p>
              <a:pPr marL="342900" marR="0" lvl="0" indent="-342900" algn="l" defTabSz="914400" rtl="0" eaLnBrk="1" fontAlgn="auto" latinLnBrk="0" hangingPunct="1">
                <a:lnSpc>
                  <a:spcPct val="80000"/>
                </a:lnSpc>
                <a:spcBef>
                  <a:spcPct val="20000"/>
                </a:spcBef>
                <a:spcAft>
                  <a:spcPts val="0"/>
                </a:spcAft>
                <a:buSzTx/>
                <a:buFont typeface="Wingdings" pitchFamily="2" charset="2"/>
                <a:buChar char="§"/>
                <a:tabLst/>
                <a:defRPr/>
              </a:pPr>
              <a:endParaRPr kumimoji="0" lang="en-US" b="0" i="0" u="none" strike="noStrike" kern="1200" cap="none" spc="0" normalizeH="0" baseline="0" noProof="0">
                <a:ln>
                  <a:noFill/>
                </a:ln>
                <a:effectLst/>
                <a:uLnTx/>
                <a:uFillTx/>
                <a:latin typeface="Arial Mon" pitchFamily="34" charset="0"/>
                <a:cs typeface="Arial" pitchFamily="34" charset="0"/>
              </a:endParaRPr>
            </a:p>
          </p:txBody>
        </p:sp>
        <p:sp>
          <p:nvSpPr>
            <p:cNvPr id="7" name="Rectangle 9"/>
            <p:cNvSpPr txBox="1">
              <a:spLocks noChangeArrowheads="1"/>
            </p:cNvSpPr>
            <p:nvPr/>
          </p:nvSpPr>
          <p:spPr>
            <a:xfrm>
              <a:off x="4938714" y="1193800"/>
              <a:ext cx="3494086" cy="4398963"/>
            </a:xfrm>
            <a:prstGeom prst="rect">
              <a:avLst/>
            </a:prstGeom>
          </p:spPr>
          <p:txBody>
            <a:bodyPr/>
            <a:lstStyle/>
            <a:p>
              <a:pPr marL="342900" marR="0" lvl="0" indent="-342900" algn="l" defTabSz="914400" rtl="0" eaLnBrk="1" fontAlgn="auto" latinLnBrk="0" hangingPunct="1">
                <a:lnSpc>
                  <a:spcPct val="80000"/>
                </a:lnSpc>
                <a:spcBef>
                  <a:spcPct val="20000"/>
                </a:spcBef>
                <a:spcAft>
                  <a:spcPts val="0"/>
                </a:spcAft>
                <a:buSzTx/>
                <a:buFont typeface="Arial" pitchFamily="34" charset="0"/>
                <a:buChar char="©"/>
                <a:tabLst/>
                <a:defRPr/>
              </a:pPr>
              <a:r>
                <a:rPr kumimoji="0" lang="en-US" sz="2800" b="1" i="0" u="none" strike="noStrike" kern="1200" cap="none" spc="0" normalizeH="0" baseline="0" noProof="0">
                  <a:ln>
                    <a:noFill/>
                  </a:ln>
                  <a:solidFill>
                    <a:srgbClr val="2D18AC"/>
                  </a:solidFill>
                  <a:effectLst/>
                  <a:uLnTx/>
                  <a:uFillTx/>
                  <a:latin typeface="Arial" pitchFamily="34" charset="0"/>
                  <a:cs typeface="Arial" pitchFamily="34" charset="0"/>
                </a:rPr>
                <a:t> </a:t>
              </a:r>
              <a:r>
                <a:rPr kumimoji="0" lang="mn-MN" b="1" i="0" u="none" strike="noStrike" kern="1200" cap="none" spc="0" normalizeH="0" baseline="0" noProof="0">
                  <a:ln>
                    <a:noFill/>
                  </a:ln>
                  <a:solidFill>
                    <a:srgbClr val="2D18AC"/>
                  </a:solidFill>
                  <a:effectLst/>
                  <a:uLnTx/>
                  <a:uFillTx/>
                  <a:latin typeface="Arial" pitchFamily="34" charset="0"/>
                  <a:cs typeface="Arial" pitchFamily="34" charset="0"/>
                </a:rPr>
                <a:t>Зохиогчийн эрх</a:t>
              </a:r>
              <a:endParaRPr kumimoji="0" lang="en-US" sz="2800" b="1" i="0" u="none" strike="noStrike" kern="1200" cap="none" spc="0" normalizeH="0" baseline="0" noProof="0">
                <a:ln>
                  <a:noFill/>
                </a:ln>
                <a:solidFill>
                  <a:srgbClr val="2D18AC"/>
                </a:solidFill>
                <a:effectLst/>
                <a:uLnTx/>
                <a:uFillTx/>
                <a:latin typeface="Arial" pitchFamily="34" charset="0"/>
                <a:cs typeface="Arial" pitchFamily="34" charset="0"/>
              </a:endParaRPr>
            </a:p>
            <a:p>
              <a:pPr marL="342900" marR="0" lvl="0" indent="-342900" algn="l" defTabSz="914400" rtl="0" eaLnBrk="1" fontAlgn="auto" latinLnBrk="0" hangingPunct="1">
                <a:lnSpc>
                  <a:spcPct val="80000"/>
                </a:lnSpc>
                <a:spcBef>
                  <a:spcPct val="20000"/>
                </a:spcBef>
                <a:spcAft>
                  <a:spcPts val="0"/>
                </a:spcAft>
                <a:buClr>
                  <a:srgbClr val="FFFF00"/>
                </a:buClr>
                <a:buSzTx/>
                <a:buFont typeface="Times New Roman Mon" pitchFamily="18" charset="0"/>
                <a:buNone/>
                <a:tabLst/>
                <a:defRPr/>
              </a:pPr>
              <a:endParaRPr kumimoji="0" lang="en-US" sz="1600" b="1" i="0" u="none" strike="noStrike" kern="1200" cap="none" spc="0" normalizeH="0" baseline="0" noProof="0">
                <a:ln>
                  <a:noFill/>
                </a:ln>
                <a:effectLst/>
                <a:uLnTx/>
                <a:uFillTx/>
                <a:latin typeface="Arial" pitchFamily="34" charset="0"/>
                <a:cs typeface="Arial" pitchFamily="34" charset="0"/>
              </a:endParaRPr>
            </a:p>
            <a:p>
              <a:pPr marL="742950" marR="0" lvl="1" indent="-285750" algn="l" defTabSz="914400" rtl="0" eaLnBrk="1" fontAlgn="auto" latinLnBrk="0" hangingPunct="1">
                <a:lnSpc>
                  <a:spcPct val="80000"/>
                </a:lnSpc>
                <a:spcBef>
                  <a:spcPct val="20000"/>
                </a:spcBef>
                <a:spcAft>
                  <a:spcPts val="0"/>
                </a:spcAft>
                <a:buSzTx/>
                <a:buFont typeface="Wingdings" pitchFamily="2" charset="2"/>
                <a:buChar char="§"/>
                <a:tabLst/>
                <a:defRPr/>
              </a:pPr>
              <a:r>
                <a:rPr kumimoji="0" lang="mn-MN" b="1" i="0" u="none" strike="noStrike" kern="1200" cap="none" spc="0" normalizeH="0" baseline="0" noProof="0">
                  <a:ln>
                    <a:noFill/>
                  </a:ln>
                  <a:effectLst/>
                  <a:uLnTx/>
                  <a:uFillTx/>
                  <a:latin typeface="Arial" pitchFamily="34" charset="0"/>
                  <a:cs typeface="Arial" pitchFamily="34" charset="0"/>
                </a:rPr>
                <a:t>Ном туурвил</a:t>
              </a:r>
              <a:endParaRPr kumimoji="0" lang="en-US" b="1" i="0" u="none" strike="noStrike" kern="1200" cap="none" spc="0" normalizeH="0" baseline="0" noProof="0">
                <a:ln>
                  <a:noFill/>
                </a:ln>
                <a:effectLst/>
                <a:uLnTx/>
                <a:uFillTx/>
                <a:latin typeface="Arial" pitchFamily="34" charset="0"/>
                <a:cs typeface="Arial" pitchFamily="34" charset="0"/>
              </a:endParaRPr>
            </a:p>
            <a:p>
              <a:pPr marL="742950" marR="0" lvl="1" indent="-285750" algn="l" defTabSz="914400" rtl="0" eaLnBrk="1" fontAlgn="auto" latinLnBrk="0" hangingPunct="1">
                <a:lnSpc>
                  <a:spcPct val="80000"/>
                </a:lnSpc>
                <a:spcBef>
                  <a:spcPct val="20000"/>
                </a:spcBef>
                <a:spcAft>
                  <a:spcPts val="0"/>
                </a:spcAft>
                <a:buSzTx/>
                <a:buFont typeface="Wingdings" pitchFamily="2" charset="2"/>
                <a:buChar char="§"/>
                <a:tabLst/>
                <a:defRPr/>
              </a:pPr>
              <a:r>
                <a:rPr kumimoji="0" lang="mn-MN" b="1" i="0" u="none" strike="noStrike" kern="1200" cap="none" spc="0" normalizeH="0" baseline="0" noProof="0">
                  <a:ln>
                    <a:noFill/>
                  </a:ln>
                  <a:effectLst/>
                  <a:uLnTx/>
                  <a:uFillTx/>
                  <a:latin typeface="Arial" pitchFamily="34" charset="0"/>
                  <a:cs typeface="Arial" pitchFamily="34" charset="0"/>
                </a:rPr>
                <a:t>Дуу хөгжим</a:t>
              </a:r>
              <a:endParaRPr kumimoji="0" lang="en-US" b="1" i="0" u="none" strike="noStrike" kern="1200" cap="none" spc="0" normalizeH="0" baseline="0" noProof="0">
                <a:ln>
                  <a:noFill/>
                </a:ln>
                <a:effectLst/>
                <a:uLnTx/>
                <a:uFillTx/>
                <a:latin typeface="Arial" pitchFamily="34" charset="0"/>
                <a:cs typeface="Arial" pitchFamily="34" charset="0"/>
              </a:endParaRPr>
            </a:p>
            <a:p>
              <a:pPr marL="742950" marR="0" lvl="1" indent="-285750" algn="l" defTabSz="914400" rtl="0" eaLnBrk="1" fontAlgn="auto" latinLnBrk="0" hangingPunct="1">
                <a:lnSpc>
                  <a:spcPct val="80000"/>
                </a:lnSpc>
                <a:spcBef>
                  <a:spcPct val="20000"/>
                </a:spcBef>
                <a:spcAft>
                  <a:spcPts val="0"/>
                </a:spcAft>
                <a:buSzTx/>
                <a:buFont typeface="Wingdings" pitchFamily="2" charset="2"/>
                <a:buChar char="§"/>
                <a:tabLst/>
                <a:defRPr/>
              </a:pPr>
              <a:r>
                <a:rPr kumimoji="0" lang="mn-MN" b="1" i="0" u="none" strike="noStrike" kern="1200" cap="none" spc="0" normalizeH="0" baseline="0" noProof="0">
                  <a:ln>
                    <a:noFill/>
                  </a:ln>
                  <a:effectLst/>
                  <a:uLnTx/>
                  <a:uFillTx/>
                  <a:latin typeface="Arial" pitchFamily="34" charset="0"/>
                  <a:cs typeface="Arial" pitchFamily="34" charset="0"/>
                </a:rPr>
                <a:t>Дүрслэх урлагийн бүтээл</a:t>
              </a:r>
              <a:endParaRPr kumimoji="0" lang="en-US" b="1" i="0" u="none" strike="noStrike" kern="1200" cap="none" spc="0" normalizeH="0" baseline="0" noProof="0">
                <a:ln>
                  <a:noFill/>
                </a:ln>
                <a:effectLst/>
                <a:uLnTx/>
                <a:uFillTx/>
                <a:latin typeface="Arial" pitchFamily="34" charset="0"/>
                <a:cs typeface="Arial" pitchFamily="34" charset="0"/>
              </a:endParaRPr>
            </a:p>
            <a:p>
              <a:pPr marL="742950" marR="0" lvl="1" indent="-285750" algn="l" defTabSz="914400" rtl="0" eaLnBrk="1" fontAlgn="auto" latinLnBrk="0" hangingPunct="1">
                <a:lnSpc>
                  <a:spcPct val="80000"/>
                </a:lnSpc>
                <a:spcBef>
                  <a:spcPct val="20000"/>
                </a:spcBef>
                <a:spcAft>
                  <a:spcPts val="0"/>
                </a:spcAft>
                <a:buSzTx/>
                <a:buFont typeface="Wingdings" pitchFamily="2" charset="2"/>
                <a:buChar char="§"/>
                <a:tabLst/>
                <a:defRPr/>
              </a:pPr>
              <a:r>
                <a:rPr kumimoji="0" lang="mn-MN" b="1" i="0" u="none" strike="noStrike" kern="1200" cap="none" spc="0" normalizeH="0" baseline="0" noProof="0">
                  <a:ln>
                    <a:noFill/>
                  </a:ln>
                  <a:effectLst/>
                  <a:uLnTx/>
                  <a:uFillTx/>
                  <a:latin typeface="Arial" pitchFamily="34" charset="0"/>
                  <a:cs typeface="Arial" pitchFamily="34" charset="0"/>
                </a:rPr>
                <a:t>Архитектурын бүтээл</a:t>
              </a:r>
              <a:endParaRPr kumimoji="0" lang="en-US" b="1" i="0" u="none" strike="noStrike" kern="1200" cap="none" spc="0" normalizeH="0" baseline="0" noProof="0">
                <a:ln>
                  <a:noFill/>
                </a:ln>
                <a:effectLst/>
                <a:uLnTx/>
                <a:uFillTx/>
                <a:latin typeface="Arial" pitchFamily="34" charset="0"/>
                <a:cs typeface="Arial" pitchFamily="34" charset="0"/>
              </a:endParaRPr>
            </a:p>
            <a:p>
              <a:pPr marL="742950" marR="0" lvl="1" indent="-285750" algn="l" defTabSz="914400" rtl="0" eaLnBrk="1" fontAlgn="auto" latinLnBrk="0" hangingPunct="1">
                <a:lnSpc>
                  <a:spcPct val="80000"/>
                </a:lnSpc>
                <a:spcBef>
                  <a:spcPct val="20000"/>
                </a:spcBef>
                <a:spcAft>
                  <a:spcPts val="0"/>
                </a:spcAft>
                <a:buSzTx/>
                <a:buFont typeface="Wingdings" pitchFamily="2" charset="2"/>
                <a:buChar char="§"/>
                <a:tabLst/>
                <a:defRPr/>
              </a:pPr>
              <a:r>
                <a:rPr kumimoji="0" lang="mn-MN" b="1" i="0" u="none" strike="noStrike" kern="1200" cap="none" spc="0" normalizeH="0" baseline="0" noProof="0">
                  <a:ln>
                    <a:noFill/>
                  </a:ln>
                  <a:effectLst/>
                  <a:uLnTx/>
                  <a:uFillTx/>
                  <a:latin typeface="Arial" pitchFamily="34" charset="0"/>
                  <a:cs typeface="Arial" pitchFamily="34" charset="0"/>
                </a:rPr>
                <a:t>Бүжиг</a:t>
              </a:r>
              <a:endParaRPr kumimoji="0" lang="en-US" b="1" i="0" u="none" strike="noStrike" kern="1200" cap="none" spc="0" normalizeH="0" baseline="0" noProof="0">
                <a:ln>
                  <a:noFill/>
                </a:ln>
                <a:effectLst/>
                <a:uLnTx/>
                <a:uFillTx/>
                <a:latin typeface="Arial" pitchFamily="34" charset="0"/>
                <a:cs typeface="Arial" pitchFamily="34" charset="0"/>
              </a:endParaRPr>
            </a:p>
            <a:p>
              <a:pPr marL="742950" marR="0" lvl="1" indent="-285750" algn="l" defTabSz="914400" rtl="0" eaLnBrk="1" fontAlgn="auto" latinLnBrk="0" hangingPunct="1">
                <a:lnSpc>
                  <a:spcPct val="80000"/>
                </a:lnSpc>
                <a:spcBef>
                  <a:spcPct val="20000"/>
                </a:spcBef>
                <a:spcAft>
                  <a:spcPts val="0"/>
                </a:spcAft>
                <a:buSzTx/>
                <a:buFont typeface="Wingdings" pitchFamily="2" charset="2"/>
                <a:buChar char="§"/>
                <a:tabLst/>
                <a:defRPr/>
              </a:pPr>
              <a:r>
                <a:rPr kumimoji="0" lang="mn-MN" b="1" i="0" u="none" strike="noStrike" kern="1200" cap="none" spc="0" normalizeH="0" baseline="0" noProof="0">
                  <a:ln>
                    <a:noFill/>
                  </a:ln>
                  <a:effectLst/>
                  <a:uLnTx/>
                  <a:uFillTx/>
                  <a:latin typeface="Arial" pitchFamily="34" charset="0"/>
                  <a:cs typeface="Arial" pitchFamily="34" charset="0"/>
                </a:rPr>
                <a:t>Жүжиг</a:t>
              </a:r>
              <a:endParaRPr kumimoji="0" lang="en-US" b="1" i="0" u="none" strike="noStrike" kern="1200" cap="none" spc="0" normalizeH="0" baseline="0" noProof="0">
                <a:ln>
                  <a:noFill/>
                </a:ln>
                <a:effectLst/>
                <a:uLnTx/>
                <a:uFillTx/>
                <a:latin typeface="Arial" pitchFamily="34" charset="0"/>
                <a:cs typeface="Arial" pitchFamily="34" charset="0"/>
              </a:endParaRPr>
            </a:p>
            <a:p>
              <a:pPr marL="742950" marR="0" lvl="1" indent="-285750" algn="l" defTabSz="914400" rtl="0" eaLnBrk="1" fontAlgn="auto" latinLnBrk="0" hangingPunct="1">
                <a:lnSpc>
                  <a:spcPct val="80000"/>
                </a:lnSpc>
                <a:spcBef>
                  <a:spcPct val="20000"/>
                </a:spcBef>
                <a:spcAft>
                  <a:spcPts val="0"/>
                </a:spcAft>
                <a:buSzTx/>
                <a:buFont typeface="Wingdings" pitchFamily="2" charset="2"/>
                <a:buChar char="§"/>
                <a:tabLst/>
                <a:defRPr/>
              </a:pPr>
              <a:r>
                <a:rPr kumimoji="0" lang="mn-MN" b="1" i="0" u="none" strike="noStrike" kern="1200" cap="none" spc="0" normalizeH="0" baseline="0" noProof="0">
                  <a:ln>
                    <a:noFill/>
                  </a:ln>
                  <a:effectLst/>
                  <a:uLnTx/>
                  <a:uFillTx/>
                  <a:latin typeface="Arial" pitchFamily="34" charset="0"/>
                  <a:cs typeface="Arial" pitchFamily="34" charset="0"/>
                </a:rPr>
                <a:t>Кино</a:t>
              </a:r>
              <a:endParaRPr kumimoji="0" lang="en-US" b="1" i="0" u="none" strike="noStrike" kern="1200" cap="none" spc="0" normalizeH="0" baseline="0" noProof="0">
                <a:ln>
                  <a:noFill/>
                </a:ln>
                <a:effectLst/>
                <a:uLnTx/>
                <a:uFillTx/>
                <a:latin typeface="Arial" pitchFamily="34" charset="0"/>
                <a:cs typeface="Arial" pitchFamily="34" charset="0"/>
              </a:endParaRPr>
            </a:p>
            <a:p>
              <a:pPr marL="742950" marR="0" lvl="1" indent="-285750" algn="l" defTabSz="914400" rtl="0" eaLnBrk="1" fontAlgn="auto" latinLnBrk="0" hangingPunct="1">
                <a:lnSpc>
                  <a:spcPct val="80000"/>
                </a:lnSpc>
                <a:spcBef>
                  <a:spcPct val="20000"/>
                </a:spcBef>
                <a:spcAft>
                  <a:spcPts val="0"/>
                </a:spcAft>
                <a:buSzTx/>
                <a:buFont typeface="Wingdings" pitchFamily="2" charset="2"/>
                <a:buChar char="§"/>
                <a:tabLst/>
                <a:defRPr/>
              </a:pPr>
              <a:r>
                <a:rPr kumimoji="0" lang="mn-MN" b="1" i="0" u="none" strike="noStrike" kern="1200" cap="none" spc="0" normalizeH="0" baseline="0" noProof="0">
                  <a:ln>
                    <a:noFill/>
                  </a:ln>
                  <a:effectLst/>
                  <a:uLnTx/>
                  <a:uFillTx/>
                  <a:latin typeface="Arial" pitchFamily="34" charset="0"/>
                  <a:cs typeface="Arial" pitchFamily="34" charset="0"/>
                </a:rPr>
                <a:t>Гэрэл зураг</a:t>
              </a:r>
              <a:endParaRPr kumimoji="0" lang="en-US" b="1" i="0" u="none" strike="noStrike" kern="1200" cap="none" spc="0" normalizeH="0" baseline="0" noProof="0">
                <a:ln>
                  <a:noFill/>
                </a:ln>
                <a:effectLst/>
                <a:uLnTx/>
                <a:uFillTx/>
                <a:latin typeface="Arial" pitchFamily="34" charset="0"/>
                <a:cs typeface="Arial" pitchFamily="34" charset="0"/>
              </a:endParaRPr>
            </a:p>
            <a:p>
              <a:pPr marL="742950" marR="0" lvl="1" indent="-285750" algn="l" defTabSz="914400" rtl="0" eaLnBrk="1" fontAlgn="auto" latinLnBrk="0" hangingPunct="1">
                <a:lnSpc>
                  <a:spcPct val="80000"/>
                </a:lnSpc>
                <a:spcBef>
                  <a:spcPct val="20000"/>
                </a:spcBef>
                <a:spcAft>
                  <a:spcPts val="0"/>
                </a:spcAft>
                <a:buSzTx/>
                <a:buFont typeface="Wingdings" pitchFamily="2" charset="2"/>
                <a:buChar char="§"/>
                <a:tabLst/>
                <a:defRPr/>
              </a:pPr>
              <a:r>
                <a:rPr kumimoji="0" lang="mn-MN" b="1" i="0" u="none" strike="noStrike" kern="1200" cap="none" spc="0" normalizeH="0" baseline="0" noProof="0">
                  <a:ln>
                    <a:noFill/>
                  </a:ln>
                  <a:effectLst/>
                  <a:uLnTx/>
                  <a:uFillTx/>
                  <a:latin typeface="Arial" pitchFamily="34" charset="0"/>
                  <a:cs typeface="Arial" pitchFamily="34" charset="0"/>
                </a:rPr>
                <a:t>Компьютерийн программ</a:t>
              </a:r>
              <a:endParaRPr kumimoji="0" lang="en-US" b="1" i="0" u="none" strike="noStrike" kern="1200" cap="none" spc="0" normalizeH="0" baseline="0" noProof="0">
                <a:ln>
                  <a:noFill/>
                </a:ln>
                <a:effectLst/>
                <a:uLnTx/>
                <a:uFillTx/>
                <a:latin typeface="Arial" pitchFamily="34" charset="0"/>
                <a:cs typeface="Arial" pitchFamily="34" charset="0"/>
              </a:endParaRPr>
            </a:p>
            <a:p>
              <a:pPr marL="742950" marR="0" lvl="1" indent="-285750" algn="l" defTabSz="914400" rtl="0" eaLnBrk="1" fontAlgn="auto" latinLnBrk="0" hangingPunct="1">
                <a:lnSpc>
                  <a:spcPct val="80000"/>
                </a:lnSpc>
                <a:spcBef>
                  <a:spcPct val="20000"/>
                </a:spcBef>
                <a:spcAft>
                  <a:spcPts val="0"/>
                </a:spcAft>
                <a:buSzTx/>
                <a:buFont typeface="Wingdings" pitchFamily="2" charset="2"/>
                <a:buChar char="§"/>
                <a:tabLst/>
                <a:defRPr/>
              </a:pPr>
              <a:r>
                <a:rPr kumimoji="0" lang="mn-MN" b="1" i="0" u="none" strike="noStrike" kern="1200" cap="none" spc="0" normalizeH="0" baseline="0" noProof="0">
                  <a:ln>
                    <a:noFill/>
                  </a:ln>
                  <a:effectLst/>
                  <a:uLnTx/>
                  <a:uFillTx/>
                  <a:latin typeface="Arial" pitchFamily="34" charset="0"/>
                  <a:cs typeface="Arial" pitchFamily="34" charset="0"/>
                </a:rPr>
                <a:t>Бусад</a:t>
              </a:r>
              <a:endParaRPr kumimoji="0" lang="en-US" b="1" i="0" u="none" strike="noStrike" kern="1200" cap="none" spc="0" normalizeH="0" baseline="0" noProof="0">
                <a:ln>
                  <a:noFill/>
                </a:ln>
                <a:effectLst/>
                <a:uLnTx/>
                <a:uFillTx/>
                <a:latin typeface="Arial" pitchFamily="34" charset="0"/>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b="0" i="0" u="none" strike="noStrike" kern="1200" cap="none" spc="0" normalizeH="0" baseline="0" noProof="0">
                <a:ln>
                  <a:noFill/>
                </a:ln>
                <a:effectLst/>
                <a:uLnTx/>
                <a:uFillTx/>
                <a:latin typeface="Arial" pitchFamily="34" charset="0"/>
                <a:cs typeface="Arial" pitchFamily="34" charset="0"/>
              </a:endParaRPr>
            </a:p>
          </p:txBody>
        </p:sp>
      </p:grpSp>
      <p:sp>
        <p:nvSpPr>
          <p:cNvPr id="10" name="Title 1"/>
          <p:cNvSpPr>
            <a:spLocks noGrp="1"/>
          </p:cNvSpPr>
          <p:nvPr>
            <p:ph type="title"/>
          </p:nvPr>
        </p:nvSpPr>
        <p:spPr>
          <a:xfrm>
            <a:off x="1752600" y="142852"/>
            <a:ext cx="5715000" cy="1143000"/>
          </a:xfrm>
        </p:spPr>
        <p:txBody>
          <a:bodyPr vert="horz" lIns="91440" tIns="45720" rIns="91440" bIns="45720" rtlCol="0" anchor="ctr">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defRPr/>
            </a:pPr>
            <a:r>
              <a:rPr lang="mn-MN" sz="2400" b="1" spc="50" dirty="0">
                <a:ln w="11430"/>
                <a:solidFill>
                  <a:srgbClr val="FF0000"/>
                </a:solidFill>
                <a:effectLst>
                  <a:outerShdw blurRad="76200" dist="50800" dir="5400000" algn="tl" rotWithShape="0">
                    <a:srgbClr val="000000">
                      <a:alpha val="65000"/>
                    </a:srgbClr>
                  </a:outerShdw>
                </a:effectLst>
                <a:latin typeface="Arial" pitchFamily="34" charset="0"/>
                <a:cs typeface="Arial" pitchFamily="34" charset="0"/>
              </a:rPr>
              <a:t>Оюуны өмчийн салбар</a:t>
            </a:r>
            <a:endParaRPr lang="en-US" sz="2400" b="1" spc="50" dirty="0">
              <a:ln w="11430"/>
              <a:solidFill>
                <a:srgbClr val="FF0000"/>
              </a:solidFill>
              <a:effectLst>
                <a:outerShdw blurRad="76200" dist="50800" dir="5400000" algn="tl" rotWithShape="0">
                  <a:srgbClr val="000000">
                    <a:alpha val="65000"/>
                  </a:srgbClr>
                </a:outerShdw>
              </a:effectLst>
              <a:latin typeface="Arial" pitchFamily="34" charset="0"/>
              <a:cs typeface="Arial" pitchFamily="34" charset="0"/>
            </a:endParaRPr>
          </a:p>
        </p:txBody>
      </p:sp>
      <p:graphicFrame>
        <p:nvGraphicFramePr>
          <p:cNvPr id="25602" name="Object 2"/>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3" imgW="32961960" imgH="6570720" progId="">
                  <p:embed/>
                </p:oleObj>
              </mc:Choice>
              <mc:Fallback>
                <p:oleObj name="CorelDRAW" r:id="rId3" imgW="32961960" imgH="657072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676400" y="214290"/>
            <a:ext cx="6253186" cy="928686"/>
          </a:xfrm>
        </p:spPr>
        <p:txBody>
          <a:bodyPr>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en-US" sz="2400" b="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charset="0"/>
                <a:cs typeface="Arial" charset="0"/>
              </a:rPr>
              <a:t>Оюуны өмчийн хоёр салбарын ялгаа</a:t>
            </a:r>
          </a:p>
        </p:txBody>
      </p:sp>
      <p:grpSp>
        <p:nvGrpSpPr>
          <p:cNvPr id="9" name="Group 8"/>
          <p:cNvGrpSpPr/>
          <p:nvPr/>
        </p:nvGrpSpPr>
        <p:grpSpPr>
          <a:xfrm>
            <a:off x="838200" y="1357298"/>
            <a:ext cx="7848600" cy="4343400"/>
            <a:chOff x="838200" y="1828800"/>
            <a:chExt cx="7848600" cy="4343400"/>
          </a:xfrm>
        </p:grpSpPr>
        <p:sp>
          <p:nvSpPr>
            <p:cNvPr id="6" name="Rectangle 3"/>
            <p:cNvSpPr txBox="1">
              <a:spLocks noChangeArrowheads="1"/>
            </p:cNvSpPr>
            <p:nvPr/>
          </p:nvSpPr>
          <p:spPr>
            <a:xfrm>
              <a:off x="838200" y="1828800"/>
              <a:ext cx="3657600" cy="4343400"/>
            </a:xfrm>
            <a:prstGeom prst="rect">
              <a:avLst/>
            </a:prstGeom>
          </p:spPr>
          <p:txBody>
            <a:bodyPr vert="horz" lIns="91440" tIns="45720" rIns="91440" bIns="45720" rtlCol="0">
              <a:normAutofit/>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en-US" sz="1600" b="1" u="none" strike="noStrike" kern="1200" cap="none" spc="0" normalizeH="0" baseline="0" noProof="0">
                  <a:ln>
                    <a:noFill/>
                  </a:ln>
                  <a:solidFill>
                    <a:srgbClr val="2D18AC"/>
                  </a:solidFill>
                  <a:effectLst/>
                  <a:uLnTx/>
                  <a:uFillTx/>
                  <a:latin typeface="Arial" charset="0"/>
                  <a:ea typeface="+mn-ea"/>
                  <a:cs typeface="Arial" charset="0"/>
                </a:rPr>
                <a:t>Аж үйлдвэрийн өмчийн эрх </a:t>
              </a:r>
              <a:endParaRPr kumimoji="0" lang="mn-MN" sz="1600" b="1" u="none" strike="noStrike" kern="1200" cap="none" spc="0" normalizeH="0" baseline="0" noProof="0">
                <a:ln>
                  <a:noFill/>
                </a:ln>
                <a:solidFill>
                  <a:srgbClr val="2D18AC"/>
                </a:solidFill>
                <a:effectLst/>
                <a:uLnTx/>
                <a:uFillTx/>
                <a:latin typeface="Arial" charset="0"/>
                <a:ea typeface="+mn-ea"/>
                <a:cs typeface="Arial"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600" b="0" u="none" strike="noStrike" kern="1200" cap="none" spc="0" normalizeH="0" baseline="0" noProof="0">
                <a:ln>
                  <a:noFill/>
                </a:ln>
                <a:solidFill>
                  <a:schemeClr val="tx1"/>
                </a:solidFill>
                <a:effectLst/>
                <a:uLnTx/>
                <a:uFillTx/>
                <a:latin typeface="Arial" charset="0"/>
                <a:ea typeface="+mn-ea"/>
                <a:cs typeface="Arial" charset="0"/>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q"/>
                <a:tabLst/>
                <a:defRPr/>
              </a:pPr>
              <a:r>
                <a:rPr kumimoji="0" lang="en-US" sz="1600" b="1" u="none" strike="noStrike" kern="1200" cap="none" spc="0" normalizeH="0" baseline="0" noProof="0">
                  <a:ln>
                    <a:noFill/>
                  </a:ln>
                  <a:solidFill>
                    <a:schemeClr val="tx1"/>
                  </a:solidFill>
                  <a:effectLst/>
                  <a:uLnTx/>
                  <a:uFillTx/>
                  <a:latin typeface="Arial" charset="0"/>
                  <a:ea typeface="+mn-ea"/>
                  <a:cs typeface="Arial" charset="0"/>
                </a:rPr>
                <a:t>Хамгаалах хэлбэр- мэдүүлэг бүрдүүлэх, магадлан шүүлт хийх, эрхийн баримт олгох </a:t>
              </a:r>
              <a:endParaRPr kumimoji="0" lang="mn-MN" sz="1600" b="1" u="none" strike="noStrike" kern="1200" cap="none" spc="0" normalizeH="0" baseline="0" noProof="0">
                <a:ln>
                  <a:noFill/>
                </a:ln>
                <a:solidFill>
                  <a:schemeClr val="tx1"/>
                </a:solidFill>
                <a:effectLst/>
                <a:uLnTx/>
                <a:uFillTx/>
                <a:latin typeface="Arial" charset="0"/>
                <a:ea typeface="+mn-ea"/>
                <a:cs typeface="Arial" charset="0"/>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q"/>
                <a:tabLst/>
                <a:defRPr/>
              </a:pPr>
              <a:endParaRPr kumimoji="0" lang="en-US" sz="1600" b="0" u="none" strike="noStrike" kern="1200" cap="none" spc="0" normalizeH="0" baseline="0" noProof="0">
                <a:ln>
                  <a:noFill/>
                </a:ln>
                <a:solidFill>
                  <a:schemeClr val="tx1"/>
                </a:solidFill>
                <a:effectLst/>
                <a:uLnTx/>
                <a:uFillTx/>
                <a:latin typeface="Arial" charset="0"/>
                <a:ea typeface="+mn-ea"/>
                <a:cs typeface="Arial" charset="0"/>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q"/>
                <a:tabLst/>
                <a:defRPr/>
              </a:pPr>
              <a:r>
                <a:rPr kumimoji="0" lang="en-US" sz="1600" b="1" u="none" strike="noStrike" kern="1200" cap="none" spc="0" normalizeH="0" baseline="0" noProof="0">
                  <a:ln>
                    <a:noFill/>
                  </a:ln>
                  <a:solidFill>
                    <a:schemeClr val="tx1"/>
                  </a:solidFill>
                  <a:effectLst/>
                  <a:uLnTx/>
                  <a:uFillTx/>
                  <a:latin typeface="Arial" charset="0"/>
                  <a:ea typeface="+mn-ea"/>
                  <a:cs typeface="Arial" charset="0"/>
                </a:rPr>
                <a:t>хамгаалалтын хугацаа </a:t>
              </a:r>
              <a:endParaRPr kumimoji="0" lang="mn-MN" sz="1600" b="1" u="none" strike="noStrike" kern="1200" cap="none" spc="0" normalizeH="0" baseline="0" noProof="0">
                <a:ln>
                  <a:noFill/>
                </a:ln>
                <a:solidFill>
                  <a:schemeClr val="tx1"/>
                </a:solidFill>
                <a:effectLst/>
                <a:uLnTx/>
                <a:uFillTx/>
                <a:latin typeface="Arial" charset="0"/>
                <a:ea typeface="+mn-ea"/>
                <a:cs typeface="Arial"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mn-MN" sz="1600" b="1" u="none" strike="noStrike" kern="1200" cap="none" spc="0" normalizeH="0" baseline="0" noProof="0">
                  <a:ln>
                    <a:noFill/>
                  </a:ln>
                  <a:solidFill>
                    <a:schemeClr val="tx1"/>
                  </a:solidFill>
                  <a:effectLst/>
                  <a:uLnTx/>
                  <a:uFillTx/>
                  <a:latin typeface="Arial" charset="0"/>
                  <a:ea typeface="+mn-ea"/>
                  <a:cs typeface="Arial" charset="0"/>
                </a:rPr>
                <a:t>	</a:t>
              </a:r>
              <a:r>
                <a:rPr kumimoji="0" lang="en-US" sz="1600" b="1" u="none" strike="noStrike" kern="1200" cap="none" spc="0" normalizeH="0" baseline="0" noProof="0">
                  <a:ln>
                    <a:noFill/>
                  </a:ln>
                  <a:solidFill>
                    <a:schemeClr val="tx1"/>
                  </a:solidFill>
                  <a:effectLst/>
                  <a:uLnTx/>
                  <a:uFillTx/>
                  <a:latin typeface="Arial" charset="0"/>
                  <a:ea typeface="+mn-ea"/>
                  <a:cs typeface="Arial" charset="0"/>
                </a:rPr>
                <a:t>шинэ бүтээл-20, бз-10, аз-7, бт-1</a:t>
              </a:r>
              <a:r>
                <a:rPr lang="mn-MN" sz="1600" b="1">
                  <a:latin typeface="Arial" charset="0"/>
                  <a:cs typeface="Arial" charset="0"/>
                </a:rPr>
                <a:t>0</a:t>
              </a:r>
              <a:r>
                <a:rPr kumimoji="0" lang="en-US" sz="1600" b="1" u="none" strike="noStrike" kern="1200" cap="none" spc="0" normalizeH="0" baseline="0" noProof="0">
                  <a:ln>
                    <a:noFill/>
                  </a:ln>
                  <a:solidFill>
                    <a:schemeClr val="tx1"/>
                  </a:solidFill>
                  <a:effectLst/>
                  <a:uLnTx/>
                  <a:uFillTx/>
                  <a:latin typeface="Arial" charset="0"/>
                  <a:ea typeface="+mn-ea"/>
                  <a:cs typeface="Arial" charset="0"/>
                </a:rPr>
                <a:t> г.м </a:t>
              </a:r>
              <a:endParaRPr kumimoji="0" lang="mn-MN" sz="1600" b="1" u="none" strike="noStrike" kern="1200" cap="none" spc="0" normalizeH="0" baseline="0" noProof="0">
                <a:ln>
                  <a:noFill/>
                </a:ln>
                <a:solidFill>
                  <a:schemeClr val="tx1"/>
                </a:solidFill>
                <a:effectLst/>
                <a:uLnTx/>
                <a:uFillTx/>
                <a:latin typeface="Arial" charset="0"/>
                <a:ea typeface="+mn-ea"/>
                <a:cs typeface="Arial" charset="0"/>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q"/>
                <a:tabLst/>
                <a:defRPr/>
              </a:pPr>
              <a:endParaRPr kumimoji="0" lang="en-US" sz="1600" b="0" u="none" strike="noStrike" kern="1200" cap="none" spc="0" normalizeH="0" baseline="0" noProof="0">
                <a:ln>
                  <a:noFill/>
                </a:ln>
                <a:solidFill>
                  <a:schemeClr val="tx1"/>
                </a:solidFill>
                <a:effectLst/>
                <a:uLnTx/>
                <a:uFillTx/>
                <a:latin typeface="Arial" charset="0"/>
                <a:ea typeface="+mn-ea"/>
                <a:cs typeface="Arial" charset="0"/>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q"/>
                <a:tabLst/>
                <a:defRPr/>
              </a:pPr>
              <a:r>
                <a:rPr kumimoji="0" lang="en-US" sz="1600" b="1" u="none" strike="noStrike" kern="1200" cap="none" spc="0" normalizeH="0" baseline="0" noProof="0">
                  <a:ln>
                    <a:noFill/>
                  </a:ln>
                  <a:solidFill>
                    <a:schemeClr val="tx1"/>
                  </a:solidFill>
                  <a:effectLst/>
                  <a:uLnTx/>
                  <a:uFillTx/>
                  <a:latin typeface="Arial" charset="0"/>
                  <a:ea typeface="+mn-ea"/>
                  <a:cs typeface="Arial" charset="0"/>
                </a:rPr>
                <a:t>хамаарах салбар-аж үйлдвэр, хөдөө аж ахуй</a:t>
              </a:r>
              <a:r>
                <a:rPr kumimoji="0" lang="mn-MN" sz="1600" b="1" u="none" strike="noStrike" kern="1200" cap="none" spc="0" normalizeH="0" baseline="0" noProof="0">
                  <a:ln>
                    <a:noFill/>
                  </a:ln>
                  <a:solidFill>
                    <a:schemeClr val="tx1"/>
                  </a:solidFill>
                  <a:effectLst/>
                  <a:uLnTx/>
                  <a:uFillTx/>
                  <a:latin typeface="Arial" charset="0"/>
                  <a:ea typeface="+mn-ea"/>
                  <a:cs typeface="Arial" charset="0"/>
                </a:rPr>
                <a:t>, эрүүл</a:t>
              </a:r>
              <a:r>
                <a:rPr kumimoji="0" lang="mn-MN" sz="1600" b="1" u="none" strike="noStrike" kern="1200" cap="none" spc="0" normalizeH="0" noProof="0">
                  <a:ln>
                    <a:noFill/>
                  </a:ln>
                  <a:solidFill>
                    <a:schemeClr val="tx1"/>
                  </a:solidFill>
                  <a:effectLst/>
                  <a:uLnTx/>
                  <a:uFillTx/>
                  <a:latin typeface="Arial" charset="0"/>
                  <a:ea typeface="+mn-ea"/>
                  <a:cs typeface="Arial" charset="0"/>
                </a:rPr>
                <a:t> мэнд...</a:t>
              </a:r>
              <a:r>
                <a:rPr kumimoji="0" lang="en-US" sz="1600" b="1" u="none" strike="noStrike" kern="1200" cap="none" spc="0" normalizeH="0" baseline="0" noProof="0">
                  <a:ln>
                    <a:noFill/>
                  </a:ln>
                  <a:solidFill>
                    <a:schemeClr val="tx1"/>
                  </a:solidFill>
                  <a:effectLst/>
                  <a:uLnTx/>
                  <a:uFillTx/>
                  <a:latin typeface="Arial" charset="0"/>
                  <a:ea typeface="+mn-ea"/>
                  <a:cs typeface="Arial" charset="0"/>
                </a:rPr>
                <a:t> </a:t>
              </a:r>
              <a:endParaRPr kumimoji="0" lang="mn-MN" sz="1600" b="1" u="none" strike="noStrike" kern="1200" cap="none" spc="0" normalizeH="0" baseline="0" noProof="0">
                <a:ln>
                  <a:noFill/>
                </a:ln>
                <a:solidFill>
                  <a:schemeClr val="tx1"/>
                </a:solidFill>
                <a:effectLst/>
                <a:uLnTx/>
                <a:uFillTx/>
                <a:latin typeface="Arial" charset="0"/>
                <a:ea typeface="+mn-ea"/>
                <a:cs typeface="Arial" charset="0"/>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q"/>
                <a:tabLst/>
                <a:defRPr/>
              </a:pPr>
              <a:endParaRPr kumimoji="0" lang="en-US" sz="1600" b="0" u="none" strike="noStrike" kern="1200" cap="none" spc="0" normalizeH="0" baseline="0" noProof="0">
                <a:ln>
                  <a:noFill/>
                </a:ln>
                <a:solidFill>
                  <a:schemeClr val="tx1"/>
                </a:solidFill>
                <a:effectLst/>
                <a:uLnTx/>
                <a:uFillTx/>
                <a:latin typeface="Arial" charset="0"/>
                <a:ea typeface="+mn-ea"/>
                <a:cs typeface="Arial" charset="0"/>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q"/>
                <a:tabLst/>
                <a:defRPr/>
              </a:pPr>
              <a:r>
                <a:rPr kumimoji="0" lang="en-US" sz="1600" b="1" u="none" strike="noStrike" kern="1200" cap="none" spc="0" normalizeH="0" baseline="0" noProof="0">
                  <a:ln>
                    <a:noFill/>
                  </a:ln>
                  <a:solidFill>
                    <a:schemeClr val="tx1"/>
                  </a:solidFill>
                  <a:effectLst/>
                  <a:uLnTx/>
                  <a:uFillTx/>
                  <a:latin typeface="Arial" charset="0"/>
                  <a:ea typeface="+mn-ea"/>
                  <a:cs typeface="Arial" charset="0"/>
                </a:rPr>
                <a:t>бүтээлийн бодит байдал- хийсвэр </a:t>
              </a:r>
              <a:endParaRPr kumimoji="0" lang="en-US" sz="1600" b="0" u="none" strike="noStrike" kern="1200" cap="none" spc="0" normalizeH="0" baseline="0" noProof="0">
                <a:ln>
                  <a:noFill/>
                </a:ln>
                <a:solidFill>
                  <a:schemeClr val="tx1"/>
                </a:solidFill>
                <a:effectLst/>
                <a:uLnTx/>
                <a:uFillTx/>
                <a:latin typeface="Arial" charset="0"/>
                <a:ea typeface="+mn-ea"/>
                <a:cs typeface="Arial" charset="0"/>
              </a:endParaRPr>
            </a:p>
            <a:p>
              <a:pPr marL="342900" marR="0" lvl="0" indent="-342900" algn="l" defTabSz="914400" rtl="0" eaLnBrk="1" fontAlgn="auto" latinLnBrk="0" hangingPunct="1">
                <a:lnSpc>
                  <a:spcPct val="100000"/>
                </a:lnSpc>
                <a:spcBef>
                  <a:spcPct val="20000"/>
                </a:spcBef>
                <a:spcAft>
                  <a:spcPts val="0"/>
                </a:spcAft>
                <a:buClrTx/>
                <a:buSzTx/>
                <a:buFont typeface="Monotype Sorts" pitchFamily="2" charset="2"/>
                <a:buNone/>
                <a:tabLst/>
                <a:defRPr/>
              </a:pPr>
              <a:endParaRPr kumimoji="0" lang="en-US" sz="1600" b="0" u="none" strike="noStrike" kern="1200" cap="none" spc="0" normalizeH="0" baseline="0" noProof="0">
                <a:ln>
                  <a:noFill/>
                </a:ln>
                <a:solidFill>
                  <a:schemeClr val="tx1"/>
                </a:solidFill>
                <a:effectLst/>
                <a:uLnTx/>
                <a:uFillTx/>
                <a:latin typeface="+mn-lt"/>
                <a:ea typeface="+mn-ea"/>
                <a:cs typeface="+mn-cs"/>
              </a:endParaRPr>
            </a:p>
          </p:txBody>
        </p:sp>
        <p:sp>
          <p:nvSpPr>
            <p:cNvPr id="7" name="Rectangle 4"/>
            <p:cNvSpPr txBox="1">
              <a:spLocks noChangeArrowheads="1"/>
            </p:cNvSpPr>
            <p:nvPr/>
          </p:nvSpPr>
          <p:spPr>
            <a:xfrm>
              <a:off x="4876800" y="1828800"/>
              <a:ext cx="3810000" cy="4343400"/>
            </a:xfrm>
            <a:prstGeom prst="rect">
              <a:avLst/>
            </a:prstGeom>
          </p:spPr>
          <p:txBody>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en-US" sz="1600" b="1" u="none" strike="noStrike" kern="1200" cap="none" spc="0" normalizeH="0" baseline="0" noProof="0">
                  <a:ln>
                    <a:noFill/>
                  </a:ln>
                  <a:solidFill>
                    <a:srgbClr val="2D18AC"/>
                  </a:solidFill>
                  <a:effectLst/>
                  <a:uLnTx/>
                  <a:uFillTx/>
                  <a:latin typeface="Arial" charset="0"/>
                  <a:ea typeface="+mn-ea"/>
                  <a:cs typeface="Arial" charset="0"/>
                </a:rPr>
                <a:t>Зохиогчийн эрх </a:t>
              </a:r>
              <a:endParaRPr kumimoji="0" lang="mn-MN" sz="1600" b="1" u="none" strike="noStrike" kern="1200" cap="none" spc="0" normalizeH="0" baseline="0" noProof="0">
                <a:ln>
                  <a:noFill/>
                </a:ln>
                <a:solidFill>
                  <a:srgbClr val="2D18AC"/>
                </a:solidFill>
                <a:effectLst/>
                <a:uLnTx/>
                <a:uFillTx/>
                <a:latin typeface="Arial" charset="0"/>
                <a:ea typeface="+mn-ea"/>
                <a:cs typeface="Arial"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600" b="0" u="none" strike="noStrike" kern="1200" cap="none" spc="0" normalizeH="0" baseline="0" noProof="0">
                <a:ln>
                  <a:noFill/>
                </a:ln>
                <a:solidFill>
                  <a:schemeClr val="tx1"/>
                </a:solidFill>
                <a:effectLst/>
                <a:uLnTx/>
                <a:uFillTx/>
                <a:latin typeface="Arial" charset="0"/>
                <a:ea typeface="+mn-ea"/>
                <a:cs typeface="Arial" charset="0"/>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q"/>
                <a:tabLst/>
                <a:defRPr/>
              </a:pPr>
              <a:r>
                <a:rPr kumimoji="0" lang="en-US" sz="1600" b="1" u="none" strike="noStrike" kern="1200" cap="none" spc="0" normalizeH="0" baseline="0" noProof="0">
                  <a:ln>
                    <a:noFill/>
                  </a:ln>
                  <a:solidFill>
                    <a:schemeClr val="tx1"/>
                  </a:solidFill>
                  <a:effectLst/>
                  <a:uLnTx/>
                  <a:uFillTx/>
                  <a:latin typeface="Arial" charset="0"/>
                  <a:ea typeface="+mn-ea"/>
                  <a:cs typeface="Arial" charset="0"/>
                </a:rPr>
                <a:t>Хамгаалах хэлбэр-бүтээл бүтээсэн үеэс автомат </a:t>
              </a:r>
              <a:endParaRPr kumimoji="0" lang="mn-MN" sz="1600" b="1" u="none" strike="noStrike" kern="1200" cap="none" spc="0" normalizeH="0" baseline="0" noProof="0">
                <a:ln>
                  <a:noFill/>
                </a:ln>
                <a:solidFill>
                  <a:schemeClr val="tx1"/>
                </a:solidFill>
                <a:effectLst/>
                <a:uLnTx/>
                <a:uFillTx/>
                <a:latin typeface="Arial" charset="0"/>
                <a:ea typeface="+mn-ea"/>
                <a:cs typeface="Arial" charset="0"/>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q"/>
                <a:tabLst/>
                <a:defRPr/>
              </a:pPr>
              <a:endParaRPr kumimoji="0" lang="en-US" sz="1600" b="0" u="none" strike="noStrike" kern="1200" cap="none" spc="0" normalizeH="0" baseline="0" noProof="0">
                <a:ln>
                  <a:noFill/>
                </a:ln>
                <a:solidFill>
                  <a:schemeClr val="tx1"/>
                </a:solidFill>
                <a:effectLst/>
                <a:uLnTx/>
                <a:uFillTx/>
                <a:latin typeface="Arial" charset="0"/>
                <a:ea typeface="+mn-ea"/>
                <a:cs typeface="Arial" charset="0"/>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q"/>
                <a:tabLst/>
                <a:defRPr/>
              </a:pPr>
              <a:r>
                <a:rPr kumimoji="0" lang="en-US" sz="1600" b="1" u="none" strike="noStrike" kern="1200" cap="none" spc="0" normalizeH="0" baseline="0" noProof="0">
                  <a:ln>
                    <a:noFill/>
                  </a:ln>
                  <a:solidFill>
                    <a:schemeClr val="tx1"/>
                  </a:solidFill>
                  <a:effectLst/>
                  <a:uLnTx/>
                  <a:uFillTx/>
                  <a:latin typeface="Arial" charset="0"/>
                  <a:ea typeface="+mn-ea"/>
                  <a:cs typeface="Arial" charset="0"/>
                </a:rPr>
                <a:t>хамгаалалтын хугацаа-насан туршид нь, нас барснаас хойш 50 жил </a:t>
              </a:r>
              <a:endParaRPr kumimoji="0" lang="mn-MN" sz="1600" b="1" u="none" strike="noStrike" kern="1200" cap="none" spc="0" normalizeH="0" baseline="0" noProof="0">
                <a:ln>
                  <a:noFill/>
                </a:ln>
                <a:solidFill>
                  <a:schemeClr val="tx1"/>
                </a:solidFill>
                <a:effectLst/>
                <a:uLnTx/>
                <a:uFillTx/>
                <a:latin typeface="Arial" charset="0"/>
                <a:ea typeface="+mn-ea"/>
                <a:cs typeface="Arial" charset="0"/>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q"/>
                <a:tabLst/>
                <a:defRPr/>
              </a:pPr>
              <a:endParaRPr kumimoji="0" lang="en-US" sz="1600" b="0" u="none" strike="noStrike" kern="1200" cap="none" spc="0" normalizeH="0" baseline="0" noProof="0">
                <a:ln>
                  <a:noFill/>
                </a:ln>
                <a:solidFill>
                  <a:schemeClr val="tx1"/>
                </a:solidFill>
                <a:effectLst/>
                <a:uLnTx/>
                <a:uFillTx/>
                <a:latin typeface="Arial" charset="0"/>
                <a:ea typeface="+mn-ea"/>
                <a:cs typeface="Arial" charset="0"/>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q"/>
                <a:tabLst/>
                <a:defRPr/>
              </a:pPr>
              <a:r>
                <a:rPr kumimoji="0" lang="en-US" sz="1600" b="1" u="none" strike="noStrike" kern="1200" cap="none" spc="0" normalizeH="0" baseline="0" noProof="0">
                  <a:ln>
                    <a:noFill/>
                  </a:ln>
                  <a:solidFill>
                    <a:schemeClr val="tx1"/>
                  </a:solidFill>
                  <a:effectLst/>
                  <a:uLnTx/>
                  <a:uFillTx/>
                  <a:latin typeface="Arial" charset="0"/>
                  <a:ea typeface="+mn-ea"/>
                  <a:cs typeface="Arial" charset="0"/>
                </a:rPr>
                <a:t>хамаарах салбар- шинжлэх ухаан, утга зохиол</a:t>
              </a:r>
              <a:r>
                <a:rPr kumimoji="0" lang="mn-MN" sz="1600" b="1" u="none" strike="noStrike" kern="1200" cap="none" spc="0" normalizeH="0" baseline="0" noProof="0">
                  <a:ln>
                    <a:noFill/>
                  </a:ln>
                  <a:solidFill>
                    <a:schemeClr val="tx1"/>
                  </a:solidFill>
                  <a:effectLst/>
                  <a:uLnTx/>
                  <a:uFillTx/>
                  <a:latin typeface="Arial" charset="0"/>
                  <a:ea typeface="+mn-ea"/>
                  <a:cs typeface="Arial" charset="0"/>
                </a:rPr>
                <a:t>, урлагийн бүтээл...</a:t>
              </a:r>
              <a:r>
                <a:rPr kumimoji="0" lang="en-US" sz="1600" b="1" u="none" strike="noStrike" kern="1200" cap="none" spc="0" normalizeH="0" baseline="0" noProof="0">
                  <a:ln>
                    <a:noFill/>
                  </a:ln>
                  <a:solidFill>
                    <a:schemeClr val="tx1"/>
                  </a:solidFill>
                  <a:effectLst/>
                  <a:uLnTx/>
                  <a:uFillTx/>
                  <a:latin typeface="Arial" charset="0"/>
                  <a:ea typeface="+mn-ea"/>
                  <a:cs typeface="Arial" charset="0"/>
                </a:rPr>
                <a:t> </a:t>
              </a:r>
              <a:endParaRPr kumimoji="0" lang="mn-MN" sz="1600" b="1" u="none" strike="noStrike" kern="1200" cap="none" spc="0" normalizeH="0" baseline="0" noProof="0">
                <a:ln>
                  <a:noFill/>
                </a:ln>
                <a:solidFill>
                  <a:schemeClr val="tx1"/>
                </a:solidFill>
                <a:effectLst/>
                <a:uLnTx/>
                <a:uFillTx/>
                <a:latin typeface="Arial" charset="0"/>
                <a:ea typeface="+mn-ea"/>
                <a:cs typeface="Arial" charset="0"/>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q"/>
                <a:tabLst/>
                <a:defRPr/>
              </a:pPr>
              <a:endParaRPr kumimoji="0" lang="en-US" sz="1600" b="0" u="none" strike="noStrike" kern="1200" cap="none" spc="0" normalizeH="0" baseline="0" noProof="0">
                <a:ln>
                  <a:noFill/>
                </a:ln>
                <a:solidFill>
                  <a:schemeClr val="tx1"/>
                </a:solidFill>
                <a:effectLst/>
                <a:uLnTx/>
                <a:uFillTx/>
                <a:latin typeface="Arial" charset="0"/>
                <a:ea typeface="+mn-ea"/>
                <a:cs typeface="Arial" charset="0"/>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q"/>
                <a:tabLst/>
                <a:defRPr/>
              </a:pPr>
              <a:r>
                <a:rPr kumimoji="0" lang="en-US" sz="1600" b="1" u="none" strike="noStrike" kern="1200" cap="none" spc="0" normalizeH="0" baseline="0" noProof="0">
                  <a:ln>
                    <a:noFill/>
                  </a:ln>
                  <a:solidFill>
                    <a:schemeClr val="tx1"/>
                  </a:solidFill>
                  <a:effectLst/>
                  <a:uLnTx/>
                  <a:uFillTx/>
                  <a:latin typeface="Arial" charset="0"/>
                  <a:ea typeface="+mn-ea"/>
                  <a:cs typeface="Arial" charset="0"/>
                </a:rPr>
                <a:t>зайлшгүй бодит байдалд хэлбэршсэн байх </a:t>
              </a:r>
              <a:endParaRPr kumimoji="0" lang="en-US" sz="1600" b="0" u="none" strike="noStrike" kern="1200" cap="none" spc="0" normalizeH="0" baseline="0" noProof="0">
                <a:ln>
                  <a:noFill/>
                </a:ln>
                <a:solidFill>
                  <a:schemeClr val="tx1"/>
                </a:solidFill>
                <a:effectLst/>
                <a:uLnTx/>
                <a:uFillTx/>
                <a:latin typeface="Arial" charset="0"/>
                <a:ea typeface="+mn-ea"/>
                <a:cs typeface="Arial" charset="0"/>
              </a:endParaRPr>
            </a:p>
            <a:p>
              <a:pPr marL="342900" marR="0" lvl="0" indent="-342900" algn="l" defTabSz="914400" rtl="0" eaLnBrk="1" fontAlgn="auto" latinLnBrk="0" hangingPunct="1">
                <a:lnSpc>
                  <a:spcPct val="100000"/>
                </a:lnSpc>
                <a:spcBef>
                  <a:spcPct val="20000"/>
                </a:spcBef>
                <a:spcAft>
                  <a:spcPts val="0"/>
                </a:spcAft>
                <a:buClrTx/>
                <a:buSzTx/>
                <a:buFont typeface="Monotype Sorts" pitchFamily="2" charset="2"/>
                <a:buNone/>
                <a:tabLst/>
                <a:defRPr/>
              </a:pPr>
              <a:endParaRPr kumimoji="0" lang="en-US" sz="1600" b="0" u="none" strike="noStrike" kern="1200" cap="none" spc="0" normalizeH="0" baseline="0" noProof="0">
                <a:ln>
                  <a:noFill/>
                </a:ln>
                <a:solidFill>
                  <a:schemeClr val="tx1"/>
                </a:solidFill>
                <a:effectLst/>
                <a:uLnTx/>
                <a:uFillTx/>
                <a:latin typeface="Arial" charset="0"/>
                <a:ea typeface="+mn-ea"/>
                <a:cs typeface="Arial" charset="0"/>
              </a:endParaRPr>
            </a:p>
            <a:p>
              <a:pPr marL="342900" marR="0" lvl="0" indent="-342900" algn="l" defTabSz="914400" rtl="0" eaLnBrk="1" fontAlgn="auto" latinLnBrk="0" hangingPunct="1">
                <a:lnSpc>
                  <a:spcPct val="100000"/>
                </a:lnSpc>
                <a:spcBef>
                  <a:spcPct val="20000"/>
                </a:spcBef>
                <a:spcAft>
                  <a:spcPts val="0"/>
                </a:spcAft>
                <a:buClrTx/>
                <a:buSzTx/>
                <a:buFont typeface="Monotype Sorts" pitchFamily="2" charset="2"/>
                <a:buNone/>
                <a:tabLst/>
                <a:defRPr/>
              </a:pPr>
              <a:endParaRPr kumimoji="0" lang="en-US" sz="1600" b="0" u="none" strike="noStrike" kern="120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b="1" u="none" strike="noStrike" kern="1200" cap="none" spc="0" normalizeH="0" baseline="0" noProof="0">
                <a:ln>
                  <a:noFill/>
                </a:ln>
                <a:solidFill>
                  <a:schemeClr val="tx2"/>
                </a:solidFill>
                <a:effectLst/>
                <a:uLnTx/>
                <a:uFillTx/>
                <a:latin typeface="Arial Mon" pitchFamily="34" charset="0"/>
                <a:ea typeface="+mn-ea"/>
                <a:cs typeface="+mn-cs"/>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500034" y="1142984"/>
            <a:ext cx="8072494" cy="4648200"/>
          </a:xfrm>
          <a:prstGeom prst="rect">
            <a:avLst/>
          </a:prstGeom>
        </p:spPr>
        <p:txBody>
          <a:bodyPr vert="horz" lIns="91440" tIns="45720" rIns="91440" bIns="45720" rtlCol="0">
            <a:normAutofit fontScale="92500" lnSpcReduction="10000"/>
          </a:bodyPr>
          <a:lstStyle/>
          <a:p>
            <a:pPr marL="342900" marR="0" lvl="0" indent="-342900" algn="just" defTabSz="914400" rtl="0" eaLnBrk="1" fontAlgn="auto" latinLnBrk="0" hangingPunct="1">
              <a:lnSpc>
                <a:spcPct val="150000"/>
              </a:lnSpc>
              <a:spcBef>
                <a:spcPct val="20000"/>
              </a:spcBef>
              <a:spcAft>
                <a:spcPts val="0"/>
              </a:spcAft>
              <a:buClrTx/>
              <a:buSzTx/>
              <a:buFont typeface="Wingdings" pitchFamily="2" charset="2"/>
              <a:buChar char="§"/>
              <a:tabLst/>
              <a:defRPr/>
            </a:pPr>
            <a:r>
              <a:rPr kumimoji="0" lang="en-US" sz="1600" b="1" i="1" u="none" strike="noStrike" kern="1200" cap="none" spc="0" normalizeH="0" baseline="0" noProof="0" dirty="0">
                <a:ln>
                  <a:noFill/>
                </a:ln>
                <a:solidFill>
                  <a:srgbClr val="2D18AC"/>
                </a:solidFill>
                <a:effectLst/>
                <a:uLnTx/>
                <a:uFillTx/>
                <a:latin typeface="Arial" charset="0"/>
                <a:ea typeface="+mn-ea"/>
                <a:cs typeface="Arial" charset="0"/>
              </a:rPr>
              <a:t>Ш</a:t>
            </a:r>
            <a:r>
              <a:rPr lang="mn-MN" sz="1600" b="1" i="1" dirty="0">
                <a:solidFill>
                  <a:srgbClr val="2D18AC"/>
                </a:solidFill>
                <a:latin typeface="Arial" charset="0"/>
                <a:cs typeface="Arial" charset="0"/>
              </a:rPr>
              <a:t>ИНЭ БҮТЭЭЛ</a:t>
            </a:r>
            <a:r>
              <a:rPr kumimoji="0" lang="en-US" sz="1400" b="1" i="1" u="none" strike="noStrike" kern="1200" cap="none" spc="0" normalizeH="0" baseline="0" noProof="0" dirty="0">
                <a:ln>
                  <a:noFill/>
                </a:ln>
                <a:solidFill>
                  <a:srgbClr val="2D18AC"/>
                </a:solidFill>
                <a:effectLst/>
                <a:uLnTx/>
                <a:uFillTx/>
                <a:latin typeface="Arial" charset="0"/>
                <a:ea typeface="+mn-ea"/>
                <a:cs typeface="Arial" charset="0"/>
              </a:rPr>
              <a:t> </a:t>
            </a:r>
            <a:r>
              <a:rPr kumimoji="0" lang="en-US" sz="1500" b="1" u="none" strike="noStrike" kern="1200" cap="none" spc="0" normalizeH="0" baseline="0" noProof="0" dirty="0">
                <a:ln>
                  <a:noFill/>
                </a:ln>
                <a:solidFill>
                  <a:schemeClr val="tx1"/>
                </a:solidFill>
                <a:effectLst/>
                <a:uLnTx/>
                <a:uFillTx/>
                <a:latin typeface="Arial" charset="0"/>
                <a:ea typeface="+mn-ea"/>
                <a:cs typeface="Arial" charset="0"/>
              </a:rPr>
              <a:t>–</a:t>
            </a:r>
            <a:r>
              <a:rPr kumimoji="0" lang="en-US" sz="1500" b="1" i="1" u="none" strike="noStrike" kern="1200" cap="none" spc="0" normalizeH="0" baseline="0" noProof="0" dirty="0">
                <a:ln>
                  <a:noFill/>
                </a:ln>
                <a:solidFill>
                  <a:schemeClr val="tx1"/>
                </a:solidFill>
                <a:effectLst/>
                <a:uLnTx/>
                <a:uFillTx/>
                <a:latin typeface="Arial" charset="0"/>
                <a:ea typeface="+mn-ea"/>
                <a:cs typeface="Arial" charset="0"/>
              </a:rPr>
              <a:t>  </a:t>
            </a:r>
            <a:r>
              <a:rPr kumimoji="0" lang="mn-MN" sz="1500" b="1" u="none" strike="noStrike" kern="1200" cap="none" spc="0" normalizeH="0" baseline="0" noProof="0" dirty="0">
                <a:ln>
                  <a:noFill/>
                </a:ln>
                <a:solidFill>
                  <a:schemeClr val="tx1"/>
                </a:solidFill>
                <a:effectLst/>
                <a:uLnTx/>
                <a:uFillTx/>
                <a:latin typeface="Arial" charset="0"/>
                <a:ea typeface="+mn-ea"/>
                <a:cs typeface="Arial" charset="0"/>
              </a:rPr>
              <a:t>байгалийн хуульд тулгуурлан сэдэж, үндэслэлийг нь </a:t>
            </a:r>
            <a:r>
              <a:rPr kumimoji="0" lang="en-US" sz="1500" b="1" u="none" strike="noStrike" kern="1200" cap="none" spc="0" normalizeH="0" baseline="0" noProof="0" dirty="0">
                <a:ln>
                  <a:noFill/>
                </a:ln>
                <a:solidFill>
                  <a:schemeClr val="tx1"/>
                </a:solidFill>
                <a:effectLst/>
                <a:uLnTx/>
                <a:uFillTx/>
                <a:latin typeface="Arial" charset="0"/>
                <a:ea typeface="+mn-ea"/>
                <a:cs typeface="Arial" charset="0"/>
              </a:rPr>
              <a:t>			</a:t>
            </a:r>
            <a:r>
              <a:rPr kumimoji="0" lang="mn-MN" sz="1500" b="1" u="none" strike="noStrike" kern="1200" cap="none" spc="0" normalizeH="0" baseline="0" noProof="0" dirty="0">
                <a:ln>
                  <a:noFill/>
                </a:ln>
                <a:solidFill>
                  <a:schemeClr val="tx1"/>
                </a:solidFill>
                <a:effectLst/>
                <a:uLnTx/>
                <a:uFillTx/>
                <a:latin typeface="Arial" charset="0"/>
                <a:ea typeface="+mn-ea"/>
                <a:cs typeface="Arial" charset="0"/>
              </a:rPr>
              <a:t>тодорхойлсон, үйлдвэрлэх арга ажиллагаа болон </a:t>
            </a:r>
            <a:r>
              <a:rPr kumimoji="0" lang="en-US" sz="1500" b="1" u="none" strike="noStrike" kern="1200" cap="none" spc="0" normalizeH="0" baseline="0" noProof="0" dirty="0">
                <a:ln>
                  <a:noFill/>
                </a:ln>
                <a:solidFill>
                  <a:schemeClr val="tx1"/>
                </a:solidFill>
                <a:effectLst/>
                <a:uLnTx/>
                <a:uFillTx/>
                <a:latin typeface="Arial" charset="0"/>
                <a:ea typeface="+mn-ea"/>
                <a:cs typeface="Arial" charset="0"/>
              </a:rPr>
              <a:t>				</a:t>
            </a:r>
            <a:r>
              <a:rPr kumimoji="0" lang="mn-MN" sz="1500" b="1" u="none" strike="noStrike" kern="1200" cap="none" spc="0" normalizeH="0" baseline="0" noProof="0" dirty="0">
                <a:ln>
                  <a:noFill/>
                </a:ln>
                <a:solidFill>
                  <a:schemeClr val="tx1"/>
                </a:solidFill>
                <a:effectLst/>
                <a:uLnTx/>
                <a:uFillTx/>
                <a:latin typeface="Arial" charset="0"/>
                <a:ea typeface="+mn-ea"/>
                <a:cs typeface="Arial" charset="0"/>
              </a:rPr>
              <a:t>бүтээгдэхүүнд хамаарах, шинэ бүтээлийн түвшин агуулсан </a:t>
            </a:r>
            <a:r>
              <a:rPr kumimoji="0" lang="en-US" sz="1500" b="1" u="none" strike="noStrike" kern="1200" cap="none" spc="0" normalizeH="0" baseline="0" noProof="0" dirty="0">
                <a:ln>
                  <a:noFill/>
                </a:ln>
                <a:solidFill>
                  <a:schemeClr val="tx1"/>
                </a:solidFill>
                <a:effectLst/>
                <a:uLnTx/>
                <a:uFillTx/>
                <a:latin typeface="Arial" charset="0"/>
                <a:ea typeface="+mn-ea"/>
                <a:cs typeface="Arial" charset="0"/>
              </a:rPr>
              <a:t>			</a:t>
            </a:r>
            <a:r>
              <a:rPr kumimoji="0" lang="mn-MN" sz="1500" b="1" u="none" strike="noStrike" kern="1200" cap="none" spc="0" normalizeH="0" baseline="0" noProof="0" dirty="0">
                <a:ln>
                  <a:noFill/>
                </a:ln>
                <a:solidFill>
                  <a:schemeClr val="tx1"/>
                </a:solidFill>
                <a:effectLst/>
                <a:uLnTx/>
                <a:uFillTx/>
                <a:latin typeface="Arial" charset="0"/>
                <a:ea typeface="+mn-ea"/>
                <a:cs typeface="Arial" charset="0"/>
              </a:rPr>
              <a:t>шинэ шийдлийг</a:t>
            </a:r>
            <a:r>
              <a:rPr kumimoji="0" lang="en-US" sz="1500" b="1" u="none" strike="noStrike" kern="1200" cap="none" spc="0" normalizeH="0" baseline="0" noProof="0" dirty="0">
                <a:ln>
                  <a:noFill/>
                </a:ln>
                <a:solidFill>
                  <a:schemeClr val="tx1"/>
                </a:solidFill>
                <a:effectLst/>
                <a:uLnTx/>
                <a:uFillTx/>
                <a:latin typeface="Arial" charset="0"/>
                <a:ea typeface="+mn-ea"/>
                <a:cs typeface="Arial" charset="0"/>
              </a:rPr>
              <a:t>;</a:t>
            </a:r>
            <a:endParaRPr kumimoji="0" lang="en-US" sz="1400" b="1" u="none" strike="noStrike" kern="1200" cap="none" spc="0" normalizeH="0" baseline="0" noProof="0" dirty="0">
              <a:ln>
                <a:noFill/>
              </a:ln>
              <a:solidFill>
                <a:schemeClr val="tx1"/>
              </a:solidFill>
              <a:effectLst/>
              <a:uLnTx/>
              <a:uFillTx/>
              <a:latin typeface="Arial" charset="0"/>
              <a:ea typeface="+mn-ea"/>
              <a:cs typeface="Arial"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
              <a:tabLst/>
              <a:defRPr/>
            </a:pPr>
            <a:endParaRPr kumimoji="0" lang="en-US" sz="1400" b="0" u="none" strike="noStrike" kern="1200" cap="none" spc="0" normalizeH="0" baseline="0" noProof="0" dirty="0">
              <a:ln>
                <a:noFill/>
              </a:ln>
              <a:solidFill>
                <a:schemeClr val="tx1"/>
              </a:solidFill>
              <a:effectLst/>
              <a:uLnTx/>
              <a:uFillTx/>
              <a:latin typeface="Arial" charset="0"/>
              <a:ea typeface="+mn-ea"/>
              <a:cs typeface="Arial" charset="0"/>
            </a:endParaRPr>
          </a:p>
          <a:p>
            <a:pPr marL="342900" marR="0" lvl="0" indent="-342900" algn="just" defTabSz="914400" rtl="0" eaLnBrk="1" fontAlgn="auto" latinLnBrk="0" hangingPunct="1">
              <a:lnSpc>
                <a:spcPct val="150000"/>
              </a:lnSpc>
              <a:spcBef>
                <a:spcPct val="20000"/>
              </a:spcBef>
              <a:spcAft>
                <a:spcPts val="0"/>
              </a:spcAft>
              <a:buClrTx/>
              <a:buSzTx/>
              <a:buFont typeface="Wingdings" pitchFamily="2" charset="2"/>
              <a:buChar char="§"/>
              <a:tabLst/>
              <a:defRPr/>
            </a:pPr>
            <a:r>
              <a:rPr kumimoji="0" lang="en-US" sz="1600" b="1" i="1" u="none" strike="noStrike" kern="1200" cap="none" spc="0" normalizeH="0" baseline="0" noProof="0" dirty="0">
                <a:ln>
                  <a:noFill/>
                </a:ln>
                <a:solidFill>
                  <a:srgbClr val="2D18AC"/>
                </a:solidFill>
                <a:effectLst/>
                <a:uLnTx/>
                <a:uFillTx/>
                <a:latin typeface="Arial" charset="0"/>
                <a:ea typeface="+mn-ea"/>
                <a:cs typeface="Arial" charset="0"/>
              </a:rPr>
              <a:t>А</a:t>
            </a:r>
            <a:r>
              <a:rPr kumimoji="0" lang="mn-MN" sz="1600" b="1" i="1" u="none" strike="noStrike" kern="1200" cap="none" spc="0" normalizeH="0" baseline="0" noProof="0" dirty="0">
                <a:ln>
                  <a:noFill/>
                </a:ln>
                <a:solidFill>
                  <a:srgbClr val="2D18AC"/>
                </a:solidFill>
                <a:effectLst/>
                <a:uLnTx/>
                <a:uFillTx/>
                <a:latin typeface="Arial" charset="0"/>
                <a:ea typeface="+mn-ea"/>
                <a:cs typeface="Arial" charset="0"/>
              </a:rPr>
              <a:t>ШИГТАЙ ЗАГВАР</a:t>
            </a:r>
            <a:r>
              <a:rPr kumimoji="0" lang="en-US" sz="1600" b="1" i="1" u="none" strike="noStrike" kern="1200" cap="none" spc="0" normalizeH="0" baseline="0" noProof="0" dirty="0">
                <a:ln>
                  <a:noFill/>
                </a:ln>
                <a:solidFill>
                  <a:srgbClr val="2D18AC"/>
                </a:solidFill>
                <a:effectLst/>
                <a:uLnTx/>
                <a:uFillTx/>
                <a:latin typeface="Arial" charset="0"/>
                <a:ea typeface="+mn-ea"/>
                <a:cs typeface="Arial" charset="0"/>
              </a:rPr>
              <a:t> </a:t>
            </a:r>
            <a:r>
              <a:rPr kumimoji="0" lang="en-US" sz="1400" b="1" u="none" strike="noStrike" kern="1200" cap="none" spc="0" normalizeH="0" baseline="0" noProof="0" dirty="0">
                <a:ln>
                  <a:noFill/>
                </a:ln>
                <a:solidFill>
                  <a:schemeClr val="tx1"/>
                </a:solidFill>
                <a:effectLst/>
                <a:uLnTx/>
                <a:uFillTx/>
                <a:latin typeface="Arial" charset="0"/>
                <a:ea typeface="+mn-ea"/>
                <a:cs typeface="Arial" charset="0"/>
              </a:rPr>
              <a:t>– </a:t>
            </a:r>
            <a:r>
              <a:rPr kumimoji="0" lang="mn-MN" sz="1500" b="1" u="none" strike="noStrike" kern="1200" cap="none" spc="0" normalizeH="0" baseline="0" noProof="0" dirty="0">
                <a:ln>
                  <a:noFill/>
                </a:ln>
                <a:solidFill>
                  <a:schemeClr val="tx1"/>
                </a:solidFill>
                <a:effectLst/>
                <a:uLnTx/>
                <a:uFillTx/>
                <a:latin typeface="Arial" charset="0"/>
                <a:ea typeface="+mn-ea"/>
                <a:cs typeface="Arial" charset="0"/>
              </a:rPr>
              <a:t>үйлдвэрлэлийн багаж, хэрэгсэл, аргад хамаарах, 			үйлдвэрлэлд ашиглах боломжтой техникийн шинэ шийдлийг</a:t>
            </a:r>
            <a:r>
              <a:rPr kumimoji="0" lang="en-US" sz="1500" b="1" u="none" strike="noStrike" kern="1200" cap="none" spc="0" normalizeH="0" baseline="0" noProof="0" dirty="0">
                <a:ln>
                  <a:noFill/>
                </a:ln>
                <a:solidFill>
                  <a:schemeClr val="tx1"/>
                </a:solidFill>
                <a:effectLst/>
                <a:uLnTx/>
                <a:uFillTx/>
                <a:latin typeface="Arial" charset="0"/>
                <a:ea typeface="+mn-ea"/>
                <a:cs typeface="Arial" charset="0"/>
              </a:rPr>
              <a:t>;</a:t>
            </a:r>
            <a:endParaRPr kumimoji="0" lang="en-US" sz="1400" b="1" u="none" strike="noStrike" kern="1200" cap="none" spc="0" normalizeH="0" baseline="0" noProof="0" dirty="0">
              <a:ln>
                <a:noFill/>
              </a:ln>
              <a:solidFill>
                <a:schemeClr val="tx1"/>
              </a:solidFill>
              <a:effectLst/>
              <a:uLnTx/>
              <a:uFillTx/>
              <a:latin typeface="Arial" charset="0"/>
              <a:ea typeface="+mn-ea"/>
              <a:cs typeface="Arial"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
              <a:tabLst/>
              <a:defRPr/>
            </a:pPr>
            <a:endParaRPr kumimoji="0" lang="en-US" sz="1400" b="0" u="none" strike="noStrike" kern="1200" cap="none" spc="0" normalizeH="0" baseline="0" noProof="0" dirty="0">
              <a:ln>
                <a:noFill/>
              </a:ln>
              <a:solidFill>
                <a:schemeClr val="tx1"/>
              </a:solidFill>
              <a:effectLst/>
              <a:uLnTx/>
              <a:uFillTx/>
              <a:latin typeface="Arial" charset="0"/>
              <a:ea typeface="+mn-ea"/>
              <a:cs typeface="Arial" charset="0"/>
            </a:endParaRPr>
          </a:p>
          <a:p>
            <a:pPr marL="342900" marR="0" lvl="0" indent="-342900" algn="just" defTabSz="914400" rtl="0" eaLnBrk="1" fontAlgn="auto" latinLnBrk="0" hangingPunct="1">
              <a:lnSpc>
                <a:spcPct val="150000"/>
              </a:lnSpc>
              <a:spcBef>
                <a:spcPct val="20000"/>
              </a:spcBef>
              <a:spcAft>
                <a:spcPts val="0"/>
              </a:spcAft>
              <a:buClrTx/>
              <a:buSzTx/>
              <a:buFont typeface="Wingdings" pitchFamily="2" charset="2"/>
              <a:buChar char="§"/>
              <a:tabLst/>
              <a:defRPr/>
            </a:pPr>
            <a:r>
              <a:rPr kumimoji="0" lang="mn-MN" sz="1600" b="1" i="1" u="none" strike="noStrike" kern="1200" cap="none" spc="0" normalizeH="0" baseline="0" noProof="0" dirty="0">
                <a:ln>
                  <a:noFill/>
                </a:ln>
                <a:solidFill>
                  <a:srgbClr val="2D18AC"/>
                </a:solidFill>
                <a:effectLst/>
                <a:uLnTx/>
                <a:uFillTx/>
                <a:latin typeface="Arial" charset="0"/>
                <a:ea typeface="+mn-ea"/>
                <a:cs typeface="Arial" charset="0"/>
              </a:rPr>
              <a:t>БҮТЭЭГДЭХҮҮНИЙ ЗАГВАР</a:t>
            </a:r>
            <a:r>
              <a:rPr kumimoji="0" lang="en-US" sz="1600" b="1" i="1" u="none" strike="noStrike" kern="1200" cap="none" spc="0" normalizeH="0" baseline="0" noProof="0" dirty="0">
                <a:ln>
                  <a:noFill/>
                </a:ln>
                <a:solidFill>
                  <a:srgbClr val="2D18AC"/>
                </a:solidFill>
                <a:effectLst/>
                <a:uLnTx/>
                <a:uFillTx/>
                <a:latin typeface="Arial" charset="0"/>
                <a:ea typeface="+mn-ea"/>
                <a:cs typeface="Arial" charset="0"/>
              </a:rPr>
              <a:t> </a:t>
            </a:r>
            <a:r>
              <a:rPr kumimoji="0" lang="en-US" sz="1400" b="1" u="none" strike="noStrike" kern="1200" cap="none" spc="0" normalizeH="0" baseline="0" noProof="0" dirty="0">
                <a:ln>
                  <a:noFill/>
                </a:ln>
                <a:solidFill>
                  <a:schemeClr val="tx1"/>
                </a:solidFill>
                <a:effectLst/>
                <a:uLnTx/>
                <a:uFillTx/>
                <a:latin typeface="Arial" charset="0"/>
                <a:ea typeface="+mn-ea"/>
                <a:cs typeface="Arial" charset="0"/>
              </a:rPr>
              <a:t>– </a:t>
            </a:r>
            <a:r>
              <a:rPr kumimoji="0" lang="mn-MN" sz="1500" b="1" u="none" strike="noStrike" kern="1200" cap="none" spc="0" normalizeH="0" baseline="0" noProof="0" dirty="0">
                <a:ln>
                  <a:noFill/>
                </a:ln>
                <a:solidFill>
                  <a:schemeClr val="tx1"/>
                </a:solidFill>
                <a:effectLst/>
                <a:uLnTx/>
                <a:uFillTx/>
                <a:latin typeface="Arial" charset="0"/>
                <a:ea typeface="+mn-ea"/>
                <a:cs typeface="Arial" charset="0"/>
              </a:rPr>
              <a:t>бүтээгдэхүүний гадаад хэлбэр, хийцэд хамаарах 	</a:t>
            </a:r>
            <a:r>
              <a:rPr kumimoji="0" lang="mn-MN" sz="1500" b="1" u="none" strike="noStrike" kern="1200" cap="none" spc="0" normalizeH="0" baseline="0" noProof="0">
                <a:ln>
                  <a:noFill/>
                </a:ln>
                <a:solidFill>
                  <a:schemeClr val="tx1"/>
                </a:solidFill>
                <a:effectLst/>
                <a:uLnTx/>
                <a:uFillTx/>
                <a:latin typeface="Arial" charset="0"/>
                <a:ea typeface="+mn-ea"/>
                <a:cs typeface="Arial" charset="0"/>
              </a:rPr>
              <a:t>	гоёл </a:t>
            </a:r>
            <a:r>
              <a:rPr kumimoji="0" lang="mn-MN" sz="1500" b="1" u="none" strike="noStrike" kern="1200" cap="none" spc="0" normalizeH="0" baseline="0" noProof="0" dirty="0">
                <a:ln>
                  <a:noFill/>
                </a:ln>
                <a:solidFill>
                  <a:schemeClr val="tx1"/>
                </a:solidFill>
                <a:effectLst/>
                <a:uLnTx/>
                <a:uFillTx/>
                <a:latin typeface="Arial" charset="0"/>
                <a:ea typeface="+mn-ea"/>
                <a:cs typeface="Arial" charset="0"/>
              </a:rPr>
              <a:t>чимэглэл, өнгө, өнгөний хослол агуулсан, шинээр </a:t>
            </a:r>
            <a:r>
              <a:rPr kumimoji="0" lang="mn-MN" sz="1500" b="1" u="none" strike="noStrike" kern="1200" cap="none" spc="0" normalizeH="0" baseline="0" noProof="0">
                <a:ln>
                  <a:noFill/>
                </a:ln>
                <a:solidFill>
                  <a:schemeClr val="tx1"/>
                </a:solidFill>
                <a:effectLst/>
                <a:uLnTx/>
                <a:uFillTx/>
                <a:latin typeface="Arial" charset="0"/>
                <a:ea typeface="+mn-ea"/>
                <a:cs typeface="Arial" charset="0"/>
              </a:rPr>
              <a:t>зохион 		бүтээсэн </a:t>
            </a:r>
            <a:r>
              <a:rPr kumimoji="0" lang="mn-MN" sz="1500" b="1" u="none" strike="noStrike" kern="1200" cap="none" spc="0" normalizeH="0" baseline="0" noProof="0" dirty="0">
                <a:ln>
                  <a:noFill/>
                </a:ln>
                <a:solidFill>
                  <a:schemeClr val="tx1"/>
                </a:solidFill>
                <a:effectLst/>
                <a:uLnTx/>
                <a:uFillTx/>
                <a:latin typeface="Arial" charset="0"/>
                <a:ea typeface="+mn-ea"/>
                <a:cs typeface="Arial" charset="0"/>
              </a:rPr>
              <a:t>өвөрмөц шийдлийг</a:t>
            </a:r>
            <a:r>
              <a:rPr kumimoji="0" lang="en-US" sz="1500" b="1" u="none" strike="noStrike" kern="1200" cap="none" spc="0" normalizeH="0" baseline="0" noProof="0" dirty="0">
                <a:ln>
                  <a:noFill/>
                </a:ln>
                <a:solidFill>
                  <a:schemeClr val="tx1"/>
                </a:solidFill>
                <a:effectLst/>
                <a:uLnTx/>
                <a:uFillTx/>
                <a:latin typeface="Arial" charset="0"/>
                <a:ea typeface="+mn-ea"/>
                <a:cs typeface="Arial" charset="0"/>
              </a:rPr>
              <a:t>;</a:t>
            </a:r>
            <a:endParaRPr kumimoji="0" lang="en-US" sz="1400" b="1" u="none" strike="noStrike" kern="1200" cap="none" spc="0" normalizeH="0" baseline="0" noProof="0" dirty="0">
              <a:ln>
                <a:noFill/>
              </a:ln>
              <a:solidFill>
                <a:schemeClr val="tx1"/>
              </a:solidFill>
              <a:effectLst/>
              <a:uLnTx/>
              <a:uFillTx/>
              <a:latin typeface="Arial" charset="0"/>
              <a:ea typeface="+mn-ea"/>
              <a:cs typeface="Arial"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
              <a:tabLst/>
              <a:defRPr/>
            </a:pPr>
            <a:endParaRPr kumimoji="0" lang="en-US" sz="1400" b="0" u="none" strike="noStrike" kern="1200" cap="none" spc="0" normalizeH="0" baseline="0" noProof="0" dirty="0">
              <a:ln>
                <a:noFill/>
              </a:ln>
              <a:solidFill>
                <a:schemeClr val="tx1"/>
              </a:solidFill>
              <a:effectLst/>
              <a:uLnTx/>
              <a:uFillTx/>
              <a:latin typeface="Arial" charset="0"/>
              <a:ea typeface="+mn-ea"/>
              <a:cs typeface="Arial" charset="0"/>
            </a:endParaRPr>
          </a:p>
          <a:p>
            <a:pPr marL="342900" lvl="0" indent="-342900" algn="just">
              <a:lnSpc>
                <a:spcPct val="150000"/>
              </a:lnSpc>
              <a:spcBef>
                <a:spcPct val="20000"/>
              </a:spcBef>
              <a:buFont typeface="Wingdings" pitchFamily="2" charset="2"/>
              <a:buChar char="§"/>
            </a:pPr>
            <a:r>
              <a:rPr kumimoji="0" lang="mn-MN" sz="1600" b="1" i="1" u="none" strike="noStrike" kern="1200" cap="none" spc="0" normalizeH="0" baseline="0" noProof="0" dirty="0">
                <a:ln>
                  <a:noFill/>
                </a:ln>
                <a:solidFill>
                  <a:srgbClr val="2D18AC"/>
                </a:solidFill>
                <a:effectLst/>
                <a:uLnTx/>
                <a:uFillTx/>
                <a:latin typeface="Arial" charset="0"/>
                <a:ea typeface="+mn-ea"/>
                <a:cs typeface="Arial" charset="0"/>
              </a:rPr>
              <a:t>БАРААНЫ ТЭМДЭГ</a:t>
            </a:r>
            <a:r>
              <a:rPr lang="en-US" sz="1400" b="1" dirty="0">
                <a:latin typeface="Arial" charset="0"/>
                <a:cs typeface="Arial" charset="0"/>
              </a:rPr>
              <a:t>– </a:t>
            </a:r>
            <a:r>
              <a:rPr lang="en-US" sz="1500" b="1" dirty="0" err="1">
                <a:latin typeface="Arial" charset="0"/>
                <a:cs typeface="Arial" charset="0"/>
              </a:rPr>
              <a:t>аж</a:t>
            </a:r>
            <a:r>
              <a:rPr lang="en-US" sz="1500" b="1" dirty="0">
                <a:latin typeface="Arial" charset="0"/>
                <a:cs typeface="Arial" charset="0"/>
              </a:rPr>
              <a:t> </a:t>
            </a:r>
            <a:r>
              <a:rPr lang="en-US" sz="1500" b="1" dirty="0" err="1">
                <a:latin typeface="Arial" charset="0"/>
                <a:cs typeface="Arial" charset="0"/>
              </a:rPr>
              <a:t>ахуйн</a:t>
            </a:r>
            <a:r>
              <a:rPr lang="en-US" sz="1500" b="1" dirty="0">
                <a:latin typeface="Arial" charset="0"/>
                <a:cs typeface="Arial" charset="0"/>
              </a:rPr>
              <a:t> </a:t>
            </a:r>
            <a:r>
              <a:rPr lang="en-US" sz="1500" b="1" dirty="0" err="1">
                <a:latin typeface="Arial" charset="0"/>
                <a:cs typeface="Arial" charset="0"/>
              </a:rPr>
              <a:t>үйл</a:t>
            </a:r>
            <a:r>
              <a:rPr lang="en-US" sz="1500" b="1" dirty="0">
                <a:latin typeface="Arial" charset="0"/>
                <a:cs typeface="Arial" charset="0"/>
              </a:rPr>
              <a:t> </a:t>
            </a:r>
            <a:r>
              <a:rPr lang="en-US" sz="1500" b="1" dirty="0" err="1">
                <a:latin typeface="Arial" charset="0"/>
                <a:cs typeface="Arial" charset="0"/>
              </a:rPr>
              <a:t>ажиллагаа</a:t>
            </a:r>
            <a:r>
              <a:rPr lang="en-US" sz="1500" b="1" dirty="0">
                <a:latin typeface="Arial" charset="0"/>
                <a:cs typeface="Arial" charset="0"/>
              </a:rPr>
              <a:t> </a:t>
            </a:r>
            <a:r>
              <a:rPr lang="en-US" sz="1500" b="1" dirty="0" err="1">
                <a:latin typeface="Arial" charset="0"/>
                <a:cs typeface="Arial" charset="0"/>
              </a:rPr>
              <a:t>эрхлэгч</a:t>
            </a:r>
            <a:r>
              <a:rPr lang="en-US" sz="1500" b="1" dirty="0">
                <a:latin typeface="Arial" charset="0"/>
                <a:cs typeface="Arial" charset="0"/>
              </a:rPr>
              <a:t> </a:t>
            </a:r>
            <a:r>
              <a:rPr lang="en-US" sz="1500" b="1" dirty="0" err="1">
                <a:latin typeface="Arial" charset="0"/>
                <a:cs typeface="Arial" charset="0"/>
              </a:rPr>
              <a:t>нэг</a:t>
            </a:r>
            <a:r>
              <a:rPr lang="en-US" sz="1500" b="1" dirty="0">
                <a:latin typeface="Arial" charset="0"/>
                <a:cs typeface="Arial" charset="0"/>
              </a:rPr>
              <a:t> </a:t>
            </a:r>
            <a:r>
              <a:rPr lang="en-US" sz="1500" b="1" dirty="0" err="1">
                <a:latin typeface="Arial" charset="0"/>
                <a:cs typeface="Arial" charset="0"/>
              </a:rPr>
              <a:t>этгээд</a:t>
            </a:r>
            <a:r>
              <a:rPr lang="en-US" sz="1500" b="1" dirty="0">
                <a:latin typeface="Arial" charset="0"/>
                <a:cs typeface="Arial" charset="0"/>
              </a:rPr>
              <a:t> </a:t>
            </a:r>
            <a:r>
              <a:rPr lang="en-US" sz="1500" b="1" dirty="0" err="1">
                <a:latin typeface="Arial" charset="0"/>
                <a:cs typeface="Arial" charset="0"/>
              </a:rPr>
              <a:t>нөгөө</a:t>
            </a:r>
            <a:r>
              <a:rPr lang="en-US" sz="1500" b="1" dirty="0">
                <a:latin typeface="Arial" charset="0"/>
                <a:cs typeface="Arial" charset="0"/>
              </a:rPr>
              <a:t> </a:t>
            </a:r>
            <a:r>
              <a:rPr lang="en-US" sz="1500" b="1" dirty="0" err="1">
                <a:latin typeface="Arial" charset="0"/>
                <a:cs typeface="Arial" charset="0"/>
              </a:rPr>
              <a:t>этгээдээс</a:t>
            </a:r>
            <a:r>
              <a:rPr lang="en-US" sz="1500" b="1" dirty="0">
                <a:latin typeface="Arial" charset="0"/>
                <a:cs typeface="Arial" charset="0"/>
              </a:rPr>
              <a:t> 	</a:t>
            </a:r>
            <a:r>
              <a:rPr lang="en-US" sz="1500" b="1">
                <a:latin typeface="Arial" charset="0"/>
                <a:cs typeface="Arial" charset="0"/>
              </a:rPr>
              <a:t>	үйлдвэрлэл </a:t>
            </a:r>
            <a:r>
              <a:rPr lang="en-US" sz="1500" b="1" dirty="0" err="1">
                <a:latin typeface="Arial" charset="0"/>
                <a:cs typeface="Arial" charset="0"/>
              </a:rPr>
              <a:t>үйл</a:t>
            </a:r>
            <a:r>
              <a:rPr lang="en-US" sz="1500" b="1" dirty="0">
                <a:latin typeface="Arial" charset="0"/>
                <a:cs typeface="Arial" charset="0"/>
              </a:rPr>
              <a:t> </a:t>
            </a:r>
            <a:r>
              <a:rPr lang="en-US" sz="1500" b="1" dirty="0" err="1">
                <a:latin typeface="Arial" charset="0"/>
                <a:cs typeface="Arial" charset="0"/>
              </a:rPr>
              <a:t>ажиллагаагаа</a:t>
            </a:r>
            <a:r>
              <a:rPr lang="en-US" sz="1500" b="1" dirty="0">
                <a:latin typeface="Arial" charset="0"/>
                <a:cs typeface="Arial" charset="0"/>
              </a:rPr>
              <a:t> </a:t>
            </a:r>
            <a:r>
              <a:rPr lang="en-US" sz="1500" b="1" dirty="0" err="1">
                <a:latin typeface="Arial" charset="0"/>
                <a:cs typeface="Arial" charset="0"/>
              </a:rPr>
              <a:t>ялгах</a:t>
            </a:r>
            <a:r>
              <a:rPr lang="en-US" sz="1500" b="1" dirty="0">
                <a:latin typeface="Arial" charset="0"/>
                <a:cs typeface="Arial" charset="0"/>
              </a:rPr>
              <a:t> </a:t>
            </a:r>
            <a:r>
              <a:rPr lang="en-US" sz="1500" b="1" dirty="0" err="1">
                <a:latin typeface="Arial" charset="0"/>
                <a:cs typeface="Arial" charset="0"/>
              </a:rPr>
              <a:t>зорилгоор</a:t>
            </a:r>
            <a:r>
              <a:rPr lang="en-US" sz="1500" b="1" dirty="0">
                <a:latin typeface="Arial" charset="0"/>
                <a:cs typeface="Arial" charset="0"/>
              </a:rPr>
              <a:t> </a:t>
            </a:r>
            <a:r>
              <a:rPr lang="en-US" sz="1500" b="1" dirty="0" err="1">
                <a:latin typeface="Arial" charset="0"/>
                <a:cs typeface="Arial" charset="0"/>
              </a:rPr>
              <a:t>хэрэглэх</a:t>
            </a:r>
            <a:r>
              <a:rPr lang="en-US" sz="1500" b="1" dirty="0">
                <a:latin typeface="Arial" charset="0"/>
                <a:cs typeface="Arial" charset="0"/>
              </a:rPr>
              <a:t> </a:t>
            </a:r>
            <a:r>
              <a:rPr lang="mn-MN" sz="1500" b="1" dirty="0">
                <a:latin typeface="Arial" charset="0"/>
                <a:cs typeface="Arial" charset="0"/>
              </a:rPr>
              <a:t>			</a:t>
            </a:r>
            <a:r>
              <a:rPr lang="en-US" sz="1500" b="1" dirty="0" err="1">
                <a:latin typeface="Arial" charset="0"/>
                <a:cs typeface="Arial" charset="0"/>
              </a:rPr>
              <a:t>аливаа</a:t>
            </a:r>
            <a:r>
              <a:rPr lang="en-US" sz="1500" b="1" dirty="0">
                <a:latin typeface="Arial" charset="0"/>
                <a:cs typeface="Arial" charset="0"/>
              </a:rPr>
              <a:t> </a:t>
            </a:r>
            <a:r>
              <a:rPr lang="en-US" sz="1500" b="1" dirty="0" err="1">
                <a:latin typeface="Arial" charset="0"/>
                <a:cs typeface="Arial" charset="0"/>
              </a:rPr>
              <a:t>илэрхийлэл</a:t>
            </a:r>
            <a:r>
              <a:rPr lang="en-US" sz="1500" b="1" dirty="0">
                <a:latin typeface="Arial" charset="0"/>
                <a:cs typeface="Arial" charset="0"/>
              </a:rPr>
              <a:t>;</a:t>
            </a:r>
            <a:endParaRPr kumimoji="0" lang="en-US" sz="1400" b="0" u="none" strike="noStrike" kern="1200" cap="none" spc="0" normalizeH="0" baseline="0" noProof="0" dirty="0">
              <a:ln>
                <a:noFill/>
              </a:ln>
              <a:solidFill>
                <a:schemeClr val="tx1"/>
              </a:solidFill>
              <a:effectLst/>
              <a:uLnTx/>
              <a:uFillTx/>
              <a:latin typeface="Arial" charset="0"/>
              <a:ea typeface="+mn-ea"/>
              <a:cs typeface="Arial" charset="0"/>
            </a:endParaRPr>
          </a:p>
        </p:txBody>
      </p:sp>
      <p:sp>
        <p:nvSpPr>
          <p:cNvPr id="5" name="Title 1"/>
          <p:cNvSpPr>
            <a:spLocks noGrp="1"/>
          </p:cNvSpPr>
          <p:nvPr>
            <p:ph type="title"/>
          </p:nvPr>
        </p:nvSpPr>
        <p:spPr>
          <a:xfrm>
            <a:off x="2438400" y="214290"/>
            <a:ext cx="4648200" cy="877886"/>
          </a:xfrm>
        </p:spPr>
        <p:txBody>
          <a:bodyPr>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mn-MN" sz="2400" b="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t>Аж үйлдвэрийн өмч</a:t>
            </a:r>
            <a:endParaRPr lang="en-US" sz="2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endParaRPr>
          </a:p>
        </p:txBody>
      </p:sp>
      <p:graphicFrame>
        <p:nvGraphicFramePr>
          <p:cNvPr id="149506" name="Object 2"/>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3" imgW="32961960" imgH="6570720" progId="">
                  <p:embed/>
                </p:oleObj>
              </mc:Choice>
              <mc:Fallback>
                <p:oleObj name="CorelDRAW" r:id="rId3" imgW="32961960" imgH="657072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533400" y="1428736"/>
            <a:ext cx="8153400" cy="3810000"/>
          </a:xfrm>
          <a:prstGeom prst="rect">
            <a:avLst/>
          </a:prstGeom>
        </p:spPr>
        <p:txBody>
          <a:bodyPr vert="horz" lIns="91440" tIns="45720" rIns="91440" bIns="45720" rtlCol="0">
            <a:noAutofit/>
          </a:bodyPr>
          <a:lstStyle/>
          <a:p>
            <a:pPr marL="342900" lvl="0" indent="-342900">
              <a:lnSpc>
                <a:spcPct val="150000"/>
              </a:lnSpc>
              <a:spcBef>
                <a:spcPct val="20000"/>
              </a:spcBef>
              <a:buFont typeface="Arial" pitchFamily="34" charset="0"/>
              <a:buChar char="•"/>
              <a:defRPr/>
            </a:pPr>
            <a:r>
              <a:rPr kumimoji="0" lang="en-US" sz="1500" b="1" i="1" u="none" strike="noStrike" kern="1200" cap="none" spc="0" normalizeH="0" baseline="0" noProof="0" dirty="0">
                <a:ln>
                  <a:noFill/>
                </a:ln>
                <a:solidFill>
                  <a:srgbClr val="2D18AC"/>
                </a:solidFill>
                <a:effectLst/>
                <a:uLnTx/>
                <a:uFillTx/>
                <a:latin typeface="Arial" pitchFamily="34" charset="0"/>
                <a:cs typeface="Arial" pitchFamily="34" charset="0"/>
              </a:rPr>
              <a:t>Г</a:t>
            </a:r>
            <a:r>
              <a:rPr lang="mn-MN" sz="1500" b="1" i="1" dirty="0">
                <a:solidFill>
                  <a:srgbClr val="2D18AC"/>
                </a:solidFill>
                <a:latin typeface="Arial" pitchFamily="34" charset="0"/>
                <a:cs typeface="Arial" pitchFamily="34" charset="0"/>
              </a:rPr>
              <a:t>АЗАР ЗҮЙН ЗААЛТ</a:t>
            </a:r>
            <a:r>
              <a:rPr kumimoji="0" lang="en-US" sz="1500" b="1" i="1" u="none" strike="noStrike" kern="1200" cap="none" spc="0" normalizeH="0" baseline="0" noProof="0" dirty="0">
                <a:ln>
                  <a:noFill/>
                </a:ln>
                <a:solidFill>
                  <a:srgbClr val="2D18AC"/>
                </a:solidFill>
                <a:effectLst/>
                <a:uLnTx/>
                <a:uFillTx/>
                <a:latin typeface="Arial" pitchFamily="34" charset="0"/>
                <a:cs typeface="Arial" pitchFamily="34" charset="0"/>
              </a:rPr>
              <a:t> </a:t>
            </a:r>
            <a:r>
              <a:rPr kumimoji="0" lang="en-US" sz="1400" b="1" u="none" strike="noStrike" kern="1200" cap="none" spc="0" normalizeH="0" baseline="0" noProof="0" dirty="0">
                <a:ln>
                  <a:noFill/>
                </a:ln>
                <a:solidFill>
                  <a:schemeClr val="tx1"/>
                </a:solidFill>
                <a:effectLst/>
                <a:uLnTx/>
                <a:uFillTx/>
                <a:latin typeface="Arial" pitchFamily="34" charset="0"/>
                <a:cs typeface="Arial" pitchFamily="34" charset="0"/>
              </a:rPr>
              <a:t>- </a:t>
            </a:r>
            <a:r>
              <a:rPr lang="en-US" sz="1400" b="1" dirty="0" err="1">
                <a:latin typeface="Arial" pitchFamily="34" charset="0"/>
                <a:cs typeface="Arial" pitchFamily="34" charset="0"/>
              </a:rPr>
              <a:t>тухайн</a:t>
            </a:r>
            <a:r>
              <a:rPr lang="en-US" sz="1400" b="1" dirty="0">
                <a:latin typeface="Arial" pitchFamily="34" charset="0"/>
                <a:cs typeface="Arial" pitchFamily="34" charset="0"/>
              </a:rPr>
              <a:t> </a:t>
            </a:r>
            <a:r>
              <a:rPr lang="en-US" sz="1400" b="1" dirty="0" err="1">
                <a:latin typeface="Arial" pitchFamily="34" charset="0"/>
                <a:cs typeface="Arial" pitchFamily="34" charset="0"/>
              </a:rPr>
              <a:t>барааны</a:t>
            </a:r>
            <a:r>
              <a:rPr lang="en-US" sz="1400" b="1" dirty="0">
                <a:latin typeface="Arial" pitchFamily="34" charset="0"/>
                <a:cs typeface="Arial" pitchFamily="34" charset="0"/>
              </a:rPr>
              <a:t> </a:t>
            </a:r>
            <a:r>
              <a:rPr lang="en-US" sz="1400" b="1" dirty="0" err="1">
                <a:latin typeface="Arial" pitchFamily="34" charset="0"/>
                <a:cs typeface="Arial" pitchFamily="34" charset="0"/>
              </a:rPr>
              <a:t>чанар</a:t>
            </a:r>
            <a:r>
              <a:rPr lang="en-US" sz="1400" b="1" dirty="0">
                <a:latin typeface="Arial" pitchFamily="34" charset="0"/>
                <a:cs typeface="Arial" pitchFamily="34" charset="0"/>
              </a:rPr>
              <a:t>, </a:t>
            </a:r>
            <a:r>
              <a:rPr lang="en-US" sz="1400" b="1" dirty="0" err="1">
                <a:latin typeface="Arial" pitchFamily="34" charset="0"/>
                <a:cs typeface="Arial" pitchFamily="34" charset="0"/>
              </a:rPr>
              <a:t>нэр</a:t>
            </a:r>
            <a:r>
              <a:rPr lang="en-US" sz="1400" b="1" dirty="0">
                <a:latin typeface="Arial" pitchFamily="34" charset="0"/>
                <a:cs typeface="Arial" pitchFamily="34" charset="0"/>
              </a:rPr>
              <a:t> </a:t>
            </a:r>
            <a:r>
              <a:rPr lang="en-US" sz="1400" b="1" dirty="0" err="1">
                <a:latin typeface="Arial" pitchFamily="34" charset="0"/>
                <a:cs typeface="Arial" pitchFamily="34" charset="0"/>
              </a:rPr>
              <a:t>хүнд</a:t>
            </a:r>
            <a:r>
              <a:rPr lang="en-US" sz="1400" b="1" dirty="0">
                <a:latin typeface="Arial" pitchFamily="34" charset="0"/>
                <a:cs typeface="Arial" pitchFamily="34" charset="0"/>
              </a:rPr>
              <a:t>, </a:t>
            </a:r>
            <a:r>
              <a:rPr lang="en-US" sz="1400" b="1" dirty="0" err="1">
                <a:latin typeface="Arial" pitchFamily="34" charset="0"/>
                <a:cs typeface="Arial" pitchFamily="34" charset="0"/>
              </a:rPr>
              <a:t>онцлог</a:t>
            </a:r>
            <a:r>
              <a:rPr lang="en-US" sz="1400" b="1" dirty="0">
                <a:latin typeface="Arial" pitchFamily="34" charset="0"/>
                <a:cs typeface="Arial" pitchFamily="34" charset="0"/>
              </a:rPr>
              <a:t> </a:t>
            </a:r>
            <a:r>
              <a:rPr lang="en-US" sz="1400" b="1" dirty="0" err="1">
                <a:latin typeface="Arial" pitchFamily="34" charset="0"/>
                <a:cs typeface="Arial" pitchFamily="34" charset="0"/>
              </a:rPr>
              <a:t>бусад</a:t>
            </a:r>
            <a:r>
              <a:rPr lang="en-US" sz="1400" b="1" dirty="0">
                <a:latin typeface="Arial" pitchFamily="34" charset="0"/>
                <a:cs typeface="Arial" pitchFamily="34" charset="0"/>
              </a:rPr>
              <a:t> </a:t>
            </a:r>
            <a:r>
              <a:rPr lang="en-US" sz="1400" b="1" dirty="0" err="1">
                <a:latin typeface="Arial" pitchFamily="34" charset="0"/>
                <a:cs typeface="Arial" pitchFamily="34" charset="0"/>
              </a:rPr>
              <a:t>шинж</a:t>
            </a:r>
            <a:r>
              <a:rPr lang="en-US" sz="1400" b="1" dirty="0">
                <a:latin typeface="Arial" pitchFamily="34" charset="0"/>
                <a:cs typeface="Arial" pitchFamily="34" charset="0"/>
              </a:rPr>
              <a:t> </a:t>
            </a:r>
            <a:r>
              <a:rPr lang="en-US" sz="1400" b="1" dirty="0" err="1">
                <a:latin typeface="Arial" pitchFamily="34" charset="0"/>
                <a:cs typeface="Arial" pitchFamily="34" charset="0"/>
              </a:rPr>
              <a:t>чанар</a:t>
            </a:r>
            <a:r>
              <a:rPr lang="en-US" sz="1400" b="1" dirty="0">
                <a:latin typeface="Arial" pitchFamily="34" charset="0"/>
                <a:cs typeface="Arial" pitchFamily="34" charset="0"/>
              </a:rPr>
              <a:t> </a:t>
            </a:r>
            <a:r>
              <a:rPr lang="en-US" sz="1400" b="1" dirty="0" err="1">
                <a:latin typeface="Arial" pitchFamily="34" charset="0"/>
                <a:cs typeface="Arial" pitchFamily="34" charset="0"/>
              </a:rPr>
              <a:t>нь</a:t>
            </a:r>
            <a:r>
              <a:rPr lang="en-US" sz="1400" b="1" dirty="0">
                <a:latin typeface="Arial" pitchFamily="34" charset="0"/>
                <a:cs typeface="Arial" pitchFamily="34" charset="0"/>
              </a:rPr>
              <a:t> </a:t>
            </a:r>
            <a:r>
              <a:rPr lang="mn-MN" sz="1400" b="1" dirty="0">
                <a:latin typeface="Arial" pitchFamily="34" charset="0"/>
                <a:cs typeface="Arial" pitchFamily="34" charset="0"/>
              </a:rPr>
              <a:t>		</a:t>
            </a:r>
            <a:r>
              <a:rPr lang="en-US" sz="1400" b="1" dirty="0" err="1">
                <a:latin typeface="Arial" pitchFamily="34" charset="0"/>
                <a:cs typeface="Arial" pitchFamily="34" charset="0"/>
              </a:rPr>
              <a:t>түүний</a:t>
            </a:r>
            <a:r>
              <a:rPr lang="en-US" sz="1400" b="1" dirty="0">
                <a:latin typeface="Arial" pitchFamily="34" charset="0"/>
                <a:cs typeface="Arial" pitchFamily="34" charset="0"/>
              </a:rPr>
              <a:t> </a:t>
            </a:r>
            <a:r>
              <a:rPr lang="en-US" sz="1400" b="1" dirty="0" err="1">
                <a:latin typeface="Arial" pitchFamily="34" charset="0"/>
                <a:cs typeface="Arial" pitchFamily="34" charset="0"/>
              </a:rPr>
              <a:t>газар</a:t>
            </a:r>
            <a:r>
              <a:rPr lang="en-US" sz="1400" b="1" dirty="0">
                <a:latin typeface="Arial" pitchFamily="34" charset="0"/>
                <a:cs typeface="Arial" pitchFamily="34" charset="0"/>
              </a:rPr>
              <a:t> </a:t>
            </a:r>
            <a:r>
              <a:rPr lang="en-US" sz="1400" b="1" dirty="0" err="1">
                <a:latin typeface="Arial" pitchFamily="34" charset="0"/>
                <a:cs typeface="Arial" pitchFamily="34" charset="0"/>
              </a:rPr>
              <a:t>зүйн</a:t>
            </a:r>
            <a:r>
              <a:rPr lang="en-US" sz="1400" b="1" dirty="0">
                <a:latin typeface="Arial" pitchFamily="34" charset="0"/>
                <a:cs typeface="Arial" pitchFamily="34" charset="0"/>
              </a:rPr>
              <a:t> </a:t>
            </a:r>
            <a:r>
              <a:rPr lang="en-US" sz="1400" b="1" dirty="0" err="1">
                <a:latin typeface="Arial" pitchFamily="34" charset="0"/>
                <a:cs typeface="Arial" pitchFamily="34" charset="0"/>
              </a:rPr>
              <a:t>гарал</a:t>
            </a:r>
            <a:r>
              <a:rPr lang="en-US" sz="1400" b="1" dirty="0">
                <a:latin typeface="Arial" pitchFamily="34" charset="0"/>
                <a:cs typeface="Arial" pitchFamily="34" charset="0"/>
              </a:rPr>
              <a:t> </a:t>
            </a:r>
            <a:r>
              <a:rPr lang="en-US" sz="1400" b="1" dirty="0" err="1">
                <a:latin typeface="Arial" pitchFamily="34" charset="0"/>
                <a:cs typeface="Arial" pitchFamily="34" charset="0"/>
              </a:rPr>
              <a:t>үүсэлтэй</a:t>
            </a:r>
            <a:r>
              <a:rPr lang="en-US" sz="1400" b="1" dirty="0">
                <a:latin typeface="Arial" pitchFamily="34" charset="0"/>
                <a:cs typeface="Arial" pitchFamily="34" charset="0"/>
              </a:rPr>
              <a:t> </a:t>
            </a:r>
            <a:r>
              <a:rPr lang="en-US" sz="1400" b="1" dirty="0" err="1">
                <a:latin typeface="Arial" pitchFamily="34" charset="0"/>
                <a:cs typeface="Arial" pitchFamily="34" charset="0"/>
              </a:rPr>
              <a:t>салшгүй</a:t>
            </a:r>
            <a:r>
              <a:rPr lang="en-US" sz="1400" b="1" dirty="0">
                <a:latin typeface="Arial" pitchFamily="34" charset="0"/>
                <a:cs typeface="Arial" pitchFamily="34" charset="0"/>
              </a:rPr>
              <a:t> </a:t>
            </a:r>
            <a:r>
              <a:rPr lang="en-US" sz="1400" b="1" dirty="0" err="1">
                <a:latin typeface="Arial" pitchFamily="34" charset="0"/>
                <a:cs typeface="Arial" pitchFamily="34" charset="0"/>
              </a:rPr>
              <a:t>холбоотойг</a:t>
            </a:r>
            <a:r>
              <a:rPr lang="en-US" sz="1400" b="1" dirty="0">
                <a:latin typeface="Arial" pitchFamily="34" charset="0"/>
                <a:cs typeface="Arial" pitchFamily="34" charset="0"/>
              </a:rPr>
              <a:t> </a:t>
            </a:r>
            <a:r>
              <a:rPr lang="en-US" sz="1400" b="1" dirty="0" err="1">
                <a:latin typeface="Arial" pitchFamily="34" charset="0"/>
                <a:cs typeface="Arial" pitchFamily="34" charset="0"/>
              </a:rPr>
              <a:t>илэрхийлсэн</a:t>
            </a:r>
            <a:r>
              <a:rPr lang="en-US" sz="1400" b="1" dirty="0">
                <a:latin typeface="Arial" pitchFamily="34" charset="0"/>
                <a:cs typeface="Arial" pitchFamily="34" charset="0"/>
              </a:rPr>
              <a:t>, </a:t>
            </a:r>
            <a:r>
              <a:rPr lang="mn-MN" sz="1400" b="1" dirty="0">
                <a:latin typeface="Arial" pitchFamily="34" charset="0"/>
                <a:cs typeface="Arial" pitchFamily="34" charset="0"/>
              </a:rPr>
              <a:t>		</a:t>
            </a:r>
            <a:r>
              <a:rPr lang="en-US" sz="1400" b="1" dirty="0" err="1">
                <a:latin typeface="Arial" pitchFamily="34" charset="0"/>
                <a:cs typeface="Arial" pitchFamily="34" charset="0"/>
              </a:rPr>
              <a:t>тус</a:t>
            </a:r>
            <a:r>
              <a:rPr lang="en-US" sz="1400" b="1" dirty="0">
                <a:latin typeface="Arial" pitchFamily="34" charset="0"/>
                <a:cs typeface="Arial" pitchFamily="34" charset="0"/>
              </a:rPr>
              <a:t> </a:t>
            </a:r>
            <a:r>
              <a:rPr lang="en-US" sz="1400" b="1" dirty="0" err="1">
                <a:latin typeface="Arial" pitchFamily="34" charset="0"/>
                <a:cs typeface="Arial" pitchFamily="34" charset="0"/>
              </a:rPr>
              <a:t>барааг</a:t>
            </a:r>
            <a:r>
              <a:rPr lang="en-US" sz="1400" b="1" dirty="0">
                <a:latin typeface="Arial" pitchFamily="34" charset="0"/>
                <a:cs typeface="Arial" pitchFamily="34" charset="0"/>
              </a:rPr>
              <a:t> </a:t>
            </a:r>
            <a:r>
              <a:rPr lang="en-US" sz="1400" b="1" dirty="0" err="1">
                <a:latin typeface="Arial" pitchFamily="34" charset="0"/>
                <a:cs typeface="Arial" pitchFamily="34" charset="0"/>
              </a:rPr>
              <a:t>үйлдвэрлэсэн</a:t>
            </a:r>
            <a:r>
              <a:rPr lang="en-US" sz="1400" b="1" dirty="0">
                <a:latin typeface="Arial" pitchFamily="34" charset="0"/>
                <a:cs typeface="Arial" pitchFamily="34" charset="0"/>
              </a:rPr>
              <a:t> </a:t>
            </a:r>
            <a:r>
              <a:rPr lang="en-US" sz="1400" b="1" dirty="0" err="1">
                <a:latin typeface="Arial" pitchFamily="34" charset="0"/>
                <a:cs typeface="Arial" pitchFamily="34" charset="0"/>
              </a:rPr>
              <a:t>улс</a:t>
            </a:r>
            <a:r>
              <a:rPr lang="en-US" sz="1400" b="1" dirty="0">
                <a:latin typeface="Arial" pitchFamily="34" charset="0"/>
                <a:cs typeface="Arial" pitchFamily="34" charset="0"/>
              </a:rPr>
              <a:t>, </a:t>
            </a:r>
            <a:r>
              <a:rPr lang="en-US" sz="1400" b="1" dirty="0" err="1">
                <a:latin typeface="Arial" pitchFamily="34" charset="0"/>
                <a:cs typeface="Arial" pitchFamily="34" charset="0"/>
              </a:rPr>
              <a:t>бүс</a:t>
            </a:r>
            <a:r>
              <a:rPr lang="en-US" sz="1400" b="1" dirty="0">
                <a:latin typeface="Arial" pitchFamily="34" charset="0"/>
                <a:cs typeface="Arial" pitchFamily="34" charset="0"/>
              </a:rPr>
              <a:t>, </a:t>
            </a:r>
            <a:r>
              <a:rPr lang="en-US" sz="1400" b="1" dirty="0" err="1">
                <a:latin typeface="Arial" pitchFamily="34" charset="0"/>
                <a:cs typeface="Arial" pitchFamily="34" charset="0"/>
              </a:rPr>
              <a:t>газар</a:t>
            </a:r>
            <a:r>
              <a:rPr lang="en-US" sz="1400" b="1" dirty="0">
                <a:latin typeface="Arial" pitchFamily="34" charset="0"/>
                <a:cs typeface="Arial" pitchFamily="34" charset="0"/>
              </a:rPr>
              <a:t> </a:t>
            </a:r>
            <a:r>
              <a:rPr lang="en-US" sz="1400" b="1" dirty="0" err="1">
                <a:latin typeface="Arial" pitchFamily="34" charset="0"/>
                <a:cs typeface="Arial" pitchFamily="34" charset="0"/>
              </a:rPr>
              <a:t>нутгийн</a:t>
            </a:r>
            <a:r>
              <a:rPr lang="en-US" sz="1400" b="1" dirty="0">
                <a:latin typeface="Arial" pitchFamily="34" charset="0"/>
                <a:cs typeface="Arial" pitchFamily="34" charset="0"/>
              </a:rPr>
              <a:t> </a:t>
            </a:r>
            <a:r>
              <a:rPr lang="en-US" sz="1400" b="1" dirty="0" err="1">
                <a:latin typeface="Arial" pitchFamily="34" charset="0"/>
                <a:cs typeface="Arial" pitchFamily="34" charset="0"/>
              </a:rPr>
              <a:t>газар</a:t>
            </a:r>
            <a:r>
              <a:rPr lang="en-US" sz="1400" b="1" dirty="0">
                <a:latin typeface="Arial" pitchFamily="34" charset="0"/>
                <a:cs typeface="Arial" pitchFamily="34" charset="0"/>
              </a:rPr>
              <a:t> </a:t>
            </a:r>
            <a:r>
              <a:rPr lang="en-US" sz="1400" b="1" dirty="0" err="1">
                <a:latin typeface="Arial" pitchFamily="34" charset="0"/>
                <a:cs typeface="Arial" pitchFamily="34" charset="0"/>
              </a:rPr>
              <a:t>зүйн</a:t>
            </a:r>
            <a:r>
              <a:rPr lang="en-US" sz="1400" b="1" dirty="0">
                <a:latin typeface="Arial" pitchFamily="34" charset="0"/>
                <a:cs typeface="Arial" pitchFamily="34" charset="0"/>
              </a:rPr>
              <a:t> </a:t>
            </a:r>
            <a:r>
              <a:rPr lang="en-US" sz="1400" b="1" dirty="0" err="1">
                <a:latin typeface="Arial" pitchFamily="34" charset="0"/>
                <a:cs typeface="Arial" pitchFamily="34" charset="0"/>
              </a:rPr>
              <a:t>нэрийг</a:t>
            </a:r>
            <a:endParaRPr kumimoji="0" lang="mn-MN" sz="1400" b="1" u="none" strike="noStrike" kern="1200" cap="none" spc="0" normalizeH="0" baseline="0" noProof="0" dirty="0">
              <a:ln>
                <a:noFill/>
              </a:ln>
              <a:solidFill>
                <a:schemeClr val="tx1"/>
              </a:solidFill>
              <a:effectLst/>
              <a:uLnTx/>
              <a:uFillTx/>
              <a:latin typeface="Arial" pitchFamily="34" charset="0"/>
              <a:cs typeface="Arial"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chemeClr val="tx1"/>
              </a:solidFill>
              <a:effectLst/>
              <a:uLnTx/>
              <a:uFillTx/>
              <a:latin typeface="Arial" pitchFamily="34" charset="0"/>
              <a:cs typeface="Arial" pitchFamily="34" charset="0"/>
            </a:endParaRP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mn-MN" sz="1500" b="1" i="1" u="none" strike="noStrike" kern="1200" cap="none" spc="0" normalizeH="0" baseline="0" noProof="0" dirty="0">
                <a:ln>
                  <a:noFill/>
                </a:ln>
                <a:solidFill>
                  <a:srgbClr val="2D18AC"/>
                </a:solidFill>
                <a:effectLst/>
                <a:uLnTx/>
                <a:uFillTx/>
                <a:latin typeface="Arial" pitchFamily="34" charset="0"/>
                <a:cs typeface="Arial" pitchFamily="34" charset="0"/>
              </a:rPr>
              <a:t>БИЗНЕСИЙН</a:t>
            </a:r>
            <a:r>
              <a:rPr kumimoji="0" lang="mn-MN" sz="1500" b="1" i="1" u="none" strike="noStrike" kern="1200" cap="none" spc="0" normalizeH="0" noProof="0" dirty="0">
                <a:ln>
                  <a:noFill/>
                </a:ln>
                <a:solidFill>
                  <a:srgbClr val="2D18AC"/>
                </a:solidFill>
                <a:effectLst/>
                <a:uLnTx/>
                <a:uFillTx/>
                <a:latin typeface="Arial" pitchFamily="34" charset="0"/>
                <a:cs typeface="Arial" pitchFamily="34" charset="0"/>
              </a:rPr>
              <a:t> НУУЦ</a:t>
            </a:r>
            <a:r>
              <a:rPr kumimoji="0" lang="en-US" sz="1500" b="1" i="1" u="none" strike="noStrike" kern="1200" cap="none" spc="0" normalizeH="0" baseline="0" noProof="0" dirty="0">
                <a:ln>
                  <a:noFill/>
                </a:ln>
                <a:solidFill>
                  <a:srgbClr val="2D18AC"/>
                </a:solidFill>
                <a:effectLst/>
                <a:uLnTx/>
                <a:uFillTx/>
                <a:latin typeface="Arial" pitchFamily="34" charset="0"/>
                <a:cs typeface="Arial" pitchFamily="34" charset="0"/>
              </a:rPr>
              <a:t> </a:t>
            </a:r>
            <a:r>
              <a:rPr kumimoji="0" lang="en-US" sz="1400" b="1" i="1" u="none" strike="noStrike" kern="1200" cap="none" spc="0" normalizeH="0" baseline="0" noProof="0" dirty="0">
                <a:ln>
                  <a:noFill/>
                </a:ln>
                <a:solidFill>
                  <a:schemeClr val="tx1"/>
                </a:solidFill>
                <a:effectLst/>
                <a:uLnTx/>
                <a:uFillTx/>
                <a:latin typeface="Arial" pitchFamily="34" charset="0"/>
                <a:cs typeface="Arial" pitchFamily="34" charset="0"/>
              </a:rPr>
              <a:t>- </a:t>
            </a:r>
            <a:r>
              <a:rPr kumimoji="0" lang="en-US" sz="1400" b="1" u="none" strike="noStrike" kern="1200" cap="none" spc="0" normalizeH="0" baseline="0" noProof="0" dirty="0" err="1">
                <a:ln>
                  <a:noFill/>
                </a:ln>
                <a:solidFill>
                  <a:schemeClr val="tx1"/>
                </a:solidFill>
                <a:effectLst/>
                <a:uLnTx/>
                <a:uFillTx/>
                <a:latin typeface="Arial" pitchFamily="34" charset="0"/>
                <a:cs typeface="Arial" pitchFamily="34" charset="0"/>
              </a:rPr>
              <a:t>тухайн</a:t>
            </a:r>
            <a:r>
              <a:rPr kumimoji="0" lang="en-US" sz="1400" b="1" u="none" strike="noStrike" kern="1200" cap="none" spc="0" normalizeH="0" baseline="0" noProof="0" dirty="0">
                <a:ln>
                  <a:noFill/>
                </a:ln>
                <a:solidFill>
                  <a:schemeClr val="tx1"/>
                </a:solidFill>
                <a:effectLst/>
                <a:uLnTx/>
                <a:uFillTx/>
                <a:latin typeface="Arial" pitchFamily="34" charset="0"/>
                <a:cs typeface="Arial" pitchFamily="34" charset="0"/>
              </a:rPr>
              <a:t> </a:t>
            </a:r>
            <a:r>
              <a:rPr kumimoji="0" lang="en-US" sz="1400" b="1" u="none" strike="noStrike" kern="1200" cap="none" spc="0" normalizeH="0" baseline="0" noProof="0" dirty="0" err="1">
                <a:ln>
                  <a:noFill/>
                </a:ln>
                <a:solidFill>
                  <a:schemeClr val="tx1"/>
                </a:solidFill>
                <a:effectLst/>
                <a:uLnTx/>
                <a:uFillTx/>
                <a:latin typeface="Arial" pitchFamily="34" charset="0"/>
                <a:cs typeface="Arial" pitchFamily="34" charset="0"/>
              </a:rPr>
              <a:t>үйлдвэр</a:t>
            </a:r>
            <a:r>
              <a:rPr kumimoji="0" lang="en-US" sz="1400" b="1" u="none" strike="noStrike" kern="1200" cap="none" spc="0" normalizeH="0" baseline="0" noProof="0" dirty="0">
                <a:ln>
                  <a:noFill/>
                </a:ln>
                <a:solidFill>
                  <a:schemeClr val="tx1"/>
                </a:solidFill>
                <a:effectLst/>
                <a:uLnTx/>
                <a:uFillTx/>
                <a:latin typeface="Arial" pitchFamily="34" charset="0"/>
                <a:cs typeface="Arial" pitchFamily="34" charset="0"/>
              </a:rPr>
              <a:t>, </a:t>
            </a:r>
            <a:r>
              <a:rPr kumimoji="0" lang="en-US" sz="1400" b="1" u="none" strike="noStrike" kern="1200" cap="none" spc="0" normalizeH="0" baseline="0" noProof="0" dirty="0" err="1">
                <a:ln>
                  <a:noFill/>
                </a:ln>
                <a:solidFill>
                  <a:schemeClr val="tx1"/>
                </a:solidFill>
                <a:effectLst/>
                <a:uLnTx/>
                <a:uFillTx/>
                <a:latin typeface="Arial" pitchFamily="34" charset="0"/>
                <a:cs typeface="Arial" pitchFamily="34" charset="0"/>
              </a:rPr>
              <a:t>аж</a:t>
            </a:r>
            <a:r>
              <a:rPr kumimoji="0" lang="en-US" sz="1400" b="1" u="none" strike="noStrike" kern="1200" cap="none" spc="0" normalizeH="0" baseline="0" noProof="0" dirty="0">
                <a:ln>
                  <a:noFill/>
                </a:ln>
                <a:solidFill>
                  <a:schemeClr val="tx1"/>
                </a:solidFill>
                <a:effectLst/>
                <a:uLnTx/>
                <a:uFillTx/>
                <a:latin typeface="Arial" pitchFamily="34" charset="0"/>
                <a:cs typeface="Arial" pitchFamily="34" charset="0"/>
              </a:rPr>
              <a:t> </a:t>
            </a:r>
            <a:r>
              <a:rPr kumimoji="0" lang="en-US" sz="1400" b="1" u="none" strike="noStrike" kern="1200" cap="none" spc="0" normalizeH="0" baseline="0" noProof="0" dirty="0" err="1">
                <a:ln>
                  <a:noFill/>
                </a:ln>
                <a:solidFill>
                  <a:schemeClr val="tx1"/>
                </a:solidFill>
                <a:effectLst/>
                <a:uLnTx/>
                <a:uFillTx/>
                <a:latin typeface="Arial" pitchFamily="34" charset="0"/>
                <a:cs typeface="Arial" pitchFamily="34" charset="0"/>
              </a:rPr>
              <a:t>ахйн</a:t>
            </a:r>
            <a:r>
              <a:rPr kumimoji="0" lang="en-US" sz="1400" b="1" u="none" strike="noStrike" kern="1200" cap="none" spc="0" normalizeH="0" baseline="0" noProof="0" dirty="0">
                <a:ln>
                  <a:noFill/>
                </a:ln>
                <a:solidFill>
                  <a:schemeClr val="tx1"/>
                </a:solidFill>
                <a:effectLst/>
                <a:uLnTx/>
                <a:uFillTx/>
                <a:latin typeface="Arial" pitchFamily="34" charset="0"/>
                <a:cs typeface="Arial" pitchFamily="34" charset="0"/>
              </a:rPr>
              <a:t> </a:t>
            </a:r>
            <a:r>
              <a:rPr kumimoji="0" lang="en-US" sz="1400" b="1" u="none" strike="noStrike" kern="1200" cap="none" spc="0" normalizeH="0" baseline="0" noProof="0" dirty="0" err="1">
                <a:ln>
                  <a:noFill/>
                </a:ln>
                <a:solidFill>
                  <a:schemeClr val="tx1"/>
                </a:solidFill>
                <a:effectLst/>
                <a:uLnTx/>
                <a:uFillTx/>
                <a:latin typeface="Arial" pitchFamily="34" charset="0"/>
                <a:cs typeface="Arial" pitchFamily="34" charset="0"/>
              </a:rPr>
              <a:t>газрын</a:t>
            </a:r>
            <a:r>
              <a:rPr kumimoji="0" lang="en-US" sz="1400" b="1" u="none" strike="noStrike" kern="1200" cap="none" spc="0" normalizeH="0" baseline="0" noProof="0" dirty="0">
                <a:ln>
                  <a:noFill/>
                </a:ln>
                <a:solidFill>
                  <a:schemeClr val="tx1"/>
                </a:solidFill>
                <a:effectLst/>
                <a:uLnTx/>
                <a:uFillTx/>
                <a:latin typeface="Arial" pitchFamily="34" charset="0"/>
                <a:cs typeface="Arial" pitchFamily="34" charset="0"/>
              </a:rPr>
              <a:t> </a:t>
            </a:r>
            <a:r>
              <a:rPr kumimoji="0" lang="en-US" sz="1400" b="1" u="none" strike="noStrike" kern="1200" cap="none" spc="0" normalizeH="0" baseline="0" noProof="0" dirty="0" err="1">
                <a:ln>
                  <a:noFill/>
                </a:ln>
                <a:solidFill>
                  <a:schemeClr val="tx1"/>
                </a:solidFill>
                <a:effectLst/>
                <a:uLnTx/>
                <a:uFillTx/>
                <a:latin typeface="Arial" pitchFamily="34" charset="0"/>
                <a:cs typeface="Arial" pitchFamily="34" charset="0"/>
              </a:rPr>
              <a:t>үйл</a:t>
            </a:r>
            <a:r>
              <a:rPr kumimoji="0" lang="en-US" sz="1400" b="1" u="none" strike="noStrike" kern="1200" cap="none" spc="0" normalizeH="0" baseline="0" noProof="0" dirty="0">
                <a:ln>
                  <a:noFill/>
                </a:ln>
                <a:solidFill>
                  <a:schemeClr val="tx1"/>
                </a:solidFill>
                <a:effectLst/>
                <a:uLnTx/>
                <a:uFillTx/>
                <a:latin typeface="Arial" pitchFamily="34" charset="0"/>
                <a:cs typeface="Arial" pitchFamily="34" charset="0"/>
              </a:rPr>
              <a:t> </a:t>
            </a:r>
            <a:r>
              <a:rPr kumimoji="0" lang="en-US" sz="1400" b="1" u="none" strike="noStrike" kern="1200" cap="none" spc="0" normalizeH="0" baseline="0" noProof="0" dirty="0" err="1">
                <a:ln>
                  <a:noFill/>
                </a:ln>
                <a:solidFill>
                  <a:schemeClr val="tx1"/>
                </a:solidFill>
                <a:effectLst/>
                <a:uLnTx/>
                <a:uFillTx/>
                <a:latin typeface="Arial" pitchFamily="34" charset="0"/>
                <a:cs typeface="Arial" pitchFamily="34" charset="0"/>
              </a:rPr>
              <a:t>ажиллагаагаа</a:t>
            </a:r>
            <a:r>
              <a:rPr kumimoji="0" lang="en-US" sz="1400" b="1" u="none" strike="noStrike" kern="1200" cap="none" spc="0" normalizeH="0" baseline="0" noProof="0" dirty="0">
                <a:ln>
                  <a:noFill/>
                </a:ln>
                <a:solidFill>
                  <a:schemeClr val="tx1"/>
                </a:solidFill>
                <a:effectLst/>
                <a:uLnTx/>
                <a:uFillTx/>
                <a:latin typeface="Arial" pitchFamily="34" charset="0"/>
                <a:cs typeface="Arial" pitchFamily="34" charset="0"/>
              </a:rPr>
              <a:t> </a:t>
            </a:r>
            <a:r>
              <a:rPr kumimoji="0" lang="mn-MN" sz="1400" b="1" u="none" strike="noStrike" kern="1200" cap="none" spc="0" normalizeH="0" baseline="0" noProof="0" dirty="0">
                <a:ln>
                  <a:noFill/>
                </a:ln>
                <a:solidFill>
                  <a:schemeClr val="tx1"/>
                </a:solidFill>
                <a:effectLst/>
                <a:uLnTx/>
                <a:uFillTx/>
                <a:latin typeface="Arial" pitchFamily="34" charset="0"/>
                <a:cs typeface="Arial" pitchFamily="34" charset="0"/>
              </a:rPr>
              <a:t>			</a:t>
            </a:r>
            <a:r>
              <a:rPr kumimoji="0" lang="en-US" sz="1400" b="1" u="none" strike="noStrike" kern="1200" cap="none" spc="0" normalizeH="0" baseline="0" noProof="0" dirty="0" err="1">
                <a:ln>
                  <a:noFill/>
                </a:ln>
                <a:solidFill>
                  <a:schemeClr val="tx1"/>
                </a:solidFill>
                <a:effectLst/>
                <a:uLnTx/>
                <a:uFillTx/>
                <a:latin typeface="Arial" pitchFamily="34" charset="0"/>
                <a:cs typeface="Arial" pitchFamily="34" charset="0"/>
              </a:rPr>
              <a:t>явуулахад</a:t>
            </a:r>
            <a:r>
              <a:rPr kumimoji="0" lang="en-US" sz="1400" b="1" u="none" strike="noStrike" kern="1200" cap="none" spc="0" normalizeH="0" baseline="0" noProof="0" dirty="0">
                <a:ln>
                  <a:noFill/>
                </a:ln>
                <a:solidFill>
                  <a:schemeClr val="tx1"/>
                </a:solidFill>
                <a:effectLst/>
                <a:uLnTx/>
                <a:uFillTx/>
                <a:latin typeface="Arial" pitchFamily="34" charset="0"/>
                <a:cs typeface="Arial" pitchFamily="34" charset="0"/>
              </a:rPr>
              <a:t> </a:t>
            </a:r>
            <a:r>
              <a:rPr kumimoji="0" lang="en-US" sz="1400" b="1" u="none" strike="noStrike" kern="1200" cap="none" spc="0" normalizeH="0" baseline="0" noProof="0" dirty="0" err="1">
                <a:ln>
                  <a:noFill/>
                </a:ln>
                <a:solidFill>
                  <a:schemeClr val="tx1"/>
                </a:solidFill>
                <a:effectLst/>
                <a:uLnTx/>
                <a:uFillTx/>
                <a:latin typeface="Arial" pitchFamily="34" charset="0"/>
                <a:cs typeface="Arial" pitchFamily="34" charset="0"/>
              </a:rPr>
              <a:t>ашиглагдаж</a:t>
            </a:r>
            <a:r>
              <a:rPr kumimoji="0" lang="en-US" sz="1400" b="1" u="none" strike="noStrike" kern="1200" cap="none" spc="0" normalizeH="0" baseline="0" noProof="0" dirty="0">
                <a:ln>
                  <a:noFill/>
                </a:ln>
                <a:solidFill>
                  <a:schemeClr val="tx1"/>
                </a:solidFill>
                <a:effectLst/>
                <a:uLnTx/>
                <a:uFillTx/>
                <a:latin typeface="Arial" pitchFamily="34" charset="0"/>
                <a:cs typeface="Arial" pitchFamily="34" charset="0"/>
              </a:rPr>
              <a:t> </a:t>
            </a:r>
            <a:r>
              <a:rPr kumimoji="0" lang="en-US" sz="1400" b="1" u="none" strike="noStrike" kern="1200" cap="none" spc="0" normalizeH="0" baseline="0" noProof="0" dirty="0" err="1">
                <a:ln>
                  <a:noFill/>
                </a:ln>
                <a:solidFill>
                  <a:schemeClr val="tx1"/>
                </a:solidFill>
                <a:effectLst/>
                <a:uLnTx/>
                <a:uFillTx/>
                <a:latin typeface="Arial" pitchFamily="34" charset="0"/>
                <a:cs typeface="Arial" pitchFamily="34" charset="0"/>
              </a:rPr>
              <a:t>байгаа</a:t>
            </a:r>
            <a:r>
              <a:rPr kumimoji="0" lang="en-US" sz="1400" b="1" u="none" strike="noStrike" kern="1200" cap="none" spc="0" normalizeH="0" baseline="0" noProof="0" dirty="0">
                <a:ln>
                  <a:noFill/>
                </a:ln>
                <a:solidFill>
                  <a:schemeClr val="tx1"/>
                </a:solidFill>
                <a:effectLst/>
                <a:uLnTx/>
                <a:uFillTx/>
                <a:latin typeface="Arial" pitchFamily="34" charset="0"/>
                <a:cs typeface="Arial" pitchFamily="34" charset="0"/>
              </a:rPr>
              <a:t> </a:t>
            </a:r>
            <a:r>
              <a:rPr kumimoji="0" lang="en-US" sz="1400" b="1" u="none" strike="noStrike" kern="1200" cap="none" spc="0" normalizeH="0" baseline="0" noProof="0" dirty="0" err="1">
                <a:ln>
                  <a:noFill/>
                </a:ln>
                <a:solidFill>
                  <a:schemeClr val="tx1"/>
                </a:solidFill>
                <a:effectLst/>
                <a:uLnTx/>
                <a:uFillTx/>
                <a:latin typeface="Arial" pitchFamily="34" charset="0"/>
                <a:cs typeface="Arial" pitchFamily="34" charset="0"/>
              </a:rPr>
              <a:t>ашигтай</a:t>
            </a:r>
            <a:r>
              <a:rPr kumimoji="0" lang="en-US" sz="1400" b="1" u="none" strike="noStrike" kern="1200" cap="none" spc="0" normalizeH="0" baseline="0" noProof="0" dirty="0">
                <a:ln>
                  <a:noFill/>
                </a:ln>
                <a:solidFill>
                  <a:schemeClr val="tx1"/>
                </a:solidFill>
                <a:effectLst/>
                <a:uLnTx/>
                <a:uFillTx/>
                <a:latin typeface="Arial" pitchFamily="34" charset="0"/>
                <a:cs typeface="Arial" pitchFamily="34" charset="0"/>
              </a:rPr>
              <a:t> </a:t>
            </a:r>
            <a:r>
              <a:rPr kumimoji="0" lang="en-US" sz="1400" b="1" u="none" strike="noStrike" kern="1200" cap="none" spc="0" normalizeH="0" baseline="0" noProof="0" dirty="0" err="1">
                <a:ln>
                  <a:noFill/>
                </a:ln>
                <a:solidFill>
                  <a:schemeClr val="tx1"/>
                </a:solidFill>
                <a:effectLst/>
                <a:uLnTx/>
                <a:uFillTx/>
                <a:latin typeface="Arial" pitchFamily="34" charset="0"/>
                <a:cs typeface="Arial" pitchFamily="34" charset="0"/>
              </a:rPr>
              <a:t>мэдээллийн</a:t>
            </a:r>
            <a:r>
              <a:rPr kumimoji="0" lang="en-US" sz="1400" b="1" u="none" strike="noStrike" kern="1200" cap="none" spc="0" normalizeH="0" baseline="0" noProof="0" dirty="0">
                <a:ln>
                  <a:noFill/>
                </a:ln>
                <a:solidFill>
                  <a:schemeClr val="tx1"/>
                </a:solidFill>
                <a:effectLst/>
                <a:uLnTx/>
                <a:uFillTx/>
                <a:latin typeface="Arial" pitchFamily="34" charset="0"/>
                <a:cs typeface="Arial" pitchFamily="34" charset="0"/>
              </a:rPr>
              <a:t> </a:t>
            </a:r>
            <a:r>
              <a:rPr kumimoji="0" lang="en-US" sz="1400" b="1" u="none" strike="noStrike" kern="1200" cap="none" spc="0" normalizeH="0" baseline="0" noProof="0" dirty="0" err="1">
                <a:ln>
                  <a:noFill/>
                </a:ln>
                <a:solidFill>
                  <a:schemeClr val="tx1"/>
                </a:solidFill>
                <a:effectLst/>
                <a:uLnTx/>
                <a:uFillTx/>
                <a:latin typeface="Arial" pitchFamily="34" charset="0"/>
                <a:cs typeface="Arial" pitchFamily="34" charset="0"/>
              </a:rPr>
              <a:t>цогц</a:t>
            </a:r>
            <a:r>
              <a:rPr kumimoji="0" lang="en-US" sz="1400" b="1" u="none" strike="noStrike" kern="1200" cap="none" spc="0" normalizeH="0" baseline="0" noProof="0" dirty="0">
                <a:ln>
                  <a:noFill/>
                </a:ln>
                <a:solidFill>
                  <a:schemeClr val="tx1"/>
                </a:solidFill>
                <a:effectLst/>
                <a:uLnTx/>
                <a:uFillTx/>
                <a:latin typeface="Arial" pitchFamily="34" charset="0"/>
                <a:cs typeface="Arial" pitchFamily="34" charset="0"/>
              </a:rPr>
              <a:t>- </a:t>
            </a:r>
            <a:r>
              <a:rPr kumimoji="0" lang="en-US" sz="1400" b="1" u="none" strike="noStrike" kern="1200" cap="none" spc="0" normalizeH="0" baseline="0" noProof="0" dirty="0" err="1">
                <a:ln>
                  <a:noFill/>
                </a:ln>
                <a:solidFill>
                  <a:schemeClr val="tx1"/>
                </a:solidFill>
                <a:effectLst/>
                <a:uLnTx/>
                <a:uFillTx/>
                <a:latin typeface="Arial" pitchFamily="34" charset="0"/>
                <a:cs typeface="Arial" pitchFamily="34" charset="0"/>
              </a:rPr>
              <a:t>ноу</a:t>
            </a:r>
            <a:r>
              <a:rPr kumimoji="0" lang="en-US" sz="1400" b="1" u="none" strike="noStrike" kern="1200" cap="none" spc="0" normalizeH="0" baseline="0" noProof="0" dirty="0">
                <a:ln>
                  <a:noFill/>
                </a:ln>
                <a:solidFill>
                  <a:schemeClr val="tx1"/>
                </a:solidFill>
                <a:effectLst/>
                <a:uLnTx/>
                <a:uFillTx/>
                <a:latin typeface="Arial" pitchFamily="34" charset="0"/>
                <a:cs typeface="Arial" pitchFamily="34" charset="0"/>
              </a:rPr>
              <a:t> </a:t>
            </a:r>
            <a:r>
              <a:rPr kumimoji="0" lang="en-US" sz="1400" b="1" u="none" strike="noStrike" kern="1200" cap="none" spc="0" normalizeH="0" baseline="0" noProof="0" dirty="0" err="1">
                <a:ln>
                  <a:noFill/>
                </a:ln>
                <a:solidFill>
                  <a:schemeClr val="tx1"/>
                </a:solidFill>
                <a:effectLst/>
                <a:uLnTx/>
                <a:uFillTx/>
                <a:latin typeface="Arial" pitchFamily="34" charset="0"/>
                <a:cs typeface="Arial" pitchFamily="34" charset="0"/>
              </a:rPr>
              <a:t>хау</a:t>
            </a:r>
            <a:r>
              <a:rPr kumimoji="0" lang="en-US" sz="1400" b="1" u="none" strike="noStrike" kern="1200" cap="none" spc="0" normalizeH="0" baseline="0" noProof="0" dirty="0">
                <a:ln>
                  <a:noFill/>
                </a:ln>
                <a:solidFill>
                  <a:schemeClr val="tx1"/>
                </a:solidFill>
                <a:effectLst/>
                <a:uLnTx/>
                <a:uFillTx/>
                <a:latin typeface="Arial" pitchFamily="34" charset="0"/>
                <a:cs typeface="Arial" pitchFamily="34" charset="0"/>
              </a:rPr>
              <a:t> </a:t>
            </a:r>
            <a:endParaRPr kumimoji="0" lang="mn-MN" sz="1400" b="1" u="none" strike="noStrike" kern="1200" cap="none" spc="0" normalizeH="0" baseline="0" noProof="0" dirty="0">
              <a:ln>
                <a:noFill/>
              </a:ln>
              <a:solidFill>
                <a:schemeClr val="tx1"/>
              </a:solidFill>
              <a:effectLst/>
              <a:uLnTx/>
              <a:uFillTx/>
              <a:latin typeface="Arial" pitchFamily="34" charset="0"/>
              <a:cs typeface="Arial"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chemeClr val="tx1"/>
              </a:solidFill>
              <a:effectLst/>
              <a:uLnTx/>
              <a:uFillTx/>
              <a:latin typeface="Arial" pitchFamily="34" charset="0"/>
              <a:cs typeface="Arial" pitchFamily="34" charset="0"/>
            </a:endParaRP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mn-MN" sz="1500" b="1" i="1" u="none" strike="noStrike" kern="1200" cap="none" spc="0" normalizeH="0" baseline="0" noProof="0" dirty="0">
                <a:ln>
                  <a:noFill/>
                </a:ln>
                <a:solidFill>
                  <a:srgbClr val="2D18AC"/>
                </a:solidFill>
                <a:effectLst/>
                <a:uLnTx/>
                <a:uFillTx/>
                <a:latin typeface="Arial" pitchFamily="34" charset="0"/>
                <a:cs typeface="Arial" pitchFamily="34" charset="0"/>
              </a:rPr>
              <a:t>ШУДАРГА БУС ӨРСӨЛДӨӨНӨӨС ХАМГААЛАХ</a:t>
            </a:r>
            <a:r>
              <a:rPr kumimoji="0" lang="en-US" sz="1500" b="1" i="1" u="none" strike="noStrike" kern="1200" cap="none" spc="0" normalizeH="0" baseline="0" noProof="0" dirty="0">
                <a:ln>
                  <a:noFill/>
                </a:ln>
                <a:solidFill>
                  <a:srgbClr val="2D18AC"/>
                </a:solidFill>
                <a:effectLst/>
                <a:uLnTx/>
                <a:uFillTx/>
                <a:latin typeface="Arial" pitchFamily="34" charset="0"/>
                <a:cs typeface="Arial" pitchFamily="34" charset="0"/>
              </a:rPr>
              <a:t> </a:t>
            </a:r>
            <a:r>
              <a:rPr kumimoji="0" lang="en-US" sz="1400" b="1" i="1" u="none" strike="noStrike" kern="1200" cap="none" spc="0" normalizeH="0" baseline="0" noProof="0" dirty="0">
                <a:ln>
                  <a:noFill/>
                </a:ln>
                <a:solidFill>
                  <a:schemeClr val="tx1"/>
                </a:solidFill>
                <a:effectLst/>
                <a:uLnTx/>
                <a:uFillTx/>
                <a:latin typeface="Arial" pitchFamily="34" charset="0"/>
                <a:cs typeface="Arial" pitchFamily="34" charset="0"/>
              </a:rPr>
              <a:t>– </a:t>
            </a:r>
            <a:r>
              <a:rPr kumimoji="0" lang="en-US" sz="1400" b="1" u="none" strike="noStrike" kern="1200" cap="none" spc="0" normalizeH="0" baseline="0" noProof="0" dirty="0" err="1">
                <a:ln>
                  <a:noFill/>
                </a:ln>
                <a:solidFill>
                  <a:schemeClr val="tx1"/>
                </a:solidFill>
                <a:effectLst/>
                <a:uLnTx/>
                <a:uFillTx/>
                <a:latin typeface="Arial" pitchFamily="34" charset="0"/>
                <a:cs typeface="Arial" pitchFamily="34" charset="0"/>
              </a:rPr>
              <a:t>бизнесийн</a:t>
            </a:r>
            <a:r>
              <a:rPr kumimoji="0" lang="en-US" sz="1400" b="1" u="none" strike="noStrike" kern="1200" cap="none" spc="0" normalizeH="0" baseline="0" noProof="0" dirty="0">
                <a:ln>
                  <a:noFill/>
                </a:ln>
                <a:solidFill>
                  <a:schemeClr val="tx1"/>
                </a:solidFill>
                <a:effectLst/>
                <a:uLnTx/>
                <a:uFillTx/>
                <a:latin typeface="Arial" pitchFamily="34" charset="0"/>
                <a:cs typeface="Arial" pitchFamily="34" charset="0"/>
              </a:rPr>
              <a:t> </a:t>
            </a:r>
            <a:r>
              <a:rPr kumimoji="0" lang="en-US" sz="1400" b="1" u="none" strike="noStrike" kern="1200" cap="none" spc="0" normalizeH="0" baseline="0" noProof="0" dirty="0" err="1">
                <a:ln>
                  <a:noFill/>
                </a:ln>
                <a:solidFill>
                  <a:schemeClr val="tx1"/>
                </a:solidFill>
                <a:effectLst/>
                <a:uLnTx/>
                <a:uFillTx/>
                <a:latin typeface="Arial" pitchFamily="34" charset="0"/>
                <a:cs typeface="Arial" pitchFamily="34" charset="0"/>
              </a:rPr>
              <a:t>аливаа</a:t>
            </a:r>
            <a:r>
              <a:rPr kumimoji="0" lang="en-US" sz="1400" b="1" u="none" strike="noStrike" kern="1200" cap="none" spc="0" normalizeH="0" baseline="0" noProof="0" dirty="0">
                <a:ln>
                  <a:noFill/>
                </a:ln>
                <a:solidFill>
                  <a:schemeClr val="tx1"/>
                </a:solidFill>
                <a:effectLst/>
                <a:uLnTx/>
                <a:uFillTx/>
                <a:latin typeface="Arial" pitchFamily="34" charset="0"/>
                <a:cs typeface="Arial" pitchFamily="34" charset="0"/>
              </a:rPr>
              <a:t> </a:t>
            </a:r>
            <a:r>
              <a:rPr kumimoji="0" lang="en-US" sz="1400" b="1" u="none" strike="noStrike" kern="1200" cap="none" spc="0" normalizeH="0" baseline="0" noProof="0" err="1">
                <a:ln>
                  <a:noFill/>
                </a:ln>
                <a:solidFill>
                  <a:schemeClr val="tx1"/>
                </a:solidFill>
                <a:effectLst/>
                <a:uLnTx/>
                <a:uFillTx/>
                <a:latin typeface="Arial" pitchFamily="34" charset="0"/>
                <a:cs typeface="Arial" pitchFamily="34" charset="0"/>
              </a:rPr>
              <a:t>үйл</a:t>
            </a:r>
            <a:r>
              <a:rPr kumimoji="0" lang="en-US" sz="1400" b="1" u="none" strike="noStrike" kern="1200" cap="none" spc="0" normalizeH="0" baseline="0" noProof="0">
                <a:ln>
                  <a:noFill/>
                </a:ln>
                <a:solidFill>
                  <a:schemeClr val="tx1"/>
                </a:solidFill>
                <a:effectLst/>
                <a:uLnTx/>
                <a:uFillTx/>
                <a:latin typeface="Arial" pitchFamily="34" charset="0"/>
                <a:cs typeface="Arial" pitchFamily="34" charset="0"/>
              </a:rPr>
              <a:t> </a:t>
            </a:r>
            <a:r>
              <a:rPr kumimoji="0" lang="mn-MN" sz="1400" b="1" u="none" strike="noStrike" kern="1200" cap="none" spc="0" normalizeH="0" baseline="0" noProof="0">
                <a:ln>
                  <a:noFill/>
                </a:ln>
                <a:solidFill>
                  <a:schemeClr val="tx1"/>
                </a:solidFill>
                <a:effectLst/>
                <a:uLnTx/>
                <a:uFillTx/>
                <a:latin typeface="Arial" pitchFamily="34" charset="0"/>
                <a:cs typeface="Arial" pitchFamily="34" charset="0"/>
              </a:rPr>
              <a:t>			</a:t>
            </a:r>
            <a:r>
              <a:rPr kumimoji="0" lang="en-US" sz="1400" b="1" u="none" strike="noStrike" kern="1200" cap="none" spc="0" normalizeH="0" baseline="0" noProof="0">
                <a:ln>
                  <a:noFill/>
                </a:ln>
                <a:solidFill>
                  <a:schemeClr val="tx1"/>
                </a:solidFill>
                <a:effectLst/>
                <a:uLnTx/>
                <a:uFillTx/>
                <a:latin typeface="Arial" pitchFamily="34" charset="0"/>
                <a:cs typeface="Arial" pitchFamily="34" charset="0"/>
              </a:rPr>
              <a:t>ажиллагааг шударга </a:t>
            </a:r>
            <a:r>
              <a:rPr kumimoji="0" lang="en-US" sz="1400" b="1" u="none" strike="noStrike" kern="1200" cap="none" spc="0" normalizeH="0" baseline="0" noProof="0" dirty="0" err="1">
                <a:ln>
                  <a:noFill/>
                </a:ln>
                <a:solidFill>
                  <a:schemeClr val="tx1"/>
                </a:solidFill>
                <a:effectLst/>
                <a:uLnTx/>
                <a:uFillTx/>
                <a:latin typeface="Arial" pitchFamily="34" charset="0"/>
                <a:cs typeface="Arial" pitchFamily="34" charset="0"/>
              </a:rPr>
              <a:t>бус</a:t>
            </a:r>
            <a:r>
              <a:rPr kumimoji="0" lang="en-US" sz="1400" b="1" u="none" strike="noStrike" kern="1200" cap="none" spc="0" normalizeH="0" baseline="0" noProof="0" dirty="0">
                <a:ln>
                  <a:noFill/>
                </a:ln>
                <a:solidFill>
                  <a:schemeClr val="tx1"/>
                </a:solidFill>
                <a:effectLst/>
                <a:uLnTx/>
                <a:uFillTx/>
                <a:latin typeface="Arial" pitchFamily="34" charset="0"/>
                <a:cs typeface="Arial" pitchFamily="34" charset="0"/>
              </a:rPr>
              <a:t> </a:t>
            </a:r>
            <a:r>
              <a:rPr kumimoji="0" lang="en-US" sz="1400" b="1" u="none" strike="noStrike" kern="1200" cap="none" spc="0" normalizeH="0" baseline="0" noProof="0" dirty="0" err="1">
                <a:ln>
                  <a:noFill/>
                </a:ln>
                <a:solidFill>
                  <a:schemeClr val="tx1"/>
                </a:solidFill>
                <a:effectLst/>
                <a:uLnTx/>
                <a:uFillTx/>
                <a:latin typeface="Arial" pitchFamily="34" charset="0"/>
                <a:cs typeface="Arial" pitchFamily="34" charset="0"/>
              </a:rPr>
              <a:t>эрхлэхээс</a:t>
            </a:r>
            <a:r>
              <a:rPr kumimoji="0" lang="en-US" sz="1400" b="1" u="none" strike="noStrike" kern="1200" cap="none" spc="0" normalizeH="0" baseline="0" noProof="0" dirty="0">
                <a:ln>
                  <a:noFill/>
                </a:ln>
                <a:solidFill>
                  <a:schemeClr val="tx1"/>
                </a:solidFill>
                <a:effectLst/>
                <a:uLnTx/>
                <a:uFillTx/>
                <a:latin typeface="Arial" pitchFamily="34" charset="0"/>
                <a:cs typeface="Arial" pitchFamily="34" charset="0"/>
              </a:rPr>
              <a:t> </a:t>
            </a:r>
            <a:r>
              <a:rPr kumimoji="0" lang="en-US" sz="1400" b="1" u="none" strike="noStrike" kern="1200" cap="none" spc="0" normalizeH="0" baseline="0" noProof="0" dirty="0" err="1">
                <a:ln>
                  <a:noFill/>
                </a:ln>
                <a:solidFill>
                  <a:schemeClr val="tx1"/>
                </a:solidFill>
                <a:effectLst/>
                <a:uLnTx/>
                <a:uFillTx/>
                <a:latin typeface="Arial" pitchFamily="34" charset="0"/>
                <a:cs typeface="Arial" pitchFamily="34" charset="0"/>
              </a:rPr>
              <a:t>хамгаалах</a:t>
            </a:r>
            <a:r>
              <a:rPr kumimoji="0" lang="en-US" sz="1400" b="1" u="none" strike="noStrike" kern="1200" cap="none" spc="0" normalizeH="0" baseline="0" noProof="0" dirty="0">
                <a:ln>
                  <a:noFill/>
                </a:ln>
                <a:solidFill>
                  <a:schemeClr val="tx1"/>
                </a:solidFill>
                <a:effectLst/>
                <a:uLnTx/>
                <a:uFillTx/>
                <a:latin typeface="Arial" pitchFamily="34" charset="0"/>
                <a:cs typeface="Arial" pitchFamily="34" charset="0"/>
              </a:rPr>
              <a:t> </a:t>
            </a:r>
            <a:endParaRPr kumimoji="0" lang="mn-MN" sz="1400" b="1" u="none" strike="noStrike" kern="1200" cap="none" spc="0" normalizeH="0" baseline="0" noProof="0" dirty="0">
              <a:ln>
                <a:noFill/>
              </a:ln>
              <a:solidFill>
                <a:schemeClr val="tx1"/>
              </a:solidFill>
              <a:effectLst/>
              <a:uLnTx/>
              <a:uFillTx/>
              <a:latin typeface="Arial" pitchFamily="34" charset="0"/>
              <a:cs typeface="Arial"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chemeClr val="tx1"/>
              </a:solidFill>
              <a:effectLst/>
              <a:uLnTx/>
              <a:uFillTx/>
              <a:latin typeface="Arial" pitchFamily="34" charset="0"/>
              <a:cs typeface="Arial"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mn-MN" sz="1500" b="1" i="1" u="none" strike="noStrike" kern="1200" cap="none" spc="0" normalizeH="0" baseline="0" noProof="0" dirty="0">
                <a:ln>
                  <a:noFill/>
                </a:ln>
                <a:solidFill>
                  <a:srgbClr val="2D18AC"/>
                </a:solidFill>
                <a:effectLst/>
                <a:uLnTx/>
                <a:uFillTx/>
                <a:latin typeface="Arial" pitchFamily="34" charset="0"/>
                <a:cs typeface="Arial" pitchFamily="34" charset="0"/>
              </a:rPr>
              <a:t>УЛАМЖЛАЛТ МЭДЛЭГ</a:t>
            </a:r>
            <a:r>
              <a:rPr kumimoji="0" lang="en-US" sz="1500" b="1" i="1" u="none" strike="noStrike" kern="1200" cap="none" spc="0" normalizeH="0" baseline="0" noProof="0" dirty="0">
                <a:ln>
                  <a:noFill/>
                </a:ln>
                <a:solidFill>
                  <a:srgbClr val="2D18AC"/>
                </a:solidFill>
                <a:effectLst/>
                <a:uLnTx/>
                <a:uFillTx/>
                <a:latin typeface="Arial" pitchFamily="34" charset="0"/>
                <a:cs typeface="Arial" pitchFamily="34" charset="0"/>
              </a:rPr>
              <a:t> </a:t>
            </a:r>
            <a:r>
              <a:rPr kumimoji="0" lang="en-US" sz="1400" b="1" i="1" u="none" strike="noStrike" kern="1200" cap="none" spc="0" normalizeH="0" baseline="0" noProof="0" dirty="0">
                <a:ln>
                  <a:noFill/>
                </a:ln>
                <a:solidFill>
                  <a:schemeClr val="tx1"/>
                </a:solidFill>
                <a:effectLst/>
                <a:uLnTx/>
                <a:uFillTx/>
                <a:latin typeface="Arial" pitchFamily="34" charset="0"/>
                <a:cs typeface="Arial" pitchFamily="34" charset="0"/>
              </a:rPr>
              <a:t>- </a:t>
            </a:r>
            <a:r>
              <a:rPr kumimoji="0" lang="en-US" sz="1400" b="1" u="none" strike="noStrike" kern="1200" cap="none" spc="0" normalizeH="0" baseline="0" noProof="0" dirty="0" err="1">
                <a:ln>
                  <a:noFill/>
                </a:ln>
                <a:solidFill>
                  <a:schemeClr val="tx1"/>
                </a:solidFill>
                <a:effectLst/>
                <a:uLnTx/>
                <a:uFillTx/>
                <a:latin typeface="Arial" pitchFamily="34" charset="0"/>
                <a:cs typeface="Arial" pitchFamily="34" charset="0"/>
              </a:rPr>
              <a:t>генетикийн</a:t>
            </a:r>
            <a:r>
              <a:rPr kumimoji="0" lang="en-US" sz="1400" b="1" u="none" strike="noStrike" kern="1200" cap="none" spc="0" normalizeH="0" baseline="0" noProof="0" dirty="0">
                <a:ln>
                  <a:noFill/>
                </a:ln>
                <a:solidFill>
                  <a:schemeClr val="tx1"/>
                </a:solidFill>
                <a:effectLst/>
                <a:uLnTx/>
                <a:uFillTx/>
                <a:latin typeface="Arial" pitchFamily="34" charset="0"/>
                <a:cs typeface="Arial" pitchFamily="34" charset="0"/>
              </a:rPr>
              <a:t> </a:t>
            </a:r>
            <a:r>
              <a:rPr kumimoji="0" lang="en-US" sz="1400" b="1" u="none" strike="noStrike" kern="1200" cap="none" spc="0" normalizeH="0" baseline="0" noProof="0" dirty="0" err="1">
                <a:ln>
                  <a:noFill/>
                </a:ln>
                <a:solidFill>
                  <a:schemeClr val="tx1"/>
                </a:solidFill>
                <a:effectLst/>
                <a:uLnTx/>
                <a:uFillTx/>
                <a:latin typeface="Arial" pitchFamily="34" charset="0"/>
                <a:cs typeface="Arial" pitchFamily="34" charset="0"/>
              </a:rPr>
              <a:t>нөөц</a:t>
            </a:r>
            <a:r>
              <a:rPr kumimoji="0" lang="en-US" sz="1400" b="1" u="none" strike="noStrike" kern="1200" cap="none" spc="0" normalizeH="0" baseline="0" noProof="0" dirty="0">
                <a:ln>
                  <a:noFill/>
                </a:ln>
                <a:solidFill>
                  <a:schemeClr val="tx1"/>
                </a:solidFill>
                <a:effectLst/>
                <a:uLnTx/>
                <a:uFillTx/>
                <a:latin typeface="Arial" pitchFamily="34" charset="0"/>
                <a:cs typeface="Arial" pitchFamily="34" charset="0"/>
              </a:rPr>
              <a:t> </a:t>
            </a:r>
            <a:endParaRPr kumimoji="0" lang="en-US" sz="1400" b="0" u="none" strike="noStrike" kern="1200" cap="none" spc="0" normalizeH="0" baseline="0" noProof="0" dirty="0">
              <a:ln>
                <a:noFill/>
              </a:ln>
              <a:solidFill>
                <a:schemeClr val="tx1"/>
              </a:solidFill>
              <a:effectLst/>
              <a:uLnTx/>
              <a:uFillTx/>
              <a:latin typeface="Arial" pitchFamily="34" charset="0"/>
              <a:cs typeface="Arial" pitchFamily="34" charset="0"/>
            </a:endParaRPr>
          </a:p>
        </p:txBody>
      </p:sp>
      <p:sp>
        <p:nvSpPr>
          <p:cNvPr id="5" name="Title 1"/>
          <p:cNvSpPr>
            <a:spLocks noGrp="1"/>
          </p:cNvSpPr>
          <p:nvPr>
            <p:ph type="title"/>
          </p:nvPr>
        </p:nvSpPr>
        <p:spPr>
          <a:xfrm>
            <a:off x="2438400" y="285728"/>
            <a:ext cx="4343400" cy="762000"/>
          </a:xfrm>
        </p:spPr>
        <p:txBody>
          <a:bodyPr>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mn-MN" sz="2400" b="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t>Аж үйлдвэрийн өмч</a:t>
            </a:r>
            <a:endParaRPr lang="en-US" sz="2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endParaRPr>
          </a:p>
        </p:txBody>
      </p:sp>
      <p:graphicFrame>
        <p:nvGraphicFramePr>
          <p:cNvPr id="150530" name="Object 2"/>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3" imgW="32961960" imgH="6570720" progId="">
                  <p:embed/>
                </p:oleObj>
              </mc:Choice>
              <mc:Fallback>
                <p:oleObj name="CorelDRAW" r:id="rId3" imgW="32961960" imgH="657072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0" y="1296305"/>
            <a:ext cx="7924800" cy="3847207"/>
          </a:xfrm>
          <a:prstGeom prst="rect">
            <a:avLst/>
          </a:prstGeom>
        </p:spPr>
        <p:txBody>
          <a:bodyPr wrap="square">
            <a:spAutoFit/>
          </a:bodyPr>
          <a:lstStyle/>
          <a:p>
            <a:endParaRPr lang="en-US" sz="1600">
              <a:latin typeface="Arial" pitchFamily="34" charset="0"/>
              <a:cs typeface="Arial" pitchFamily="34" charset="0"/>
            </a:endParaRPr>
          </a:p>
          <a:p>
            <a:pPr algn="ctr"/>
            <a:r>
              <a:rPr lang="mn-MN" b="1">
                <a:solidFill>
                  <a:srgbClr val="2D18AC"/>
                </a:solidFill>
                <a:latin typeface="Arial" pitchFamily="34" charset="0"/>
                <a:cs typeface="Arial" pitchFamily="34" charset="0"/>
              </a:rPr>
              <a:t>ШИНЭ БҮТЭЭЛИЙН ШАЛГУУР</a:t>
            </a:r>
            <a:r>
              <a:rPr lang="en-US" b="1">
                <a:solidFill>
                  <a:srgbClr val="2D18AC"/>
                </a:solidFill>
                <a:latin typeface="Arial" pitchFamily="34" charset="0"/>
                <a:cs typeface="Arial" pitchFamily="34" charset="0"/>
              </a:rPr>
              <a:t>: </a:t>
            </a:r>
          </a:p>
          <a:p>
            <a:r>
              <a:rPr lang="en-US" sz="1600">
                <a:solidFill>
                  <a:srgbClr val="FF0000"/>
                </a:solidFill>
                <a:latin typeface="Arial" pitchFamily="34" charset="0"/>
                <a:cs typeface="Arial" pitchFamily="34" charset="0"/>
              </a:rPr>
              <a:t> </a:t>
            </a:r>
            <a:endParaRPr lang="en-US" sz="1400">
              <a:solidFill>
                <a:srgbClr val="FF0000"/>
              </a:solidFill>
              <a:latin typeface="Arial" pitchFamily="34" charset="0"/>
              <a:cs typeface="Arial" pitchFamily="34" charset="0"/>
            </a:endParaRPr>
          </a:p>
          <a:p>
            <a:pPr marL="342900" indent="-342900">
              <a:lnSpc>
                <a:spcPct val="150000"/>
              </a:lnSpc>
              <a:buFont typeface="Wingdings" pitchFamily="2" charset="2"/>
              <a:buChar char="§"/>
            </a:pPr>
            <a:r>
              <a:rPr lang="mn-MN" sz="1600" b="1">
                <a:latin typeface="Arial" pitchFamily="34" charset="0"/>
                <a:cs typeface="Arial" pitchFamily="34" charset="0"/>
              </a:rPr>
              <a:t>ШИНЭ БҮТЭЭЛИЙН ТҮВШИН АГУУЛСАН</a:t>
            </a:r>
            <a:r>
              <a:rPr lang="en-US" sz="1600" b="1">
                <a:latin typeface="Arial" pitchFamily="34" charset="0"/>
                <a:cs typeface="Arial" pitchFamily="34" charset="0"/>
              </a:rPr>
              <a:t> </a:t>
            </a:r>
          </a:p>
          <a:p>
            <a:pPr marL="342900" indent="-342900"/>
            <a:r>
              <a:rPr lang="en-US" sz="1600" b="1">
                <a:latin typeface="Arial" pitchFamily="34" charset="0"/>
                <a:cs typeface="Arial" pitchFamily="34" charset="0"/>
              </a:rPr>
              <a:t>			/</a:t>
            </a:r>
            <a:r>
              <a:rPr lang="en-US" sz="1600">
                <a:latin typeface="Arial" pitchFamily="34" charset="0"/>
                <a:cs typeface="Arial" pitchFamily="34" charset="0"/>
              </a:rPr>
              <a:t>шинэ бүтээл нь холбогдох мэргэжлийн хүний хувьд ялгарах 		давуу шинж чанартайг шинжээч тогтоосон</a:t>
            </a:r>
            <a:r>
              <a:rPr lang="en-US" sz="1600" b="1">
                <a:latin typeface="Arial" pitchFamily="34" charset="0"/>
                <a:cs typeface="Arial" pitchFamily="34" charset="0"/>
              </a:rPr>
              <a:t>/</a:t>
            </a:r>
          </a:p>
          <a:p>
            <a:pPr marL="342900" indent="-342900"/>
            <a:endParaRPr lang="mn-MN" sz="2000" b="1">
              <a:latin typeface="Arial" pitchFamily="34" charset="0"/>
              <a:cs typeface="Arial" pitchFamily="34" charset="0"/>
            </a:endParaRPr>
          </a:p>
          <a:p>
            <a:pPr marL="342900" indent="-342900">
              <a:lnSpc>
                <a:spcPct val="150000"/>
              </a:lnSpc>
              <a:buFont typeface="Wingdings" pitchFamily="2" charset="2"/>
              <a:buChar char="§"/>
            </a:pPr>
            <a:r>
              <a:rPr lang="mn-MN" sz="1600" b="1">
                <a:latin typeface="Arial" pitchFamily="34" charset="0"/>
                <a:cs typeface="Arial" pitchFamily="34" charset="0"/>
              </a:rPr>
              <a:t>ҮЙЛДВЭРЛЭЛД АШИГЛАХ БОЛОМЖТОЙ</a:t>
            </a:r>
            <a:endParaRPr lang="en-US" sz="1600" b="1">
              <a:latin typeface="Arial" pitchFamily="34" charset="0"/>
              <a:cs typeface="Arial" pitchFamily="34" charset="0"/>
            </a:endParaRPr>
          </a:p>
          <a:p>
            <a:pPr marL="1714500" lvl="3" indent="-342900"/>
            <a:r>
              <a:rPr lang="en-US" sz="1600" b="1">
                <a:latin typeface="Arial" pitchFamily="34" charset="0"/>
                <a:cs typeface="Arial" pitchFamily="34" charset="0"/>
              </a:rPr>
              <a:t>		</a:t>
            </a:r>
            <a:r>
              <a:rPr lang="en-US" sz="1600">
                <a:latin typeface="Arial" pitchFamily="34" charset="0"/>
                <a:cs typeface="Arial" pitchFamily="34" charset="0"/>
              </a:rPr>
              <a:t>/Тухайн шинэ бүтээлийг үйлдвэрлэлийн аль нэг салбарт 	ашиглаж болохуйц байвал/</a:t>
            </a:r>
          </a:p>
          <a:p>
            <a:pPr marL="1714500" lvl="3" indent="-342900"/>
            <a:endParaRPr lang="mn-MN" sz="2000">
              <a:latin typeface="Arial" pitchFamily="34" charset="0"/>
              <a:cs typeface="Arial" pitchFamily="34" charset="0"/>
            </a:endParaRPr>
          </a:p>
          <a:p>
            <a:pPr marL="342900" indent="-342900">
              <a:buFont typeface="Wingdings" pitchFamily="2" charset="2"/>
              <a:buChar char="§"/>
            </a:pPr>
            <a:r>
              <a:rPr lang="mn-MN" sz="1600" b="1">
                <a:latin typeface="Arial" pitchFamily="34" charset="0"/>
                <a:cs typeface="Arial" pitchFamily="34" charset="0"/>
              </a:rPr>
              <a:t>ШИНЭ </a:t>
            </a:r>
            <a:r>
              <a:rPr lang="en-US" sz="1600" b="1">
                <a:latin typeface="Arial" pitchFamily="34" charset="0"/>
                <a:cs typeface="Arial" pitchFamily="34" charset="0"/>
              </a:rPr>
              <a:t>	</a:t>
            </a:r>
            <a:r>
              <a:rPr lang="en-US" sz="1600">
                <a:latin typeface="Arial" pitchFamily="34" charset="0"/>
                <a:cs typeface="Arial" pitchFamily="34" charset="0"/>
              </a:rPr>
              <a:t>/Техникийн тухайн үеийн түвшингээс давуутай нь нотлогдсон 		үйлдвэрлэх арга ажиллагаа болон бүтээгдэхүүн/</a:t>
            </a:r>
            <a:endParaRPr lang="en-US" sz="1600" dirty="0">
              <a:latin typeface="Arial" pitchFamily="34" charset="0"/>
              <a:cs typeface="Arial" pitchFamily="34" charset="0"/>
            </a:endParaRPr>
          </a:p>
          <a:p>
            <a:pPr marL="1714500" lvl="3" indent="-342900" algn="just">
              <a:spcBef>
                <a:spcPct val="0"/>
              </a:spcBef>
              <a:buSzPct val="100000"/>
              <a:defRPr/>
            </a:pPr>
            <a:r>
              <a:rPr lang="mn-MN" sz="1200" dirty="0">
                <a:latin typeface="Arial" pitchFamily="34" charset="0"/>
                <a:cs typeface="Arial" pitchFamily="34" charset="0"/>
              </a:rPr>
              <a:t>	</a:t>
            </a:r>
          </a:p>
        </p:txBody>
      </p:sp>
      <p:graphicFrame>
        <p:nvGraphicFramePr>
          <p:cNvPr id="163842" name="Object 2"/>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3" imgW="32961960" imgH="6570720" progId="">
                  <p:embed/>
                </p:oleObj>
              </mc:Choice>
              <mc:Fallback>
                <p:oleObj name="CorelDRAW" r:id="rId3" imgW="32961960" imgH="657072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itle 1"/>
          <p:cNvSpPr txBox="1">
            <a:spLocks/>
          </p:cNvSpPr>
          <p:nvPr/>
        </p:nvSpPr>
        <p:spPr>
          <a:xfrm>
            <a:off x="2438400" y="285728"/>
            <a:ext cx="4343400" cy="762000"/>
          </a:xfrm>
          <a:prstGeom prst="rect">
            <a:avLst/>
          </a:prstGeom>
        </p:spPr>
        <p:txBody>
          <a:bodyPr vert="horz" lIns="91440" tIns="45720" rIns="91440" bIns="45720" rtlCol="0" anchor="ctr">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mn-MN" sz="2400" b="1" i="0" u="none" strike="noStrike" kern="1200" cap="none" spc="50" normalizeH="0" baseline="0" noProof="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j-ea"/>
                <a:cs typeface="Arial" pitchFamily="34" charset="0"/>
              </a:rPr>
              <a:t>Аж үйлдвэрийн өмч</a:t>
            </a:r>
            <a:endParaRPr kumimoji="0" lang="en-US" sz="2400" b="1" i="0" u="none" strike="noStrike" kern="1200" cap="none" spc="50" normalizeH="0" baseline="0" noProof="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j-ea"/>
              <a:cs typeface="Arial"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47728" y="1000108"/>
            <a:ext cx="7924800" cy="4632037"/>
          </a:xfrm>
          <a:prstGeom prst="rect">
            <a:avLst/>
          </a:prstGeom>
        </p:spPr>
        <p:txBody>
          <a:bodyPr wrap="square">
            <a:spAutoFit/>
          </a:bodyPr>
          <a:lstStyle/>
          <a:p>
            <a:endParaRPr lang="en-US" sz="1600">
              <a:latin typeface="Arial" pitchFamily="34" charset="0"/>
              <a:cs typeface="Arial" pitchFamily="34" charset="0"/>
            </a:endParaRPr>
          </a:p>
          <a:p>
            <a:pPr algn="ctr"/>
            <a:r>
              <a:rPr lang="mn-MN" b="1">
                <a:solidFill>
                  <a:srgbClr val="2D18AC"/>
                </a:solidFill>
                <a:latin typeface="Arial" pitchFamily="34" charset="0"/>
                <a:cs typeface="Arial" pitchFamily="34" charset="0"/>
              </a:rPr>
              <a:t>Ш</a:t>
            </a:r>
            <a:r>
              <a:rPr lang="en-US" b="1">
                <a:solidFill>
                  <a:srgbClr val="2D18AC"/>
                </a:solidFill>
                <a:latin typeface="Arial" pitchFamily="34" charset="0"/>
                <a:cs typeface="Arial" pitchFamily="34" charset="0"/>
              </a:rPr>
              <a:t>И</a:t>
            </a:r>
            <a:r>
              <a:rPr lang="mn-MN" b="1">
                <a:solidFill>
                  <a:srgbClr val="2D18AC"/>
                </a:solidFill>
                <a:latin typeface="Arial" pitchFamily="34" charset="0"/>
                <a:cs typeface="Arial" pitchFamily="34" charset="0"/>
              </a:rPr>
              <a:t>НЭ БҮТЭЭЛД ТООЦОХГҮЙ ЗҮЙЛС</a:t>
            </a:r>
            <a:r>
              <a:rPr lang="en-US" b="1">
                <a:solidFill>
                  <a:srgbClr val="2D18AC"/>
                </a:solidFill>
                <a:latin typeface="Arial" pitchFamily="34" charset="0"/>
                <a:cs typeface="Arial" pitchFamily="34" charset="0"/>
              </a:rPr>
              <a:t>: </a:t>
            </a:r>
          </a:p>
          <a:p>
            <a:r>
              <a:rPr lang="en-US">
                <a:solidFill>
                  <a:srgbClr val="2D18AC"/>
                </a:solidFill>
                <a:latin typeface="Arial" pitchFamily="34" charset="0"/>
                <a:cs typeface="Arial" pitchFamily="34" charset="0"/>
              </a:rPr>
              <a:t> </a:t>
            </a:r>
          </a:p>
          <a:p>
            <a:pPr marL="800100" lvl="1" indent="-342900">
              <a:lnSpc>
                <a:spcPct val="150000"/>
              </a:lnSpc>
              <a:buFont typeface="Wingdings" pitchFamily="2" charset="2"/>
              <a:buChar char="§"/>
            </a:pPr>
            <a:r>
              <a:rPr lang="en-US" sz="1600" b="1">
                <a:latin typeface="Arial" pitchFamily="34" charset="0"/>
                <a:cs typeface="Arial" pitchFamily="34" charset="0"/>
              </a:rPr>
              <a:t>нээлт, шинжлэх ухааны онол, математикийн арга; </a:t>
            </a:r>
          </a:p>
          <a:p>
            <a:pPr marL="800100" lvl="1" indent="-342900">
              <a:lnSpc>
                <a:spcPct val="150000"/>
              </a:lnSpc>
              <a:buFont typeface="Wingdings" pitchFamily="2" charset="2"/>
              <a:buChar char="§"/>
            </a:pPr>
            <a:r>
              <a:rPr lang="en-US" sz="1600" b="1">
                <a:latin typeface="Arial" pitchFamily="34" charset="0"/>
                <a:cs typeface="Arial" pitchFamily="34" charset="0"/>
              </a:rPr>
              <a:t>компьютерийн </a:t>
            </a:r>
            <a:r>
              <a:rPr lang="en-US" sz="1600" b="1" dirty="0">
                <a:latin typeface="Arial" pitchFamily="34" charset="0"/>
                <a:cs typeface="Arial" pitchFamily="34" charset="0"/>
              </a:rPr>
              <a:t>программ, алгоритм; </a:t>
            </a:r>
          </a:p>
          <a:p>
            <a:pPr marL="800100" lvl="1" indent="-342900">
              <a:lnSpc>
                <a:spcPct val="150000"/>
              </a:lnSpc>
              <a:buFont typeface="Wingdings" pitchFamily="2" charset="2"/>
              <a:buChar char="§"/>
            </a:pPr>
            <a:r>
              <a:rPr lang="en-US" sz="1600" b="1">
                <a:latin typeface="Arial" pitchFamily="34" charset="0"/>
                <a:cs typeface="Arial" pitchFamily="34" charset="0"/>
              </a:rPr>
              <a:t>аж </a:t>
            </a:r>
            <a:r>
              <a:rPr lang="en-US" sz="1600" b="1" dirty="0">
                <a:latin typeface="Arial" pitchFamily="34" charset="0"/>
                <a:cs typeface="Arial" pitchFamily="34" charset="0"/>
              </a:rPr>
              <a:t>ахуйн үйл ажиллагаа, оюуны үйлдэл, тоглоом зэрэгт хамаарах хуваарь, дүрэм, аргачлал; </a:t>
            </a:r>
          </a:p>
          <a:p>
            <a:pPr marL="800100" lvl="1" indent="-342900">
              <a:lnSpc>
                <a:spcPct val="150000"/>
              </a:lnSpc>
              <a:buFont typeface="Wingdings" pitchFamily="2" charset="2"/>
              <a:buChar char="§"/>
            </a:pPr>
            <a:r>
              <a:rPr lang="en-US" sz="1600" b="1">
                <a:latin typeface="Arial" pitchFamily="34" charset="0"/>
                <a:cs typeface="Arial" pitchFamily="34" charset="0"/>
              </a:rPr>
              <a:t>нийгмийн </a:t>
            </a:r>
            <a:r>
              <a:rPr lang="en-US" sz="1600" b="1" dirty="0">
                <a:latin typeface="Arial" pitchFamily="34" charset="0"/>
                <a:cs typeface="Arial" pitchFamily="34" charset="0"/>
              </a:rPr>
              <a:t>дэг журам, зан суртахуун, байгаль орчин, хүний эрүүл мэндэд харш шийдэл; </a:t>
            </a:r>
          </a:p>
          <a:p>
            <a:pPr marL="800100" lvl="1" indent="-342900">
              <a:lnSpc>
                <a:spcPct val="150000"/>
              </a:lnSpc>
              <a:buFont typeface="Wingdings" pitchFamily="2" charset="2"/>
              <a:buChar char="§"/>
            </a:pPr>
            <a:r>
              <a:rPr lang="en-US" sz="1600" b="1">
                <a:latin typeface="Arial" pitchFamily="34" charset="0"/>
                <a:cs typeface="Arial" pitchFamily="34" charset="0"/>
              </a:rPr>
              <a:t>хүн</a:t>
            </a:r>
            <a:r>
              <a:rPr lang="en-US" sz="1600" b="1" dirty="0">
                <a:latin typeface="Arial" pitchFamily="34" charset="0"/>
                <a:cs typeface="Arial" pitchFamily="34" charset="0"/>
              </a:rPr>
              <a:t>, мал, амьтны эмчилгээ, оношилгооны арга; </a:t>
            </a:r>
          </a:p>
          <a:p>
            <a:pPr marL="800100" lvl="1" indent="-342900">
              <a:lnSpc>
                <a:spcPct val="150000"/>
              </a:lnSpc>
              <a:buFont typeface="Wingdings" pitchFamily="2" charset="2"/>
              <a:buChar char="§"/>
            </a:pPr>
            <a:r>
              <a:rPr lang="en-US" sz="1600" b="1">
                <a:latin typeface="Arial" pitchFamily="34" charset="0"/>
                <a:cs typeface="Arial" pitchFamily="34" charset="0"/>
              </a:rPr>
              <a:t>бичил </a:t>
            </a:r>
            <a:r>
              <a:rPr lang="en-US" sz="1600" b="1" dirty="0">
                <a:latin typeface="Arial" pitchFamily="34" charset="0"/>
                <a:cs typeface="Arial" pitchFamily="34" charset="0"/>
              </a:rPr>
              <a:t>биетээс бусад амьтан, ургамал болон тэдгээрийг гаргаж авах биологийн арга</a:t>
            </a:r>
            <a:r>
              <a:rPr lang="en-US" sz="1600" b="1">
                <a:latin typeface="Arial" pitchFamily="34" charset="0"/>
                <a:cs typeface="Arial" pitchFamily="34" charset="0"/>
              </a:rPr>
              <a:t>. </a:t>
            </a:r>
          </a:p>
          <a:p>
            <a:pPr marL="2171700" lvl="4" indent="-342900" algn="just">
              <a:lnSpc>
                <a:spcPct val="150000"/>
              </a:lnSpc>
              <a:spcBef>
                <a:spcPct val="0"/>
              </a:spcBef>
              <a:buSzPct val="100000"/>
              <a:defRPr/>
            </a:pPr>
            <a:r>
              <a:rPr lang="mn-MN" sz="1200" dirty="0">
                <a:latin typeface="Arial" pitchFamily="34" charset="0"/>
                <a:cs typeface="Arial" pitchFamily="34" charset="0"/>
              </a:rPr>
              <a:t>	</a:t>
            </a:r>
          </a:p>
        </p:txBody>
      </p:sp>
      <p:graphicFrame>
        <p:nvGraphicFramePr>
          <p:cNvPr id="162818" name="Object 2"/>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3" imgW="32961960" imgH="6570720" progId="">
                  <p:embed/>
                </p:oleObj>
              </mc:Choice>
              <mc:Fallback>
                <p:oleObj name="CorelDRAW" r:id="rId3" imgW="32961960" imgH="657072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itle 1"/>
          <p:cNvSpPr>
            <a:spLocks noGrp="1"/>
          </p:cNvSpPr>
          <p:nvPr>
            <p:ph type="title"/>
          </p:nvPr>
        </p:nvSpPr>
        <p:spPr>
          <a:xfrm>
            <a:off x="2438400" y="285728"/>
            <a:ext cx="4343400" cy="762000"/>
          </a:xfrm>
        </p:spPr>
        <p:txBody>
          <a:bodyPr>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mn-MN" sz="2400" b="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t>Аж үйлдвэрийн өмч</a:t>
            </a:r>
            <a:endParaRPr lang="en-US" sz="2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71472" y="1534903"/>
            <a:ext cx="7948642" cy="2831544"/>
          </a:xfrm>
          <a:prstGeom prst="rect">
            <a:avLst/>
          </a:prstGeom>
        </p:spPr>
        <p:txBody>
          <a:bodyPr wrap="square">
            <a:spAutoFit/>
          </a:bodyPr>
          <a:lstStyle/>
          <a:p>
            <a:pPr algn="ctr"/>
            <a:r>
              <a:rPr lang="mn-MN" b="1">
                <a:solidFill>
                  <a:srgbClr val="2D18AC"/>
                </a:solidFill>
                <a:latin typeface="Arial" pitchFamily="34" charset="0"/>
                <a:cs typeface="Arial" pitchFamily="34" charset="0"/>
              </a:rPr>
              <a:t>Б</a:t>
            </a:r>
            <a:r>
              <a:rPr lang="en-US" b="1">
                <a:solidFill>
                  <a:srgbClr val="2D18AC"/>
                </a:solidFill>
                <a:latin typeface="Arial" pitchFamily="34" charset="0"/>
                <a:cs typeface="Arial" pitchFamily="34" charset="0"/>
              </a:rPr>
              <a:t>Ү</a:t>
            </a:r>
            <a:r>
              <a:rPr lang="mn-MN" b="1">
                <a:solidFill>
                  <a:srgbClr val="2D18AC"/>
                </a:solidFill>
                <a:latin typeface="Arial" pitchFamily="34" charset="0"/>
                <a:cs typeface="Arial" pitchFamily="34" charset="0"/>
              </a:rPr>
              <a:t>ТЭЭГДЭХҮҮНИЙ ЗАГВАРТ ТООЦОХГҮЙ ШИЙДЭЛ</a:t>
            </a:r>
            <a:r>
              <a:rPr lang="en-US" b="1">
                <a:solidFill>
                  <a:srgbClr val="2D18AC"/>
                </a:solidFill>
                <a:latin typeface="Arial" pitchFamily="34" charset="0"/>
                <a:cs typeface="Arial" pitchFamily="34" charset="0"/>
              </a:rPr>
              <a:t>: </a:t>
            </a:r>
          </a:p>
          <a:p>
            <a:r>
              <a:rPr lang="en-US" sz="1600" b="1">
                <a:solidFill>
                  <a:srgbClr val="2D18AC"/>
                </a:solidFill>
                <a:latin typeface="Arial" pitchFamily="34" charset="0"/>
                <a:cs typeface="Arial" pitchFamily="34" charset="0"/>
              </a:rPr>
              <a:t> </a:t>
            </a:r>
          </a:p>
          <a:p>
            <a:pPr marL="800100" lvl="1" indent="-342900">
              <a:lnSpc>
                <a:spcPct val="150000"/>
              </a:lnSpc>
              <a:buFont typeface="Wingdings" pitchFamily="2" charset="2"/>
              <a:buChar char="§"/>
            </a:pPr>
            <a:r>
              <a:rPr lang="mn-MN" sz="1600" b="1">
                <a:latin typeface="Arial" pitchFamily="34" charset="0"/>
                <a:cs typeface="Arial" pitchFamily="34" charset="0"/>
              </a:rPr>
              <a:t>Т</a:t>
            </a:r>
            <a:r>
              <a:rPr lang="en-US" sz="1600" b="1">
                <a:latin typeface="Arial" pitchFamily="34" charset="0"/>
                <a:cs typeface="Arial" pitchFamily="34" charset="0"/>
              </a:rPr>
              <a:t>өрийн сүлд, туг, далбаа, тамга, шагнал, одон тэмдэг болон гадаад орны төрийн далбаа, бэлгэ тэмдэг, олон улсын байгууллагын тэмдэг, бэлгэдэлтэй </a:t>
            </a:r>
            <a:r>
              <a:rPr lang="mn-MN" sz="1600" b="1">
                <a:latin typeface="Arial" pitchFamily="34" charset="0"/>
                <a:cs typeface="Arial" pitchFamily="34" charset="0"/>
              </a:rPr>
              <a:t>и</a:t>
            </a:r>
            <a:r>
              <a:rPr lang="en-US" sz="1600" b="1">
                <a:latin typeface="Arial" pitchFamily="34" charset="0"/>
                <a:cs typeface="Arial" pitchFamily="34" charset="0"/>
              </a:rPr>
              <a:t>жил, төсөөтэй загвар;</a:t>
            </a:r>
            <a:endParaRPr lang="mn-MN" sz="1600" b="1">
              <a:latin typeface="Arial" pitchFamily="34" charset="0"/>
              <a:cs typeface="Arial" pitchFamily="34" charset="0"/>
            </a:endParaRPr>
          </a:p>
          <a:p>
            <a:pPr marL="800100" lvl="1" indent="-342900">
              <a:lnSpc>
                <a:spcPct val="150000"/>
              </a:lnSpc>
              <a:buFont typeface="Wingdings" pitchFamily="2" charset="2"/>
              <a:buChar char="§"/>
            </a:pPr>
            <a:r>
              <a:rPr lang="mn-MN" sz="1600" b="1">
                <a:latin typeface="Arial" pitchFamily="34" charset="0"/>
                <a:cs typeface="Arial" pitchFamily="34" charset="0"/>
              </a:rPr>
              <a:t>Н</a:t>
            </a:r>
            <a:r>
              <a:rPr lang="en-US" sz="1600" b="1">
                <a:latin typeface="Arial" pitchFamily="34" charset="0"/>
                <a:cs typeface="Arial" pitchFamily="34" charset="0"/>
              </a:rPr>
              <a:t>ийгмийн ашиг сонирхол, ёс суртахуунд харш бол; </a:t>
            </a:r>
            <a:endParaRPr lang="mn-MN" sz="1600" b="1">
              <a:latin typeface="Arial" pitchFamily="34" charset="0"/>
              <a:cs typeface="Arial" pitchFamily="34" charset="0"/>
            </a:endParaRPr>
          </a:p>
          <a:p>
            <a:pPr marL="800100" lvl="1" indent="-342900">
              <a:lnSpc>
                <a:spcPct val="150000"/>
              </a:lnSpc>
              <a:buFont typeface="Wingdings" pitchFamily="2" charset="2"/>
              <a:buChar char="§"/>
            </a:pPr>
            <a:r>
              <a:rPr lang="mn-MN" sz="1600" b="1">
                <a:latin typeface="Arial" pitchFamily="34" charset="0"/>
                <a:cs typeface="Arial" pitchFamily="34" charset="0"/>
              </a:rPr>
              <a:t>Б</a:t>
            </a:r>
            <a:r>
              <a:rPr lang="en-US" sz="1600" b="1">
                <a:latin typeface="Arial" pitchFamily="34" charset="0"/>
                <a:cs typeface="Arial" pitchFamily="34" charset="0"/>
              </a:rPr>
              <a:t>усад этгээдийн бизнесийн үйл ажиллагаанд хохирол учруулахаар бол.</a:t>
            </a:r>
          </a:p>
        </p:txBody>
      </p:sp>
      <p:graphicFrame>
        <p:nvGraphicFramePr>
          <p:cNvPr id="161794" name="Object 2"/>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3" imgW="32961960" imgH="6570720" progId="">
                  <p:embed/>
                </p:oleObj>
              </mc:Choice>
              <mc:Fallback>
                <p:oleObj name="CorelDRAW" r:id="rId3" imgW="32961960" imgH="657072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itle 1"/>
          <p:cNvSpPr>
            <a:spLocks noGrp="1"/>
          </p:cNvSpPr>
          <p:nvPr>
            <p:ph type="title"/>
          </p:nvPr>
        </p:nvSpPr>
        <p:spPr>
          <a:xfrm>
            <a:off x="2438400" y="285728"/>
            <a:ext cx="4343400" cy="762000"/>
          </a:xfrm>
        </p:spPr>
        <p:txBody>
          <a:bodyPr>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mn-MN" sz="2400" b="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t>Аж үйлдвэрийн өмч</a:t>
            </a:r>
            <a:endParaRPr lang="en-US" sz="2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0" y="1000108"/>
            <a:ext cx="7924800" cy="4832092"/>
          </a:xfrm>
          <a:prstGeom prst="rect">
            <a:avLst/>
          </a:prstGeom>
        </p:spPr>
        <p:txBody>
          <a:bodyPr wrap="square">
            <a:spAutoFit/>
          </a:bodyPr>
          <a:lstStyle/>
          <a:p>
            <a:endParaRPr lang="en-US" sz="1600">
              <a:latin typeface="Arial" pitchFamily="34" charset="0"/>
              <a:cs typeface="Arial" pitchFamily="34" charset="0"/>
            </a:endParaRPr>
          </a:p>
          <a:p>
            <a:pPr algn="ctr"/>
            <a:r>
              <a:rPr lang="mn-MN" sz="1600" b="1">
                <a:solidFill>
                  <a:srgbClr val="2D18AC"/>
                </a:solidFill>
                <a:latin typeface="Arial" pitchFamily="34" charset="0"/>
                <a:cs typeface="Arial" pitchFamily="34" charset="0"/>
              </a:rPr>
              <a:t>БҮТЭЭГДЭХҮҮНИЙ ЗАГВАРТ ОЛГОХ ШАЛГУУР</a:t>
            </a:r>
            <a:r>
              <a:rPr lang="en-US" sz="1600" b="1">
                <a:solidFill>
                  <a:srgbClr val="2D18AC"/>
                </a:solidFill>
                <a:latin typeface="Arial" pitchFamily="34" charset="0"/>
                <a:cs typeface="Arial" pitchFamily="34" charset="0"/>
              </a:rPr>
              <a:t>: </a:t>
            </a:r>
          </a:p>
          <a:p>
            <a:r>
              <a:rPr lang="en-US" sz="1600">
                <a:solidFill>
                  <a:srgbClr val="FF0000"/>
                </a:solidFill>
                <a:latin typeface="Arial" pitchFamily="34" charset="0"/>
                <a:cs typeface="Arial" pitchFamily="34" charset="0"/>
              </a:rPr>
              <a:t> </a:t>
            </a:r>
            <a:endParaRPr lang="en-US" sz="1400">
              <a:solidFill>
                <a:srgbClr val="FF0000"/>
              </a:solidFill>
              <a:latin typeface="Arial" pitchFamily="34" charset="0"/>
              <a:cs typeface="Arial" pitchFamily="34" charset="0"/>
            </a:endParaRPr>
          </a:p>
          <a:p>
            <a:pPr marL="342900" indent="-342900">
              <a:buFont typeface="Wingdings" pitchFamily="2" charset="2"/>
              <a:buChar char="§"/>
            </a:pPr>
            <a:r>
              <a:rPr lang="mn-MN" sz="1600" b="1">
                <a:latin typeface="Arial" pitchFamily="34" charset="0"/>
                <a:cs typeface="Arial" pitchFamily="34" charset="0"/>
              </a:rPr>
              <a:t>ШИНЭ</a:t>
            </a:r>
            <a:r>
              <a:rPr lang="en-US" sz="1600" b="1">
                <a:latin typeface="Arial" pitchFamily="34" charset="0"/>
                <a:cs typeface="Arial" pitchFamily="34" charset="0"/>
              </a:rPr>
              <a:t>	</a:t>
            </a:r>
            <a:r>
              <a:rPr lang="en-US" sz="1600">
                <a:latin typeface="Arial" pitchFamily="34" charset="0"/>
                <a:cs typeface="Arial" pitchFamily="34" charset="0"/>
              </a:rPr>
              <a:t>/бүтээгдэхүүний загварын шинж чанарууд нь мэдүүлгийн </a:t>
            </a:r>
            <a:r>
              <a:rPr lang="mn-MN" sz="1600">
                <a:latin typeface="Arial" pitchFamily="34" charset="0"/>
                <a:cs typeface="Arial" pitchFamily="34" charset="0"/>
              </a:rPr>
              <a:t>			</a:t>
            </a:r>
            <a:r>
              <a:rPr lang="en-US" sz="1600">
                <a:latin typeface="Arial" pitchFamily="34" charset="0"/>
                <a:cs typeface="Arial" pitchFamily="34" charset="0"/>
              </a:rPr>
              <a:t>анхдагч </a:t>
            </a:r>
            <a:r>
              <a:rPr lang="mn-MN" sz="1600">
                <a:latin typeface="Arial" pitchFamily="34" charset="0"/>
                <a:cs typeface="Arial" pitchFamily="34" charset="0"/>
              </a:rPr>
              <a:t>о</a:t>
            </a:r>
            <a:r>
              <a:rPr lang="en-US" sz="1600">
                <a:latin typeface="Arial" pitchFamily="34" charset="0"/>
                <a:cs typeface="Arial" pitchFamily="34" charset="0"/>
              </a:rPr>
              <a:t>гноо хүртэл нийтэд илэрхий болоогүй/</a:t>
            </a:r>
          </a:p>
          <a:p>
            <a:pPr marL="342900" indent="-342900"/>
            <a:endParaRPr lang="mn-MN" sz="1600" b="1">
              <a:latin typeface="Arial" pitchFamily="34" charset="0"/>
              <a:cs typeface="Arial" pitchFamily="34" charset="0"/>
            </a:endParaRPr>
          </a:p>
          <a:p>
            <a:pPr marL="342900" indent="-342900">
              <a:buFont typeface="Wingdings" pitchFamily="2" charset="2"/>
              <a:buChar char="§"/>
            </a:pPr>
            <a:r>
              <a:rPr lang="mn-MN" sz="1600" b="1">
                <a:latin typeface="Arial" pitchFamily="34" charset="0"/>
                <a:cs typeface="Arial" pitchFamily="34" charset="0"/>
              </a:rPr>
              <a:t>ӨВӨРМӨЦ ШИНЖТЭЙ	</a:t>
            </a:r>
            <a:r>
              <a:rPr lang="en-US" sz="1600">
                <a:latin typeface="Arial" pitchFamily="34" charset="0"/>
                <a:cs typeface="Arial" pitchFamily="34" charset="0"/>
              </a:rPr>
              <a:t>/бүтээгдэхүүний загварын шинж чанарууд нь оюуны </a:t>
            </a:r>
            <a:r>
              <a:rPr lang="mn-MN" sz="1600">
                <a:latin typeface="Arial" pitchFamily="34" charset="0"/>
                <a:cs typeface="Arial" pitchFamily="34" charset="0"/>
              </a:rPr>
              <a:t>			</a:t>
            </a:r>
            <a:r>
              <a:rPr lang="en-US" sz="1600">
                <a:latin typeface="Arial" pitchFamily="34" charset="0"/>
                <a:cs typeface="Arial" pitchFamily="34" charset="0"/>
              </a:rPr>
              <a:t>бүтээлч шинжийг агуулж байвал/</a:t>
            </a:r>
          </a:p>
          <a:p>
            <a:pPr marL="1714500" lvl="3" indent="-342900"/>
            <a:endParaRPr lang="mn-MN" sz="1600">
              <a:latin typeface="Arial" pitchFamily="34" charset="0"/>
              <a:cs typeface="Arial" pitchFamily="34" charset="0"/>
            </a:endParaRPr>
          </a:p>
          <a:p>
            <a:pPr marL="342900" indent="-342900" algn="ctr"/>
            <a:r>
              <a:rPr lang="mn-MN" sz="1600" b="1">
                <a:solidFill>
                  <a:srgbClr val="2D18AC"/>
                </a:solidFill>
                <a:latin typeface="Arial" pitchFamily="34" charset="0"/>
                <a:cs typeface="Arial" pitchFamily="34" charset="0"/>
              </a:rPr>
              <a:t>АШИГТАЙ ЗАГВАРТ ОЛГОХ ШАЛГУУР</a:t>
            </a:r>
            <a:r>
              <a:rPr lang="en-US" sz="1600" b="1">
                <a:solidFill>
                  <a:srgbClr val="2D18AC"/>
                </a:solidFill>
                <a:latin typeface="Arial" pitchFamily="34" charset="0"/>
                <a:cs typeface="Arial" pitchFamily="34" charset="0"/>
              </a:rPr>
              <a:t>:</a:t>
            </a:r>
            <a:endParaRPr lang="mn-MN" sz="1600" b="1">
              <a:solidFill>
                <a:srgbClr val="2D18AC"/>
              </a:solidFill>
              <a:latin typeface="Arial" pitchFamily="34" charset="0"/>
              <a:cs typeface="Arial" pitchFamily="34" charset="0"/>
            </a:endParaRPr>
          </a:p>
          <a:p>
            <a:pPr marL="342900" indent="-342900" algn="ctr">
              <a:buFont typeface="Wingdings" pitchFamily="2" charset="2"/>
              <a:buChar char="§"/>
            </a:pPr>
            <a:endParaRPr lang="mn-MN" sz="1600" b="1">
              <a:solidFill>
                <a:schemeClr val="accent2">
                  <a:lumMod val="50000"/>
                </a:schemeClr>
              </a:solidFill>
              <a:latin typeface="Arial" pitchFamily="34" charset="0"/>
              <a:cs typeface="Arial" pitchFamily="34" charset="0"/>
            </a:endParaRPr>
          </a:p>
          <a:p>
            <a:pPr marL="342900" indent="-342900">
              <a:buFont typeface="Wingdings" pitchFamily="2" charset="2"/>
              <a:buChar char="§"/>
            </a:pPr>
            <a:r>
              <a:rPr lang="mn-MN" sz="1600" b="1">
                <a:latin typeface="Arial" pitchFamily="34" charset="0"/>
                <a:cs typeface="Arial" pitchFamily="34" charset="0"/>
              </a:rPr>
              <a:t>ШИНЭ	</a:t>
            </a:r>
            <a:r>
              <a:rPr lang="en-US" sz="1600">
                <a:latin typeface="Arial" pitchFamily="34" charset="0"/>
                <a:cs typeface="Arial" pitchFamily="34" charset="0"/>
              </a:rPr>
              <a:t>/Техникийн тухайн үеийн түвшингээс давуутай нь нотлогдсон</a:t>
            </a:r>
            <a:r>
              <a:rPr lang="mn-MN" sz="1600">
                <a:latin typeface="Arial" pitchFamily="34" charset="0"/>
                <a:cs typeface="Arial" pitchFamily="34" charset="0"/>
              </a:rPr>
              <a:t>, 		а</a:t>
            </a:r>
            <a:r>
              <a:rPr lang="en-US" sz="1600">
                <a:latin typeface="Arial" pitchFamily="34" charset="0"/>
                <a:cs typeface="Arial" pitchFamily="34" charset="0"/>
              </a:rPr>
              <a:t>шигтай загварын шинж чанарууд нь мэдүүлгийн анхдагч </a:t>
            </a:r>
            <a:r>
              <a:rPr lang="mn-MN" sz="1600">
                <a:latin typeface="Arial" pitchFamily="34" charset="0"/>
                <a:cs typeface="Arial" pitchFamily="34" charset="0"/>
              </a:rPr>
              <a:t>		</a:t>
            </a:r>
            <a:r>
              <a:rPr lang="en-US" sz="1600">
                <a:latin typeface="Arial" pitchFamily="34" charset="0"/>
                <a:cs typeface="Arial" pitchFamily="34" charset="0"/>
              </a:rPr>
              <a:t>огноо хүртэл нийтэд илэрхий болоогүй/</a:t>
            </a:r>
          </a:p>
          <a:p>
            <a:pPr marL="342900" indent="-342900"/>
            <a:endParaRPr lang="mn-MN" sz="1600" b="1">
              <a:latin typeface="Arial" pitchFamily="34" charset="0"/>
              <a:cs typeface="Arial" pitchFamily="34" charset="0"/>
            </a:endParaRPr>
          </a:p>
          <a:p>
            <a:pPr marL="342900" indent="-342900">
              <a:lnSpc>
                <a:spcPct val="150000"/>
              </a:lnSpc>
              <a:buFont typeface="Wingdings" pitchFamily="2" charset="2"/>
              <a:buChar char="§"/>
            </a:pPr>
            <a:r>
              <a:rPr lang="mn-MN" sz="1600" b="1">
                <a:latin typeface="Arial" pitchFamily="34" charset="0"/>
                <a:cs typeface="Arial" pitchFamily="34" charset="0"/>
              </a:rPr>
              <a:t>ҮЙЛДВЭРЛЭЛД АШИГЛАХ БОЛОМЖТОЙ</a:t>
            </a:r>
            <a:endParaRPr lang="en-US" sz="1600" b="1">
              <a:latin typeface="Arial" pitchFamily="34" charset="0"/>
              <a:cs typeface="Arial" pitchFamily="34" charset="0"/>
            </a:endParaRPr>
          </a:p>
          <a:p>
            <a:pPr marL="1714500" lvl="3" indent="-342900"/>
            <a:r>
              <a:rPr lang="en-US" sz="1600" b="1">
                <a:latin typeface="Arial" pitchFamily="34" charset="0"/>
                <a:cs typeface="Arial" pitchFamily="34" charset="0"/>
              </a:rPr>
              <a:t>		</a:t>
            </a:r>
            <a:r>
              <a:rPr lang="en-US" sz="1600">
                <a:latin typeface="Arial" pitchFamily="34" charset="0"/>
                <a:cs typeface="Arial" pitchFamily="34" charset="0"/>
              </a:rPr>
              <a:t>/Ашигтай загвар нь үйлдвэрлэлийн аливаа салбарт ашиглаж </a:t>
            </a:r>
            <a:r>
              <a:rPr lang="mn-MN" sz="1600">
                <a:latin typeface="Arial" pitchFamily="34" charset="0"/>
                <a:cs typeface="Arial" pitchFamily="34" charset="0"/>
              </a:rPr>
              <a:t>	</a:t>
            </a:r>
            <a:r>
              <a:rPr lang="en-US" sz="1600">
                <a:latin typeface="Arial" pitchFamily="34" charset="0"/>
                <a:cs typeface="Arial" pitchFamily="34" charset="0"/>
              </a:rPr>
              <a:t>болохуйц байвал/</a:t>
            </a:r>
          </a:p>
          <a:p>
            <a:pPr marL="1714500" lvl="3" indent="-342900" algn="just">
              <a:spcBef>
                <a:spcPct val="0"/>
              </a:spcBef>
              <a:buSzPct val="100000"/>
              <a:defRPr/>
            </a:pPr>
            <a:endParaRPr lang="mn-MN" sz="1200" dirty="0">
              <a:latin typeface="Arial" pitchFamily="34" charset="0"/>
              <a:cs typeface="Arial" pitchFamily="34" charset="0"/>
            </a:endParaRPr>
          </a:p>
        </p:txBody>
      </p:sp>
      <p:graphicFrame>
        <p:nvGraphicFramePr>
          <p:cNvPr id="160770" name="Object 2"/>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3" imgW="32961960" imgH="6570720" progId="">
                  <p:embed/>
                </p:oleObj>
              </mc:Choice>
              <mc:Fallback>
                <p:oleObj name="CorelDRAW" r:id="rId3" imgW="32961960" imgH="657072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itle 1"/>
          <p:cNvSpPr>
            <a:spLocks noGrp="1"/>
          </p:cNvSpPr>
          <p:nvPr>
            <p:ph type="title"/>
          </p:nvPr>
        </p:nvSpPr>
        <p:spPr>
          <a:xfrm>
            <a:off x="2438400" y="285728"/>
            <a:ext cx="4343400" cy="762000"/>
          </a:xfrm>
        </p:spPr>
        <p:txBody>
          <a:bodyPr>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mn-MN" sz="2400" b="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t>Аж үйлдвэрийн өмч</a:t>
            </a:r>
            <a:endParaRPr lang="en-US" sz="2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14400" y="1571612"/>
            <a:ext cx="7543800" cy="3000821"/>
          </a:xfrm>
          <a:prstGeom prst="rect">
            <a:avLst/>
          </a:prstGeom>
        </p:spPr>
        <p:txBody>
          <a:bodyPr wrap="square">
            <a:spAutoFit/>
          </a:bodyPr>
          <a:lstStyle/>
          <a:p>
            <a:pPr algn="ctr"/>
            <a:r>
              <a:rPr lang="mn-MN" b="1">
                <a:solidFill>
                  <a:srgbClr val="2D18AC"/>
                </a:solidFill>
                <a:latin typeface="Arial" pitchFamily="34" charset="0"/>
                <a:cs typeface="Arial" pitchFamily="34" charset="0"/>
              </a:rPr>
              <a:t>АШИГТАЙ ЗАГВАРТ ТООЦОХГҮЙ ШИЙДЭЛ</a:t>
            </a:r>
            <a:r>
              <a:rPr lang="en-US" b="1">
                <a:solidFill>
                  <a:srgbClr val="2D18AC"/>
                </a:solidFill>
                <a:latin typeface="Arial" pitchFamily="34" charset="0"/>
                <a:cs typeface="Arial" pitchFamily="34" charset="0"/>
              </a:rPr>
              <a:t>: </a:t>
            </a:r>
            <a:endParaRPr lang="en-US" sz="2000" b="1">
              <a:solidFill>
                <a:srgbClr val="2D18AC"/>
              </a:solidFill>
              <a:latin typeface="Arial" pitchFamily="34" charset="0"/>
              <a:cs typeface="Arial" pitchFamily="34" charset="0"/>
            </a:endParaRPr>
          </a:p>
          <a:p>
            <a:r>
              <a:rPr lang="en-US" b="1">
                <a:latin typeface="Arial" pitchFamily="34" charset="0"/>
                <a:cs typeface="Arial" pitchFamily="34" charset="0"/>
              </a:rPr>
              <a:t> </a:t>
            </a:r>
          </a:p>
          <a:p>
            <a:endParaRPr lang="en-US">
              <a:latin typeface="Arial" pitchFamily="34" charset="0"/>
              <a:cs typeface="Arial" pitchFamily="34" charset="0"/>
            </a:endParaRPr>
          </a:p>
          <a:p>
            <a:pPr marL="342900" indent="-342900">
              <a:lnSpc>
                <a:spcPct val="150000"/>
              </a:lnSpc>
              <a:buFont typeface="Wingdings" pitchFamily="2" charset="2"/>
              <a:buChar char="§"/>
            </a:pPr>
            <a:r>
              <a:rPr lang="en-US" b="1">
                <a:latin typeface="Arial" pitchFamily="34" charset="0"/>
                <a:cs typeface="Arial" pitchFamily="34" charset="0"/>
              </a:rPr>
              <a:t>ашигтай загварыг бүртгэхээс өмнө Монгол Улсад тухайн шийдэл нийтэд илэрхий болсон болон нэвтэрч ашиглагдсан; </a:t>
            </a:r>
          </a:p>
          <a:p>
            <a:pPr marL="342900" indent="-342900">
              <a:lnSpc>
                <a:spcPct val="150000"/>
              </a:lnSpc>
            </a:pPr>
            <a:r>
              <a:rPr lang="en-US" b="1">
                <a:latin typeface="Arial" pitchFamily="34" charset="0"/>
                <a:cs typeface="Arial" pitchFamily="34" charset="0"/>
              </a:rPr>
              <a:t> </a:t>
            </a:r>
          </a:p>
          <a:p>
            <a:pPr marL="342900" indent="-342900">
              <a:buFont typeface="Wingdings" pitchFamily="2" charset="2"/>
              <a:buChar char="§"/>
            </a:pPr>
            <a:r>
              <a:rPr lang="en-US" b="1">
                <a:latin typeface="Arial" pitchFamily="34" charset="0"/>
                <a:cs typeface="Arial" pitchFamily="34" charset="0"/>
              </a:rPr>
              <a:t>урьд нь тус улсад болон гадаад оронд хэвлэн нийтлэгдсэн; </a:t>
            </a:r>
          </a:p>
          <a:p>
            <a:pPr marL="342900" indent="-342900"/>
            <a:r>
              <a:rPr lang="en-US" b="1">
                <a:latin typeface="Arial" pitchFamily="34" charset="0"/>
                <a:cs typeface="Arial" pitchFamily="34" charset="0"/>
              </a:rPr>
              <a:t> </a:t>
            </a:r>
          </a:p>
          <a:p>
            <a:pPr marL="342900" indent="-342900">
              <a:buFont typeface="Wingdings" pitchFamily="2" charset="2"/>
              <a:buChar char="§"/>
            </a:pPr>
            <a:r>
              <a:rPr lang="en-US" b="1">
                <a:latin typeface="Arial" pitchFamily="34" charset="0"/>
                <a:cs typeface="Arial" pitchFamily="34" charset="0"/>
              </a:rPr>
              <a:t>нийгмийн ашиг сонирхол, ёс суртахуунд харш шийдэл. </a:t>
            </a:r>
          </a:p>
        </p:txBody>
      </p:sp>
      <p:graphicFrame>
        <p:nvGraphicFramePr>
          <p:cNvPr id="159746" name="Object 2"/>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3" imgW="32961960" imgH="6570720" progId="">
                  <p:embed/>
                </p:oleObj>
              </mc:Choice>
              <mc:Fallback>
                <p:oleObj name="CorelDRAW" r:id="rId3" imgW="32961960" imgH="657072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itle 1"/>
          <p:cNvSpPr>
            <a:spLocks noGrp="1"/>
          </p:cNvSpPr>
          <p:nvPr>
            <p:ph type="title"/>
          </p:nvPr>
        </p:nvSpPr>
        <p:spPr>
          <a:xfrm>
            <a:off x="2438400" y="285728"/>
            <a:ext cx="4343400" cy="762000"/>
          </a:xfrm>
        </p:spPr>
        <p:txBody>
          <a:bodyPr>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mn-MN" sz="2400" b="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t>Аж үйлдвэрийн өмч</a:t>
            </a:r>
            <a:endParaRPr lang="en-US" sz="2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6"/>
          <p:cNvGrpSpPr/>
          <p:nvPr/>
        </p:nvGrpSpPr>
        <p:grpSpPr>
          <a:xfrm>
            <a:off x="982690" y="357166"/>
            <a:ext cx="7518400" cy="5410200"/>
            <a:chOff x="558800" y="347830"/>
            <a:chExt cx="8128000" cy="5410200"/>
          </a:xfrm>
        </p:grpSpPr>
        <p:sp>
          <p:nvSpPr>
            <p:cNvPr id="5" name="Oval 14"/>
            <p:cNvSpPr>
              <a:spLocks noChangeArrowheads="1"/>
            </p:cNvSpPr>
            <p:nvPr/>
          </p:nvSpPr>
          <p:spPr bwMode="auto">
            <a:xfrm>
              <a:off x="3124200" y="347830"/>
              <a:ext cx="2184400" cy="626093"/>
            </a:xfrm>
            <a:prstGeom prst="ellipse">
              <a:avLst/>
            </a:prstGeom>
            <a:ln>
              <a:headEnd/>
              <a:tailEnd/>
            </a:ln>
          </p:spPr>
          <p:style>
            <a:lnRef idx="3">
              <a:schemeClr val="lt1"/>
            </a:lnRef>
            <a:fillRef idx="1">
              <a:schemeClr val="accent1"/>
            </a:fillRef>
            <a:effectRef idx="1">
              <a:schemeClr val="accent1"/>
            </a:effectRef>
            <a:fontRef idx="minor">
              <a:schemeClr val="lt1"/>
            </a:fontRef>
          </p:style>
          <p:txBody>
            <a:bodyPr wrap="none" anchor="ctr"/>
            <a:lstStyle/>
            <a:p>
              <a:pPr algn="ctr"/>
              <a:r>
                <a:rPr lang="mn-MN" sz="1400" b="1">
                  <a:solidFill>
                    <a:schemeClr val="bg1"/>
                  </a:solidFill>
                  <a:latin typeface="Arial" pitchFamily="34" charset="0"/>
                  <a:cs typeface="Arial" pitchFamily="34" charset="0"/>
                </a:rPr>
                <a:t>Патентийн мэдүүлэг</a:t>
              </a:r>
              <a:endParaRPr lang="ru-RU" sz="1400" b="1">
                <a:solidFill>
                  <a:schemeClr val="bg1"/>
                </a:solidFill>
                <a:latin typeface="Arial" pitchFamily="34" charset="0"/>
                <a:cs typeface="Arial" pitchFamily="34" charset="0"/>
              </a:endParaRPr>
            </a:p>
          </p:txBody>
        </p:sp>
        <p:sp>
          <p:nvSpPr>
            <p:cNvPr id="6" name="Oval 15"/>
            <p:cNvSpPr>
              <a:spLocks noChangeArrowheads="1"/>
            </p:cNvSpPr>
            <p:nvPr/>
          </p:nvSpPr>
          <p:spPr bwMode="auto">
            <a:xfrm>
              <a:off x="3098800" y="1278274"/>
              <a:ext cx="2235200" cy="530440"/>
            </a:xfrm>
            <a:prstGeom prst="ellipse">
              <a:avLst/>
            </a:prstGeom>
            <a:ln>
              <a:headEnd/>
              <a:tailEnd/>
            </a:ln>
          </p:spPr>
          <p:style>
            <a:lnRef idx="3">
              <a:schemeClr val="lt1"/>
            </a:lnRef>
            <a:fillRef idx="1">
              <a:schemeClr val="accent1"/>
            </a:fillRef>
            <a:effectRef idx="1">
              <a:schemeClr val="accent1"/>
            </a:effectRef>
            <a:fontRef idx="minor">
              <a:schemeClr val="lt1"/>
            </a:fontRef>
          </p:style>
          <p:txBody>
            <a:bodyPr wrap="none" anchor="ctr"/>
            <a:lstStyle/>
            <a:p>
              <a:pPr algn="ctr"/>
              <a:r>
                <a:rPr lang="mn-MN" sz="1200" b="1">
                  <a:solidFill>
                    <a:schemeClr val="bg1"/>
                  </a:solidFill>
                  <a:latin typeface="Arial" pitchFamily="34" charset="0"/>
                  <a:cs typeface="Arial" pitchFamily="34" charset="0"/>
                </a:rPr>
                <a:t>Урьдчилсан хайлт</a:t>
              </a:r>
            </a:p>
            <a:p>
              <a:pPr algn="ctr"/>
              <a:r>
                <a:rPr lang="mn-MN" sz="1200" b="1">
                  <a:solidFill>
                    <a:schemeClr val="bg1"/>
                  </a:solidFill>
                  <a:latin typeface="Arial" pitchFamily="34" charset="0"/>
                  <a:cs typeface="Arial" pitchFamily="34" charset="0"/>
                </a:rPr>
                <a:t>20 хоног</a:t>
              </a:r>
              <a:endParaRPr lang="ru-RU" sz="1200" b="1">
                <a:solidFill>
                  <a:schemeClr val="bg1"/>
                </a:solidFill>
                <a:latin typeface="Arial" pitchFamily="34" charset="0"/>
                <a:cs typeface="Arial" pitchFamily="34" charset="0"/>
              </a:endParaRPr>
            </a:p>
          </p:txBody>
        </p:sp>
        <p:sp>
          <p:nvSpPr>
            <p:cNvPr id="7" name="Oval 16"/>
            <p:cNvSpPr>
              <a:spLocks noChangeArrowheads="1"/>
            </p:cNvSpPr>
            <p:nvPr/>
          </p:nvSpPr>
          <p:spPr bwMode="auto">
            <a:xfrm>
              <a:off x="2997200" y="2049296"/>
              <a:ext cx="2438400" cy="673920"/>
            </a:xfrm>
            <a:prstGeom prst="ellipse">
              <a:avLst/>
            </a:prstGeom>
            <a:ln>
              <a:headEnd/>
              <a:tailEnd/>
            </a:ln>
          </p:spPr>
          <p:style>
            <a:lnRef idx="3">
              <a:schemeClr val="lt1"/>
            </a:lnRef>
            <a:fillRef idx="1">
              <a:schemeClr val="accent1"/>
            </a:fillRef>
            <a:effectRef idx="1">
              <a:schemeClr val="accent1"/>
            </a:effectRef>
            <a:fontRef idx="minor">
              <a:schemeClr val="lt1"/>
            </a:fontRef>
          </p:style>
          <p:txBody>
            <a:bodyPr wrap="none" anchor="ctr"/>
            <a:lstStyle/>
            <a:p>
              <a:pPr algn="ctr"/>
              <a:r>
                <a:rPr lang="mn-MN" sz="1200" b="1" dirty="0">
                  <a:solidFill>
                    <a:schemeClr val="bg1"/>
                  </a:solidFill>
                  <a:latin typeface="Arial" pitchFamily="34" charset="0"/>
                  <a:cs typeface="Arial" pitchFamily="34" charset="0"/>
                </a:rPr>
                <a:t>Мөн чанарын шүүлт</a:t>
              </a:r>
            </a:p>
            <a:p>
              <a:pPr algn="ctr"/>
              <a:r>
                <a:rPr lang="mn-MN" sz="1200" b="1" dirty="0">
                  <a:solidFill>
                    <a:schemeClr val="bg1"/>
                  </a:solidFill>
                  <a:latin typeface="Arial" pitchFamily="34" charset="0"/>
                  <a:cs typeface="Arial" pitchFamily="34" charset="0"/>
                </a:rPr>
                <a:t>9сар </a:t>
              </a:r>
              <a:r>
                <a:rPr lang="en-US" sz="1200" b="1" dirty="0">
                  <a:solidFill>
                    <a:schemeClr val="bg1"/>
                  </a:solidFill>
                  <a:latin typeface="Arial" pitchFamily="34" charset="0"/>
                  <a:cs typeface="Arial" pitchFamily="34" charset="0"/>
                </a:rPr>
                <a:t>+12</a:t>
              </a:r>
              <a:r>
                <a:rPr lang="mn-MN" sz="1200" b="1" dirty="0">
                  <a:solidFill>
                    <a:schemeClr val="bg1"/>
                  </a:solidFill>
                  <a:latin typeface="Arial" pitchFamily="34" charset="0"/>
                  <a:cs typeface="Arial" pitchFamily="34" charset="0"/>
                </a:rPr>
                <a:t> сар</a:t>
              </a:r>
              <a:endParaRPr lang="ru-RU" sz="1200" b="1" dirty="0">
                <a:solidFill>
                  <a:schemeClr val="bg1"/>
                </a:solidFill>
                <a:latin typeface="Arial" pitchFamily="34" charset="0"/>
                <a:cs typeface="Arial" pitchFamily="34" charset="0"/>
              </a:endParaRPr>
            </a:p>
          </p:txBody>
        </p:sp>
        <p:sp>
          <p:nvSpPr>
            <p:cNvPr id="8" name="Rectangle 22"/>
            <p:cNvSpPr>
              <a:spLocks noChangeArrowheads="1"/>
            </p:cNvSpPr>
            <p:nvPr/>
          </p:nvSpPr>
          <p:spPr bwMode="auto">
            <a:xfrm>
              <a:off x="1574800" y="2868146"/>
              <a:ext cx="2641600" cy="240582"/>
            </a:xfrm>
            <a:prstGeom prst="rect">
              <a:avLst/>
            </a:prstGeom>
            <a:solidFill>
              <a:srgbClr val="0000FF"/>
            </a:solidFill>
            <a:ln w="9525">
              <a:solidFill>
                <a:schemeClr val="tx1"/>
              </a:solidFill>
              <a:miter lim="800000"/>
              <a:headEnd/>
              <a:tailEnd/>
            </a:ln>
          </p:spPr>
          <p:txBody>
            <a:bodyPr wrap="none" anchor="ctr"/>
            <a:lstStyle/>
            <a:p>
              <a:pPr algn="ctr"/>
              <a:r>
                <a:rPr lang="mn-MN" sz="1200">
                  <a:solidFill>
                    <a:schemeClr val="bg1"/>
                  </a:solidFill>
                  <a:latin typeface="Arial" pitchFamily="34" charset="0"/>
                  <a:cs typeface="Arial" pitchFamily="34" charset="0"/>
                </a:rPr>
                <a:t>Патент олгох шийдвэр</a:t>
              </a:r>
              <a:endParaRPr lang="ru-RU" sz="1200">
                <a:solidFill>
                  <a:schemeClr val="bg1"/>
                </a:solidFill>
                <a:latin typeface="Arial" pitchFamily="34" charset="0"/>
                <a:cs typeface="Arial" pitchFamily="34" charset="0"/>
              </a:endParaRPr>
            </a:p>
          </p:txBody>
        </p:sp>
        <p:sp>
          <p:nvSpPr>
            <p:cNvPr id="9" name="Rectangle 26"/>
            <p:cNvSpPr>
              <a:spLocks noChangeArrowheads="1"/>
            </p:cNvSpPr>
            <p:nvPr/>
          </p:nvSpPr>
          <p:spPr bwMode="auto">
            <a:xfrm>
              <a:off x="4216400" y="2868146"/>
              <a:ext cx="2946400" cy="240582"/>
            </a:xfrm>
            <a:prstGeom prst="rect">
              <a:avLst/>
            </a:prstGeom>
            <a:solidFill>
              <a:srgbClr val="FF0000"/>
            </a:solidFill>
            <a:ln w="9525">
              <a:solidFill>
                <a:schemeClr val="tx1"/>
              </a:solidFill>
              <a:miter lim="800000"/>
              <a:headEnd/>
              <a:tailEnd/>
            </a:ln>
          </p:spPr>
          <p:txBody>
            <a:bodyPr wrap="none" anchor="ctr"/>
            <a:lstStyle/>
            <a:p>
              <a:pPr algn="ctr"/>
              <a:r>
                <a:rPr lang="en-US" sz="1200" dirty="0">
                  <a:solidFill>
                    <a:schemeClr val="bg1"/>
                  </a:solidFill>
                </a:rPr>
                <a:t> </a:t>
              </a:r>
              <a:r>
                <a:rPr lang="mn-MN" sz="1200" dirty="0">
                  <a:solidFill>
                    <a:schemeClr val="bg1"/>
                  </a:solidFill>
                </a:rPr>
                <a:t>Татгалзсан </a:t>
              </a:r>
              <a:r>
                <a:rPr lang="mn-MN" sz="1200" dirty="0">
                  <a:solidFill>
                    <a:schemeClr val="bg1"/>
                  </a:solidFill>
                  <a:latin typeface="Arial" pitchFamily="34" charset="0"/>
                  <a:cs typeface="Arial" pitchFamily="34" charset="0"/>
                </a:rPr>
                <a:t>шийдвэр</a:t>
              </a:r>
              <a:endParaRPr lang="ru-RU" sz="1200" dirty="0">
                <a:solidFill>
                  <a:schemeClr val="bg1"/>
                </a:solidFill>
                <a:latin typeface="Arial" pitchFamily="34" charset="0"/>
                <a:cs typeface="Arial" pitchFamily="34" charset="0"/>
              </a:endParaRPr>
            </a:p>
          </p:txBody>
        </p:sp>
        <p:sp>
          <p:nvSpPr>
            <p:cNvPr id="10" name="Line 29"/>
            <p:cNvSpPr>
              <a:spLocks noChangeShapeType="1"/>
            </p:cNvSpPr>
            <p:nvPr/>
          </p:nvSpPr>
          <p:spPr bwMode="auto">
            <a:xfrm>
              <a:off x="4216400" y="1037692"/>
              <a:ext cx="0" cy="240582"/>
            </a:xfrm>
            <a:prstGeom prst="line">
              <a:avLst/>
            </a:prstGeom>
            <a:ln>
              <a:headEnd/>
              <a:tailEnd type="stealth" w="med" len="med"/>
            </a:ln>
          </p:spPr>
          <p:style>
            <a:lnRef idx="2">
              <a:schemeClr val="dk1"/>
            </a:lnRef>
            <a:fillRef idx="0">
              <a:schemeClr val="dk1"/>
            </a:fillRef>
            <a:effectRef idx="1">
              <a:schemeClr val="dk1"/>
            </a:effectRef>
            <a:fontRef idx="minor">
              <a:schemeClr val="tx1"/>
            </a:fontRef>
          </p:style>
          <p:txBody>
            <a:bodyPr/>
            <a:lstStyle/>
            <a:p>
              <a:endParaRPr lang="en-US"/>
            </a:p>
          </p:txBody>
        </p:sp>
        <p:sp>
          <p:nvSpPr>
            <p:cNvPr id="11" name="Line 30"/>
            <p:cNvSpPr>
              <a:spLocks noChangeShapeType="1"/>
            </p:cNvSpPr>
            <p:nvPr/>
          </p:nvSpPr>
          <p:spPr bwMode="auto">
            <a:xfrm>
              <a:off x="4216400" y="1808714"/>
              <a:ext cx="0" cy="240582"/>
            </a:xfrm>
            <a:prstGeom prst="line">
              <a:avLst/>
            </a:prstGeom>
            <a:ln>
              <a:headEnd/>
              <a:tailEnd type="stealth" w="med" len="med"/>
            </a:ln>
          </p:spPr>
          <p:style>
            <a:lnRef idx="2">
              <a:schemeClr val="dk1"/>
            </a:lnRef>
            <a:fillRef idx="0">
              <a:schemeClr val="dk1"/>
            </a:fillRef>
            <a:effectRef idx="1">
              <a:schemeClr val="dk1"/>
            </a:effectRef>
            <a:fontRef idx="minor">
              <a:schemeClr val="tx1"/>
            </a:fontRef>
          </p:style>
          <p:txBody>
            <a:bodyPr/>
            <a:lstStyle/>
            <a:p>
              <a:endParaRPr lang="en-US"/>
            </a:p>
          </p:txBody>
        </p:sp>
        <p:sp>
          <p:nvSpPr>
            <p:cNvPr id="12" name="Rectangle 31"/>
            <p:cNvSpPr>
              <a:spLocks noChangeArrowheads="1"/>
            </p:cNvSpPr>
            <p:nvPr/>
          </p:nvSpPr>
          <p:spPr bwMode="auto">
            <a:xfrm>
              <a:off x="5740400" y="1739148"/>
              <a:ext cx="2946400" cy="407251"/>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anchor="ctr"/>
            <a:lstStyle/>
            <a:p>
              <a:pPr algn="ctr"/>
              <a:r>
                <a:rPr lang="mn-MN" sz="1200" b="1" dirty="0">
                  <a:solidFill>
                    <a:schemeClr val="tx1"/>
                  </a:solidFill>
                  <a:latin typeface="Arial" pitchFamily="34" charset="0"/>
                  <a:cs typeface="Arial" pitchFamily="34" charset="0"/>
                </a:rPr>
                <a:t>Нэмэлт материал болон засвар</a:t>
              </a:r>
            </a:p>
            <a:p>
              <a:pPr algn="ctr"/>
              <a:r>
                <a:rPr lang="mn-MN" sz="1200" b="1" dirty="0">
                  <a:solidFill>
                    <a:schemeClr val="tx1"/>
                  </a:solidFill>
                  <a:latin typeface="Arial" pitchFamily="34" charset="0"/>
                  <a:cs typeface="Arial" pitchFamily="34" charset="0"/>
                </a:rPr>
                <a:t>3 сарын дотор</a:t>
              </a:r>
              <a:endParaRPr lang="ru-RU" sz="1200" b="1" dirty="0">
                <a:solidFill>
                  <a:schemeClr val="tx1"/>
                </a:solidFill>
                <a:latin typeface="Arial" pitchFamily="34" charset="0"/>
                <a:cs typeface="Arial" pitchFamily="34" charset="0"/>
              </a:endParaRPr>
            </a:p>
          </p:txBody>
        </p:sp>
        <p:sp>
          <p:nvSpPr>
            <p:cNvPr id="13" name="Rectangle 35"/>
            <p:cNvSpPr>
              <a:spLocks noChangeArrowheads="1"/>
            </p:cNvSpPr>
            <p:nvPr/>
          </p:nvSpPr>
          <p:spPr bwMode="auto">
            <a:xfrm>
              <a:off x="1473200" y="3301483"/>
              <a:ext cx="2743200" cy="240582"/>
            </a:xfrm>
            <a:prstGeom prst="rect">
              <a:avLst/>
            </a:prstGeom>
            <a:solidFill>
              <a:srgbClr val="0000FF"/>
            </a:solidFill>
            <a:ln w="9525">
              <a:solidFill>
                <a:schemeClr val="tx1"/>
              </a:solidFill>
              <a:miter lim="800000"/>
              <a:headEnd/>
              <a:tailEnd/>
            </a:ln>
          </p:spPr>
          <p:txBody>
            <a:bodyPr wrap="none" anchor="ctr"/>
            <a:lstStyle/>
            <a:p>
              <a:pPr algn="ctr"/>
              <a:r>
                <a:rPr lang="mn-MN" sz="1200" b="1">
                  <a:solidFill>
                    <a:schemeClr val="bg1"/>
                  </a:solidFill>
                </a:rPr>
                <a:t>Хэвлэл </a:t>
              </a:r>
              <a:r>
                <a:rPr lang="mn-MN" sz="1200" b="1">
                  <a:solidFill>
                    <a:schemeClr val="bg1"/>
                  </a:solidFill>
                  <a:latin typeface="Arial" pitchFamily="34" charset="0"/>
                  <a:cs typeface="Arial" pitchFamily="34" charset="0"/>
                </a:rPr>
                <a:t>тавих</a:t>
              </a:r>
              <a:endParaRPr lang="ru-RU" sz="1200" b="1">
                <a:solidFill>
                  <a:schemeClr val="bg1"/>
                </a:solidFill>
                <a:latin typeface="Arial" pitchFamily="34" charset="0"/>
                <a:cs typeface="Arial" pitchFamily="34" charset="0"/>
              </a:endParaRPr>
            </a:p>
          </p:txBody>
        </p:sp>
        <p:sp>
          <p:nvSpPr>
            <p:cNvPr id="14" name="Line 37"/>
            <p:cNvSpPr>
              <a:spLocks noChangeShapeType="1"/>
            </p:cNvSpPr>
            <p:nvPr/>
          </p:nvSpPr>
          <p:spPr bwMode="auto">
            <a:xfrm>
              <a:off x="5334000" y="1530451"/>
              <a:ext cx="1651000" cy="208698"/>
            </a:xfrm>
            <a:prstGeom prst="line">
              <a:avLst/>
            </a:prstGeom>
            <a:ln>
              <a:headEnd/>
              <a:tailEnd type="stealth" w="med" len="med"/>
            </a:ln>
          </p:spPr>
          <p:style>
            <a:lnRef idx="2">
              <a:schemeClr val="dk1"/>
            </a:lnRef>
            <a:fillRef idx="0">
              <a:schemeClr val="dk1"/>
            </a:fillRef>
            <a:effectRef idx="1">
              <a:schemeClr val="dk1"/>
            </a:effectRef>
            <a:fontRef idx="minor">
              <a:schemeClr val="tx1"/>
            </a:fontRef>
          </p:style>
          <p:txBody>
            <a:bodyPr/>
            <a:lstStyle/>
            <a:p>
              <a:endParaRPr lang="en-US"/>
            </a:p>
          </p:txBody>
        </p:sp>
        <p:sp>
          <p:nvSpPr>
            <p:cNvPr id="15" name="Line 38"/>
            <p:cNvSpPr>
              <a:spLocks noChangeShapeType="1"/>
            </p:cNvSpPr>
            <p:nvPr/>
          </p:nvSpPr>
          <p:spPr bwMode="auto">
            <a:xfrm flipH="1">
              <a:off x="5486400" y="2226110"/>
              <a:ext cx="1447800" cy="208698"/>
            </a:xfrm>
            <a:prstGeom prst="line">
              <a:avLst/>
            </a:prstGeom>
            <a:ln>
              <a:headEnd/>
              <a:tailEnd type="stealth" w="med" len="med"/>
            </a:ln>
          </p:spPr>
          <p:style>
            <a:lnRef idx="2">
              <a:schemeClr val="dk1"/>
            </a:lnRef>
            <a:fillRef idx="0">
              <a:schemeClr val="dk1"/>
            </a:fillRef>
            <a:effectRef idx="1">
              <a:schemeClr val="dk1"/>
            </a:effectRef>
            <a:fontRef idx="minor">
              <a:schemeClr val="tx1"/>
            </a:fontRef>
          </p:style>
          <p:txBody>
            <a:bodyPr/>
            <a:lstStyle/>
            <a:p>
              <a:endParaRPr lang="en-US"/>
            </a:p>
          </p:txBody>
        </p:sp>
        <p:sp>
          <p:nvSpPr>
            <p:cNvPr id="16" name="Line 41"/>
            <p:cNvSpPr>
              <a:spLocks noChangeShapeType="1"/>
            </p:cNvSpPr>
            <p:nvPr/>
          </p:nvSpPr>
          <p:spPr bwMode="auto">
            <a:xfrm>
              <a:off x="4216400" y="2723217"/>
              <a:ext cx="0" cy="144929"/>
            </a:xfrm>
            <a:prstGeom prst="line">
              <a:avLst/>
            </a:prstGeom>
            <a:ln>
              <a:headEnd/>
              <a:tailEnd type="stealth" w="med" len="med"/>
            </a:ln>
          </p:spPr>
          <p:style>
            <a:lnRef idx="2">
              <a:schemeClr val="dk1"/>
            </a:lnRef>
            <a:fillRef idx="0">
              <a:schemeClr val="dk1"/>
            </a:fillRef>
            <a:effectRef idx="1">
              <a:schemeClr val="dk1"/>
            </a:effectRef>
            <a:fontRef idx="minor">
              <a:schemeClr val="tx1"/>
            </a:fontRef>
          </p:style>
          <p:txBody>
            <a:bodyPr/>
            <a:lstStyle/>
            <a:p>
              <a:endParaRPr lang="en-US"/>
            </a:p>
          </p:txBody>
        </p:sp>
        <p:sp>
          <p:nvSpPr>
            <p:cNvPr id="17" name="Rectangle 42"/>
            <p:cNvSpPr>
              <a:spLocks noChangeArrowheads="1"/>
            </p:cNvSpPr>
            <p:nvPr/>
          </p:nvSpPr>
          <p:spPr bwMode="auto">
            <a:xfrm>
              <a:off x="6045200" y="3349310"/>
              <a:ext cx="1422400" cy="242031"/>
            </a:xfrm>
            <a:prstGeom prst="rect">
              <a:avLst/>
            </a:prstGeom>
            <a:solidFill>
              <a:srgbClr val="FF0000"/>
            </a:solidFill>
            <a:ln w="9525">
              <a:solidFill>
                <a:schemeClr val="tx1"/>
              </a:solidFill>
              <a:miter lim="800000"/>
              <a:headEnd/>
              <a:tailEnd/>
            </a:ln>
          </p:spPr>
          <p:txBody>
            <a:bodyPr wrap="none" anchor="ctr"/>
            <a:lstStyle/>
            <a:p>
              <a:pPr algn="ctr"/>
              <a:r>
                <a:rPr lang="mn-MN" sz="1200" b="1">
                  <a:solidFill>
                    <a:schemeClr val="bg1"/>
                  </a:solidFill>
                  <a:latin typeface="Arial" pitchFamily="34" charset="0"/>
                  <a:cs typeface="Arial" pitchFamily="34" charset="0"/>
                </a:rPr>
                <a:t>Эсэргүүцэл</a:t>
              </a:r>
              <a:endParaRPr lang="ru-RU" sz="1200" b="1">
                <a:solidFill>
                  <a:schemeClr val="bg1"/>
                </a:solidFill>
                <a:latin typeface="Arial" pitchFamily="34" charset="0"/>
                <a:cs typeface="Arial" pitchFamily="34" charset="0"/>
              </a:endParaRPr>
            </a:p>
          </p:txBody>
        </p:sp>
        <p:sp>
          <p:nvSpPr>
            <p:cNvPr id="18" name="Oval 43"/>
            <p:cNvSpPr>
              <a:spLocks noChangeArrowheads="1"/>
            </p:cNvSpPr>
            <p:nvPr/>
          </p:nvSpPr>
          <p:spPr bwMode="auto">
            <a:xfrm>
              <a:off x="1066800" y="3831923"/>
              <a:ext cx="1727200" cy="721746"/>
            </a:xfrm>
            <a:prstGeom prst="ellipse">
              <a:avLst/>
            </a:prstGeom>
            <a:solidFill>
              <a:srgbClr val="0000FF"/>
            </a:solidFill>
            <a:ln w="9525">
              <a:solidFill>
                <a:schemeClr val="tx1"/>
              </a:solidFill>
              <a:round/>
              <a:headEnd/>
              <a:tailEnd/>
            </a:ln>
          </p:spPr>
          <p:txBody>
            <a:bodyPr wrap="none" anchor="ctr"/>
            <a:lstStyle/>
            <a:p>
              <a:pPr algn="ctr"/>
              <a:r>
                <a:rPr lang="mn-MN" sz="1200" b="1">
                  <a:solidFill>
                    <a:schemeClr val="bg1"/>
                  </a:solidFill>
                  <a:latin typeface="Arial" pitchFamily="34" charset="0"/>
                  <a:cs typeface="Arial" pitchFamily="34" charset="0"/>
                </a:rPr>
                <a:t>Пат. мэдээллийн </a:t>
              </a:r>
            </a:p>
            <a:p>
              <a:pPr algn="ctr"/>
              <a:r>
                <a:rPr lang="mn-MN" sz="1200" b="1">
                  <a:solidFill>
                    <a:schemeClr val="bg1"/>
                  </a:solidFill>
                  <a:latin typeface="Arial" pitchFamily="34" charset="0"/>
                  <a:cs typeface="Arial" pitchFamily="34" charset="0"/>
                </a:rPr>
                <a:t>сан</a:t>
              </a:r>
              <a:endParaRPr lang="ru-RU" sz="1200" b="1">
                <a:solidFill>
                  <a:schemeClr val="bg1"/>
                </a:solidFill>
                <a:latin typeface="Arial" pitchFamily="34" charset="0"/>
                <a:cs typeface="Arial" pitchFamily="34" charset="0"/>
              </a:endParaRPr>
            </a:p>
          </p:txBody>
        </p:sp>
        <p:sp>
          <p:nvSpPr>
            <p:cNvPr id="19" name="Rectangle 44"/>
            <p:cNvSpPr>
              <a:spLocks noChangeArrowheads="1"/>
            </p:cNvSpPr>
            <p:nvPr/>
          </p:nvSpPr>
          <p:spPr bwMode="auto">
            <a:xfrm>
              <a:off x="1168400" y="5179762"/>
              <a:ext cx="2844800" cy="45507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r>
                <a:rPr lang="mn-MN" b="1" dirty="0">
                  <a:solidFill>
                    <a:schemeClr val="bg1"/>
                  </a:solidFill>
                  <a:latin typeface="Arial" pitchFamily="34" charset="0"/>
                  <a:cs typeface="Arial" pitchFamily="34" charset="0"/>
                </a:rPr>
                <a:t>Патент олгох</a:t>
              </a:r>
              <a:endParaRPr lang="ru-RU" b="1" dirty="0">
                <a:solidFill>
                  <a:schemeClr val="bg1"/>
                </a:solidFill>
                <a:latin typeface="Arial" pitchFamily="34" charset="0"/>
                <a:cs typeface="Arial" pitchFamily="34" charset="0"/>
              </a:endParaRPr>
            </a:p>
          </p:txBody>
        </p:sp>
        <p:sp>
          <p:nvSpPr>
            <p:cNvPr id="20" name="Line 45"/>
            <p:cNvSpPr>
              <a:spLocks noChangeShapeType="1"/>
            </p:cNvSpPr>
            <p:nvPr/>
          </p:nvSpPr>
          <p:spPr bwMode="auto">
            <a:xfrm>
              <a:off x="2895600" y="3108728"/>
              <a:ext cx="0" cy="192755"/>
            </a:xfrm>
            <a:prstGeom prst="line">
              <a:avLst/>
            </a:prstGeom>
            <a:ln>
              <a:headEnd/>
              <a:tailEnd type="stealth" w="med" len="med"/>
            </a:ln>
          </p:spPr>
          <p:style>
            <a:lnRef idx="2">
              <a:schemeClr val="dk1"/>
            </a:lnRef>
            <a:fillRef idx="0">
              <a:schemeClr val="dk1"/>
            </a:fillRef>
            <a:effectRef idx="1">
              <a:schemeClr val="dk1"/>
            </a:effectRef>
            <a:fontRef idx="minor">
              <a:schemeClr val="tx1"/>
            </a:fontRef>
          </p:style>
          <p:txBody>
            <a:bodyPr/>
            <a:lstStyle/>
            <a:p>
              <a:endParaRPr lang="en-US"/>
            </a:p>
          </p:txBody>
        </p:sp>
        <p:sp>
          <p:nvSpPr>
            <p:cNvPr id="21" name="Line 46"/>
            <p:cNvSpPr>
              <a:spLocks noChangeShapeType="1"/>
            </p:cNvSpPr>
            <p:nvPr/>
          </p:nvSpPr>
          <p:spPr bwMode="auto">
            <a:xfrm flipH="1">
              <a:off x="2209800" y="3617428"/>
              <a:ext cx="685800" cy="214495"/>
            </a:xfrm>
            <a:prstGeom prst="line">
              <a:avLst/>
            </a:prstGeom>
            <a:ln>
              <a:headEnd/>
              <a:tailEnd type="stealth" w="med" len="med"/>
            </a:ln>
          </p:spPr>
          <p:style>
            <a:lnRef idx="2">
              <a:schemeClr val="dk1"/>
            </a:lnRef>
            <a:fillRef idx="0">
              <a:schemeClr val="dk1"/>
            </a:fillRef>
            <a:effectRef idx="1">
              <a:schemeClr val="dk1"/>
            </a:effectRef>
            <a:fontRef idx="minor">
              <a:schemeClr val="tx1"/>
            </a:fontRef>
          </p:style>
          <p:txBody>
            <a:bodyPr/>
            <a:lstStyle/>
            <a:p>
              <a:endParaRPr lang="en-US"/>
            </a:p>
          </p:txBody>
        </p:sp>
        <p:sp>
          <p:nvSpPr>
            <p:cNvPr id="22" name="Line 47"/>
            <p:cNvSpPr>
              <a:spLocks noChangeShapeType="1"/>
            </p:cNvSpPr>
            <p:nvPr/>
          </p:nvSpPr>
          <p:spPr bwMode="auto">
            <a:xfrm>
              <a:off x="1905000" y="4591350"/>
              <a:ext cx="584200" cy="588412"/>
            </a:xfrm>
            <a:prstGeom prst="line">
              <a:avLst/>
            </a:prstGeom>
            <a:ln>
              <a:headEnd/>
              <a:tailEnd type="stealth" w="med" len="med"/>
            </a:ln>
          </p:spPr>
          <p:style>
            <a:lnRef idx="2">
              <a:schemeClr val="dk1"/>
            </a:lnRef>
            <a:fillRef idx="0">
              <a:schemeClr val="dk1"/>
            </a:fillRef>
            <a:effectRef idx="1">
              <a:schemeClr val="dk1"/>
            </a:effectRef>
            <a:fontRef idx="minor">
              <a:schemeClr val="tx1"/>
            </a:fontRef>
          </p:style>
          <p:txBody>
            <a:bodyPr/>
            <a:lstStyle/>
            <a:p>
              <a:endParaRPr lang="en-US"/>
            </a:p>
          </p:txBody>
        </p:sp>
        <p:sp>
          <p:nvSpPr>
            <p:cNvPr id="23" name="Rectangle 48"/>
            <p:cNvSpPr>
              <a:spLocks noChangeArrowheads="1"/>
            </p:cNvSpPr>
            <p:nvPr/>
          </p:nvSpPr>
          <p:spPr bwMode="auto">
            <a:xfrm>
              <a:off x="4622800" y="3782647"/>
              <a:ext cx="2844800" cy="289858"/>
            </a:xfrm>
            <a:prstGeom prst="rect">
              <a:avLst/>
            </a:prstGeom>
            <a:solidFill>
              <a:schemeClr val="accent1"/>
            </a:solidFill>
            <a:ln w="9525">
              <a:solidFill>
                <a:schemeClr val="tx1"/>
              </a:solidFill>
              <a:miter lim="800000"/>
              <a:headEnd/>
              <a:tailEnd/>
            </a:ln>
          </p:spPr>
          <p:txBody>
            <a:bodyPr wrap="none" anchor="ctr"/>
            <a:lstStyle/>
            <a:p>
              <a:pPr algn="ctr"/>
              <a:r>
                <a:rPr lang="mn-MN" sz="1100" b="1" dirty="0">
                  <a:solidFill>
                    <a:schemeClr val="bg1"/>
                  </a:solidFill>
                  <a:latin typeface="Arial" pitchFamily="34" charset="0"/>
                  <a:cs typeface="Arial" pitchFamily="34" charset="0"/>
                </a:rPr>
                <a:t>Дахин пүгнэлт гарагх</a:t>
              </a:r>
              <a:endParaRPr lang="en-US" sz="1100" b="1" dirty="0">
                <a:solidFill>
                  <a:schemeClr val="bg1"/>
                </a:solidFill>
                <a:latin typeface="Arial" pitchFamily="34" charset="0"/>
                <a:cs typeface="Arial" pitchFamily="34" charset="0"/>
              </a:endParaRPr>
            </a:p>
            <a:p>
              <a:pPr algn="ctr"/>
              <a:r>
                <a:rPr lang="mn-MN" sz="1100" b="1" dirty="0">
                  <a:solidFill>
                    <a:schemeClr val="bg1"/>
                  </a:solidFill>
                  <a:latin typeface="Arial" pitchFamily="34" charset="0"/>
                  <a:cs typeface="Arial" pitchFamily="34" charset="0"/>
                </a:rPr>
                <a:t>30 хоногийн дотор</a:t>
              </a:r>
              <a:endParaRPr lang="ru-RU" sz="1100" b="1" dirty="0">
                <a:solidFill>
                  <a:schemeClr val="bg1"/>
                </a:solidFill>
                <a:latin typeface="Arial" pitchFamily="34" charset="0"/>
                <a:cs typeface="Arial" pitchFamily="34" charset="0"/>
              </a:endParaRPr>
            </a:p>
          </p:txBody>
        </p:sp>
        <p:sp>
          <p:nvSpPr>
            <p:cNvPr id="24" name="Line 54"/>
            <p:cNvSpPr>
              <a:spLocks noChangeShapeType="1"/>
            </p:cNvSpPr>
            <p:nvPr/>
          </p:nvSpPr>
          <p:spPr bwMode="auto">
            <a:xfrm flipH="1">
              <a:off x="558800" y="5758030"/>
              <a:ext cx="8026400" cy="0"/>
            </a:xfrm>
            <a:prstGeom prst="line">
              <a:avLst/>
            </a:prstGeom>
            <a:noFill/>
            <a:ln w="28575">
              <a:solidFill>
                <a:srgbClr val="99CC00"/>
              </a:solidFill>
              <a:prstDash val="dashDot"/>
              <a:round/>
              <a:headEnd/>
              <a:tailEnd/>
            </a:ln>
          </p:spPr>
          <p:txBody>
            <a:bodyPr/>
            <a:lstStyle/>
            <a:p>
              <a:endParaRPr lang="en-US"/>
            </a:p>
          </p:txBody>
        </p:sp>
        <p:sp>
          <p:nvSpPr>
            <p:cNvPr id="25" name="Line 59"/>
            <p:cNvSpPr>
              <a:spLocks noChangeShapeType="1"/>
            </p:cNvSpPr>
            <p:nvPr/>
          </p:nvSpPr>
          <p:spPr bwMode="auto">
            <a:xfrm flipH="1">
              <a:off x="4216400" y="3446412"/>
              <a:ext cx="1828800" cy="0"/>
            </a:xfrm>
            <a:prstGeom prst="line">
              <a:avLst/>
            </a:prstGeom>
            <a:noFill/>
            <a:ln w="38100">
              <a:solidFill>
                <a:srgbClr val="FF0000"/>
              </a:solidFill>
              <a:round/>
              <a:headEnd/>
              <a:tailEnd type="triangle" w="med" len="med"/>
            </a:ln>
          </p:spPr>
          <p:txBody>
            <a:bodyPr/>
            <a:lstStyle/>
            <a:p>
              <a:endParaRPr lang="en-US"/>
            </a:p>
          </p:txBody>
        </p:sp>
        <p:sp>
          <p:nvSpPr>
            <p:cNvPr id="26" name="Rectangle 60"/>
            <p:cNvSpPr>
              <a:spLocks noChangeArrowheads="1"/>
            </p:cNvSpPr>
            <p:nvPr/>
          </p:nvSpPr>
          <p:spPr bwMode="auto">
            <a:xfrm>
              <a:off x="4470400" y="3200033"/>
              <a:ext cx="1524000" cy="192756"/>
            </a:xfrm>
            <a:prstGeom prst="rect">
              <a:avLst/>
            </a:prstGeom>
            <a:solidFill>
              <a:schemeClr val="bg1"/>
            </a:solidFill>
            <a:ln w="9525">
              <a:noFill/>
              <a:miter lim="800000"/>
              <a:headEnd/>
              <a:tailEnd/>
            </a:ln>
          </p:spPr>
          <p:txBody>
            <a:bodyPr wrap="none" anchor="ctr"/>
            <a:lstStyle/>
            <a:p>
              <a:pPr algn="ctr"/>
              <a:r>
                <a:rPr lang="mn-MN" sz="1200" b="1">
                  <a:latin typeface="Arial" pitchFamily="34" charset="0"/>
                  <a:cs typeface="Arial" pitchFamily="34" charset="0"/>
                </a:rPr>
                <a:t>3 сар</a:t>
              </a:r>
              <a:endParaRPr lang="ru-RU" sz="1200" b="1">
                <a:latin typeface="Arial" pitchFamily="34" charset="0"/>
                <a:cs typeface="Arial" pitchFamily="34" charset="0"/>
              </a:endParaRPr>
            </a:p>
          </p:txBody>
        </p:sp>
        <p:sp>
          <p:nvSpPr>
            <p:cNvPr id="27" name="Rectangle 61"/>
            <p:cNvSpPr>
              <a:spLocks noChangeArrowheads="1"/>
            </p:cNvSpPr>
            <p:nvPr/>
          </p:nvSpPr>
          <p:spPr bwMode="auto">
            <a:xfrm>
              <a:off x="3708400" y="4217434"/>
              <a:ext cx="2336800" cy="240582"/>
            </a:xfrm>
            <a:prstGeom prst="rect">
              <a:avLst/>
            </a:prstGeom>
            <a:solidFill>
              <a:srgbClr val="0000FF"/>
            </a:solidFill>
            <a:ln w="9525">
              <a:solidFill>
                <a:schemeClr val="tx1"/>
              </a:solidFill>
              <a:miter lim="800000"/>
              <a:headEnd/>
              <a:tailEnd/>
            </a:ln>
          </p:spPr>
          <p:txBody>
            <a:bodyPr wrap="none" anchor="ctr"/>
            <a:lstStyle/>
            <a:p>
              <a:pPr algn="ctr"/>
              <a:r>
                <a:rPr lang="mn-MN" sz="1200" b="1">
                  <a:solidFill>
                    <a:schemeClr val="bg1"/>
                  </a:solidFill>
                  <a:latin typeface="Arial" pitchFamily="34" charset="0"/>
                  <a:cs typeface="Arial" pitchFamily="34" charset="0"/>
                </a:rPr>
                <a:t>Шийдвэрийн хэвээр үлдээх</a:t>
              </a:r>
              <a:endParaRPr lang="ru-RU" sz="1200" b="1">
                <a:solidFill>
                  <a:schemeClr val="bg1"/>
                </a:solidFill>
                <a:latin typeface="Arial" pitchFamily="34" charset="0"/>
                <a:cs typeface="Arial" pitchFamily="34" charset="0"/>
              </a:endParaRPr>
            </a:p>
          </p:txBody>
        </p:sp>
        <p:sp>
          <p:nvSpPr>
            <p:cNvPr id="28" name="Rectangle 63"/>
            <p:cNvSpPr>
              <a:spLocks noChangeArrowheads="1"/>
            </p:cNvSpPr>
            <p:nvPr/>
          </p:nvSpPr>
          <p:spPr bwMode="auto">
            <a:xfrm>
              <a:off x="6045200" y="4217434"/>
              <a:ext cx="2133600" cy="240582"/>
            </a:xfrm>
            <a:prstGeom prst="rect">
              <a:avLst/>
            </a:prstGeom>
            <a:solidFill>
              <a:srgbClr val="FF0000"/>
            </a:solidFill>
            <a:ln w="9525">
              <a:solidFill>
                <a:schemeClr val="tx1"/>
              </a:solidFill>
              <a:miter lim="800000"/>
              <a:headEnd/>
              <a:tailEnd/>
            </a:ln>
          </p:spPr>
          <p:txBody>
            <a:bodyPr wrap="none" anchor="ctr"/>
            <a:lstStyle/>
            <a:p>
              <a:pPr algn="ctr"/>
              <a:r>
                <a:rPr lang="mn-MN" sz="1200" b="1">
                  <a:solidFill>
                    <a:schemeClr val="bg1"/>
                  </a:solidFill>
                  <a:latin typeface="Arial" pitchFamily="34" charset="0"/>
                  <a:cs typeface="Arial" pitchFamily="34" charset="0"/>
                </a:rPr>
                <a:t>Шийдвэрийг цуцлах</a:t>
              </a:r>
              <a:endParaRPr lang="ru-RU" sz="1200" b="1">
                <a:solidFill>
                  <a:schemeClr val="bg1"/>
                </a:solidFill>
                <a:latin typeface="Arial" pitchFamily="34" charset="0"/>
                <a:cs typeface="Arial" pitchFamily="34" charset="0"/>
              </a:endParaRPr>
            </a:p>
          </p:txBody>
        </p:sp>
        <p:sp>
          <p:nvSpPr>
            <p:cNvPr id="29" name="Rectangle 67"/>
            <p:cNvSpPr>
              <a:spLocks noChangeArrowheads="1"/>
            </p:cNvSpPr>
            <p:nvPr/>
          </p:nvSpPr>
          <p:spPr bwMode="auto">
            <a:xfrm>
              <a:off x="5740400" y="4650772"/>
              <a:ext cx="2438400" cy="336235"/>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none" anchor="ctr"/>
            <a:lstStyle/>
            <a:p>
              <a:pPr algn="ctr"/>
              <a:r>
                <a:rPr lang="mn-MN" sz="1200" b="1" dirty="0">
                  <a:latin typeface="Arial" pitchFamily="34" charset="0"/>
                  <a:cs typeface="Arial" pitchFamily="34" charset="0"/>
                </a:rPr>
                <a:t>Маргаан шийдвэрлэх комисс</a:t>
              </a:r>
              <a:endParaRPr lang="ru-RU" sz="1200" b="1" dirty="0">
                <a:latin typeface="Arial" pitchFamily="34" charset="0"/>
                <a:cs typeface="Arial" pitchFamily="34" charset="0"/>
              </a:endParaRPr>
            </a:p>
          </p:txBody>
        </p:sp>
        <p:sp>
          <p:nvSpPr>
            <p:cNvPr id="30" name="Line 68"/>
            <p:cNvSpPr>
              <a:spLocks noChangeShapeType="1"/>
            </p:cNvSpPr>
            <p:nvPr/>
          </p:nvSpPr>
          <p:spPr bwMode="auto">
            <a:xfrm>
              <a:off x="6045200" y="4072505"/>
              <a:ext cx="0" cy="144929"/>
            </a:xfrm>
            <a:prstGeom prst="line">
              <a:avLst/>
            </a:prstGeom>
            <a:ln>
              <a:headEnd/>
              <a:tailEnd type="stealth" w="med" len="med"/>
            </a:ln>
          </p:spPr>
          <p:style>
            <a:lnRef idx="2">
              <a:schemeClr val="dk1"/>
            </a:lnRef>
            <a:fillRef idx="0">
              <a:schemeClr val="dk1"/>
            </a:fillRef>
            <a:effectRef idx="1">
              <a:schemeClr val="dk1"/>
            </a:effectRef>
            <a:fontRef idx="minor">
              <a:schemeClr val="tx1"/>
            </a:fontRef>
          </p:style>
          <p:txBody>
            <a:bodyPr/>
            <a:lstStyle/>
            <a:p>
              <a:endParaRPr lang="en-US"/>
            </a:p>
          </p:txBody>
        </p:sp>
        <p:sp>
          <p:nvSpPr>
            <p:cNvPr id="31" name="Line 76"/>
            <p:cNvSpPr>
              <a:spLocks noChangeShapeType="1"/>
            </p:cNvSpPr>
            <p:nvPr/>
          </p:nvSpPr>
          <p:spPr bwMode="auto">
            <a:xfrm>
              <a:off x="6959600" y="4458016"/>
              <a:ext cx="0" cy="192756"/>
            </a:xfrm>
            <a:prstGeom prst="line">
              <a:avLst/>
            </a:prstGeom>
            <a:ln>
              <a:headEnd/>
              <a:tailEnd type="stealth" w="med" len="med"/>
            </a:ln>
          </p:spPr>
          <p:style>
            <a:lnRef idx="2">
              <a:schemeClr val="dk1"/>
            </a:lnRef>
            <a:fillRef idx="0">
              <a:schemeClr val="dk1"/>
            </a:fillRef>
            <a:effectRef idx="1">
              <a:schemeClr val="dk1"/>
            </a:effectRef>
            <a:fontRef idx="minor">
              <a:schemeClr val="tx1"/>
            </a:fontRef>
          </p:style>
          <p:txBody>
            <a:bodyPr/>
            <a:lstStyle/>
            <a:p>
              <a:endParaRPr lang="en-US"/>
            </a:p>
          </p:txBody>
        </p:sp>
        <p:sp>
          <p:nvSpPr>
            <p:cNvPr id="32" name="Line 77"/>
            <p:cNvSpPr>
              <a:spLocks noChangeShapeType="1"/>
            </p:cNvSpPr>
            <p:nvPr/>
          </p:nvSpPr>
          <p:spPr bwMode="auto">
            <a:xfrm>
              <a:off x="6781800" y="3591341"/>
              <a:ext cx="0" cy="191306"/>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a:lstStyle/>
            <a:p>
              <a:endParaRPr lang="en-US"/>
            </a:p>
          </p:txBody>
        </p:sp>
        <p:sp>
          <p:nvSpPr>
            <p:cNvPr id="33" name="Line 78"/>
            <p:cNvSpPr>
              <a:spLocks noChangeShapeType="1"/>
            </p:cNvSpPr>
            <p:nvPr/>
          </p:nvSpPr>
          <p:spPr bwMode="auto">
            <a:xfrm flipH="1">
              <a:off x="4013200" y="5040631"/>
              <a:ext cx="2540000" cy="315945"/>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a:lstStyle/>
            <a:p>
              <a:endParaRPr lang="en-US"/>
            </a:p>
          </p:txBody>
        </p:sp>
        <p:sp>
          <p:nvSpPr>
            <p:cNvPr id="34" name="Line 79"/>
            <p:cNvSpPr>
              <a:spLocks noChangeShapeType="1"/>
            </p:cNvSpPr>
            <p:nvPr/>
          </p:nvSpPr>
          <p:spPr bwMode="auto">
            <a:xfrm flipH="1" flipV="1">
              <a:off x="8585200" y="3013075"/>
              <a:ext cx="0" cy="2744955"/>
            </a:xfrm>
            <a:prstGeom prst="line">
              <a:avLst/>
            </a:prstGeom>
            <a:noFill/>
            <a:ln w="28575">
              <a:solidFill>
                <a:srgbClr val="99CC00"/>
              </a:solidFill>
              <a:prstDash val="dashDot"/>
              <a:round/>
              <a:headEnd/>
              <a:tailEnd/>
            </a:ln>
          </p:spPr>
          <p:txBody>
            <a:bodyPr/>
            <a:lstStyle/>
            <a:p>
              <a:endParaRPr lang="en-US"/>
            </a:p>
          </p:txBody>
        </p:sp>
        <p:sp>
          <p:nvSpPr>
            <p:cNvPr id="35" name="Line 80"/>
            <p:cNvSpPr>
              <a:spLocks noChangeShapeType="1"/>
            </p:cNvSpPr>
            <p:nvPr/>
          </p:nvSpPr>
          <p:spPr bwMode="auto">
            <a:xfrm flipH="1">
              <a:off x="7162800" y="3013075"/>
              <a:ext cx="1422400" cy="0"/>
            </a:xfrm>
            <a:prstGeom prst="line">
              <a:avLst/>
            </a:prstGeom>
            <a:noFill/>
            <a:ln w="28575">
              <a:solidFill>
                <a:srgbClr val="99CC00"/>
              </a:solidFill>
              <a:prstDash val="dashDot"/>
              <a:round/>
              <a:headEnd/>
              <a:tailEnd/>
            </a:ln>
          </p:spPr>
          <p:txBody>
            <a:bodyPr/>
            <a:lstStyle/>
            <a:p>
              <a:endParaRPr lang="en-US"/>
            </a:p>
          </p:txBody>
        </p:sp>
        <p:sp>
          <p:nvSpPr>
            <p:cNvPr id="36" name="Line 82"/>
            <p:cNvSpPr>
              <a:spLocks noChangeShapeType="1"/>
            </p:cNvSpPr>
            <p:nvPr/>
          </p:nvSpPr>
          <p:spPr bwMode="auto">
            <a:xfrm flipH="1">
              <a:off x="3124200" y="4521785"/>
              <a:ext cx="1701800" cy="657978"/>
            </a:xfrm>
            <a:prstGeom prst="line">
              <a:avLst/>
            </a:prstGeom>
            <a:ln>
              <a:headEnd/>
              <a:tailEnd type="stealth" w="med" len="med"/>
            </a:ln>
          </p:spPr>
          <p:style>
            <a:lnRef idx="2">
              <a:schemeClr val="dk1"/>
            </a:lnRef>
            <a:fillRef idx="0">
              <a:schemeClr val="dk1"/>
            </a:fillRef>
            <a:effectRef idx="1">
              <a:schemeClr val="dk1"/>
            </a:effectRef>
            <a:fontRef idx="minor">
              <a:schemeClr val="tx1"/>
            </a:fontRef>
          </p:style>
          <p:txBody>
            <a:bodyPr/>
            <a:lstStyle/>
            <a:p>
              <a:endParaRPr lang="en-US"/>
            </a:p>
          </p:txBody>
        </p:sp>
        <p:sp>
          <p:nvSpPr>
            <p:cNvPr id="37" name="Line 83"/>
            <p:cNvSpPr>
              <a:spLocks noChangeShapeType="1"/>
            </p:cNvSpPr>
            <p:nvPr/>
          </p:nvSpPr>
          <p:spPr bwMode="auto">
            <a:xfrm>
              <a:off x="7162800" y="3060901"/>
              <a:ext cx="1219200" cy="0"/>
            </a:xfrm>
            <a:prstGeom prst="line">
              <a:avLst/>
            </a:prstGeom>
            <a:noFill/>
            <a:ln w="19050">
              <a:solidFill>
                <a:srgbClr val="808000"/>
              </a:solidFill>
              <a:prstDash val="lgDash"/>
              <a:round/>
              <a:headEnd/>
              <a:tailEnd/>
            </a:ln>
          </p:spPr>
          <p:txBody>
            <a:bodyPr/>
            <a:lstStyle/>
            <a:p>
              <a:endParaRPr lang="en-US"/>
            </a:p>
          </p:txBody>
        </p:sp>
        <p:sp>
          <p:nvSpPr>
            <p:cNvPr id="38" name="Line 84"/>
            <p:cNvSpPr>
              <a:spLocks noChangeShapeType="1"/>
            </p:cNvSpPr>
            <p:nvPr/>
          </p:nvSpPr>
          <p:spPr bwMode="auto">
            <a:xfrm>
              <a:off x="8382000" y="3060901"/>
              <a:ext cx="0" cy="1782627"/>
            </a:xfrm>
            <a:prstGeom prst="line">
              <a:avLst/>
            </a:prstGeom>
            <a:noFill/>
            <a:ln w="28575">
              <a:solidFill>
                <a:srgbClr val="808000"/>
              </a:solidFill>
              <a:prstDash val="dash"/>
              <a:round/>
              <a:headEnd/>
              <a:tailEnd/>
            </a:ln>
          </p:spPr>
          <p:txBody>
            <a:bodyPr/>
            <a:lstStyle/>
            <a:p>
              <a:endParaRPr lang="en-US"/>
            </a:p>
          </p:txBody>
        </p:sp>
        <p:sp>
          <p:nvSpPr>
            <p:cNvPr id="39" name="Line 85"/>
            <p:cNvSpPr>
              <a:spLocks noChangeShapeType="1"/>
            </p:cNvSpPr>
            <p:nvPr/>
          </p:nvSpPr>
          <p:spPr bwMode="auto">
            <a:xfrm flipH="1">
              <a:off x="8178800" y="4843528"/>
              <a:ext cx="203200" cy="0"/>
            </a:xfrm>
            <a:prstGeom prst="line">
              <a:avLst/>
            </a:prstGeom>
            <a:noFill/>
            <a:ln w="28575">
              <a:solidFill>
                <a:srgbClr val="808000"/>
              </a:solidFill>
              <a:prstDash val="dash"/>
              <a:round/>
              <a:headEnd/>
              <a:tailEnd type="stealth" w="med" len="med"/>
            </a:ln>
          </p:spPr>
          <p:txBody>
            <a:bodyPr/>
            <a:lstStyle/>
            <a:p>
              <a:endParaRPr lang="en-US"/>
            </a:p>
          </p:txBody>
        </p:sp>
        <p:sp>
          <p:nvSpPr>
            <p:cNvPr id="40" name="Line 86"/>
            <p:cNvSpPr>
              <a:spLocks noChangeShapeType="1"/>
            </p:cNvSpPr>
            <p:nvPr/>
          </p:nvSpPr>
          <p:spPr bwMode="auto">
            <a:xfrm>
              <a:off x="4876800" y="4521785"/>
              <a:ext cx="838200" cy="139132"/>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a:lstStyle/>
            <a:p>
              <a:endParaRPr lang="en-US"/>
            </a:p>
          </p:txBody>
        </p:sp>
        <p:sp>
          <p:nvSpPr>
            <p:cNvPr id="41" name="Rectangle 88"/>
            <p:cNvSpPr>
              <a:spLocks noChangeArrowheads="1"/>
            </p:cNvSpPr>
            <p:nvPr/>
          </p:nvSpPr>
          <p:spPr bwMode="auto">
            <a:xfrm>
              <a:off x="5842000" y="5217444"/>
              <a:ext cx="2438400" cy="417396"/>
            </a:xfrm>
            <a:prstGeom prst="rect">
              <a:avLst/>
            </a:prstGeom>
            <a:solidFill>
              <a:schemeClr val="accent1"/>
            </a:solidFill>
            <a:ln w="9525">
              <a:solidFill>
                <a:schemeClr val="tx1"/>
              </a:solidFill>
              <a:miter lim="800000"/>
              <a:headEnd/>
              <a:tailEnd/>
            </a:ln>
          </p:spPr>
          <p:txBody>
            <a:bodyPr wrap="none" anchor="ctr"/>
            <a:lstStyle/>
            <a:p>
              <a:pPr algn="ctr"/>
              <a:r>
                <a:rPr lang="mn-MN" sz="1200">
                  <a:solidFill>
                    <a:schemeClr val="bg1"/>
                  </a:solidFill>
                  <a:latin typeface="Arial" pitchFamily="34" charset="0"/>
                  <a:cs typeface="Arial" pitchFamily="34" charset="0"/>
                </a:rPr>
                <a:t>Шийдвэрийг хүчингүй болгох</a:t>
              </a:r>
              <a:endParaRPr lang="ru-RU" sz="1200">
                <a:solidFill>
                  <a:schemeClr val="bg1"/>
                </a:solidFill>
                <a:latin typeface="Arial" pitchFamily="34" charset="0"/>
                <a:cs typeface="Arial" pitchFamily="34" charset="0"/>
              </a:endParaRPr>
            </a:p>
          </p:txBody>
        </p:sp>
        <p:sp>
          <p:nvSpPr>
            <p:cNvPr id="42" name="Line 89"/>
            <p:cNvSpPr>
              <a:spLocks noChangeShapeType="1"/>
            </p:cNvSpPr>
            <p:nvPr/>
          </p:nvSpPr>
          <p:spPr bwMode="auto">
            <a:xfrm>
              <a:off x="6959600" y="4987008"/>
              <a:ext cx="0" cy="240582"/>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a:lstStyle/>
            <a:p>
              <a:endParaRPr lang="en-US"/>
            </a:p>
          </p:txBody>
        </p:sp>
        <p:sp>
          <p:nvSpPr>
            <p:cNvPr id="43" name="Line 90"/>
            <p:cNvSpPr>
              <a:spLocks noChangeShapeType="1"/>
            </p:cNvSpPr>
            <p:nvPr/>
          </p:nvSpPr>
          <p:spPr bwMode="auto">
            <a:xfrm flipV="1">
              <a:off x="558800" y="4217434"/>
              <a:ext cx="0" cy="1540596"/>
            </a:xfrm>
            <a:prstGeom prst="line">
              <a:avLst/>
            </a:prstGeom>
            <a:noFill/>
            <a:ln w="28575">
              <a:solidFill>
                <a:schemeClr val="folHlink"/>
              </a:solidFill>
              <a:prstDash val="dashDot"/>
              <a:round/>
              <a:headEnd/>
              <a:tailEnd/>
            </a:ln>
          </p:spPr>
          <p:txBody>
            <a:bodyPr/>
            <a:lstStyle/>
            <a:p>
              <a:endParaRPr lang="en-US"/>
            </a:p>
          </p:txBody>
        </p:sp>
        <p:sp>
          <p:nvSpPr>
            <p:cNvPr id="44" name="Line 91"/>
            <p:cNvSpPr>
              <a:spLocks noChangeShapeType="1"/>
            </p:cNvSpPr>
            <p:nvPr/>
          </p:nvSpPr>
          <p:spPr bwMode="auto">
            <a:xfrm>
              <a:off x="558800" y="4619625"/>
              <a:ext cx="508000" cy="0"/>
            </a:xfrm>
            <a:prstGeom prst="line">
              <a:avLst/>
            </a:prstGeom>
            <a:noFill/>
            <a:ln w="28575">
              <a:solidFill>
                <a:schemeClr val="folHlink"/>
              </a:solidFill>
              <a:prstDash val="dashDot"/>
              <a:round/>
              <a:headEnd/>
              <a:tailEnd type="stealth" w="med" len="med"/>
            </a:ln>
          </p:spPr>
          <p:txBody>
            <a:bodyPr/>
            <a:lstStyle/>
            <a:p>
              <a:endParaRPr lang="en-US"/>
            </a:p>
          </p:txBody>
        </p:sp>
      </p:grpSp>
      <p:graphicFrame>
        <p:nvGraphicFramePr>
          <p:cNvPr id="158722" name="Object 2"/>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3" imgW="32961960" imgH="6570720" progId="">
                  <p:embed/>
                </p:oleObj>
              </mc:Choice>
              <mc:Fallback>
                <p:oleObj name="CorelDRAW" r:id="rId3" imgW="32961960" imgH="657072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6"/>
          <p:cNvGrpSpPr/>
          <p:nvPr/>
        </p:nvGrpSpPr>
        <p:grpSpPr>
          <a:xfrm>
            <a:off x="685800" y="357166"/>
            <a:ext cx="8001000" cy="5410200"/>
            <a:chOff x="457200" y="609600"/>
            <a:chExt cx="8178800" cy="5562600"/>
          </a:xfrm>
        </p:grpSpPr>
        <p:sp>
          <p:nvSpPr>
            <p:cNvPr id="5" name="Oval 2"/>
            <p:cNvSpPr>
              <a:spLocks noChangeArrowheads="1"/>
            </p:cNvSpPr>
            <p:nvPr/>
          </p:nvSpPr>
          <p:spPr bwMode="auto">
            <a:xfrm>
              <a:off x="2971800" y="609600"/>
              <a:ext cx="2159000" cy="731838"/>
            </a:xfrm>
            <a:prstGeom prst="ellipse">
              <a:avLst/>
            </a:prstGeom>
            <a:ln>
              <a:headEnd/>
              <a:tailEnd/>
            </a:ln>
          </p:spPr>
          <p:style>
            <a:lnRef idx="3">
              <a:schemeClr val="lt1"/>
            </a:lnRef>
            <a:fillRef idx="1">
              <a:schemeClr val="accent1"/>
            </a:fillRef>
            <a:effectRef idx="1">
              <a:schemeClr val="accent1"/>
            </a:effectRef>
            <a:fontRef idx="minor">
              <a:schemeClr val="lt1"/>
            </a:fontRef>
          </p:style>
          <p:txBody>
            <a:bodyPr wrap="none" anchor="ctr"/>
            <a:lstStyle/>
            <a:p>
              <a:pPr algn="ctr"/>
              <a:r>
                <a:rPr lang="mn-MN" sz="1100" b="1" dirty="0">
                  <a:solidFill>
                    <a:schemeClr val="bg1"/>
                  </a:solidFill>
                  <a:latin typeface="Arial" pitchFamily="34" charset="0"/>
                  <a:cs typeface="Arial" pitchFamily="34" charset="0"/>
                </a:rPr>
                <a:t>АЗ-ын мэдүүлгийн маягт </a:t>
              </a:r>
              <a:endParaRPr lang="ru-RU" sz="1100" b="1" dirty="0">
                <a:solidFill>
                  <a:schemeClr val="bg1"/>
                </a:solidFill>
                <a:latin typeface="Arial" pitchFamily="34" charset="0"/>
                <a:cs typeface="Arial" pitchFamily="34" charset="0"/>
              </a:endParaRPr>
            </a:p>
          </p:txBody>
        </p:sp>
        <p:sp>
          <p:nvSpPr>
            <p:cNvPr id="6" name="Oval 3"/>
            <p:cNvSpPr>
              <a:spLocks noChangeArrowheads="1"/>
            </p:cNvSpPr>
            <p:nvPr/>
          </p:nvSpPr>
          <p:spPr bwMode="auto">
            <a:xfrm>
              <a:off x="2819400" y="1676400"/>
              <a:ext cx="2540000" cy="762000"/>
            </a:xfrm>
            <a:prstGeom prst="ellipse">
              <a:avLst/>
            </a:prstGeom>
            <a:ln>
              <a:headEnd/>
              <a:tailEnd/>
            </a:ln>
          </p:spPr>
          <p:style>
            <a:lnRef idx="3">
              <a:schemeClr val="lt1"/>
            </a:lnRef>
            <a:fillRef idx="1">
              <a:schemeClr val="accent1"/>
            </a:fillRef>
            <a:effectRef idx="1">
              <a:schemeClr val="accent1"/>
            </a:effectRef>
            <a:fontRef idx="minor">
              <a:schemeClr val="lt1"/>
            </a:fontRef>
          </p:style>
          <p:txBody>
            <a:bodyPr wrap="none" anchor="ctr"/>
            <a:lstStyle/>
            <a:p>
              <a:pPr algn="ctr"/>
              <a:r>
                <a:rPr lang="mn-MN" sz="1100" b="1" dirty="0">
                  <a:solidFill>
                    <a:schemeClr val="bg1"/>
                  </a:solidFill>
                  <a:latin typeface="Arial" pitchFamily="34" charset="0"/>
                  <a:cs typeface="Arial" pitchFamily="34" charset="0"/>
                </a:rPr>
                <a:t>Мэдүүлгийн бүрдлийг </a:t>
              </a:r>
            </a:p>
            <a:p>
              <a:pPr algn="ctr"/>
              <a:r>
                <a:rPr lang="mn-MN" sz="1100" b="1" dirty="0">
                  <a:solidFill>
                    <a:schemeClr val="bg1"/>
                  </a:solidFill>
                  <a:latin typeface="Arial" pitchFamily="34" charset="0"/>
                  <a:cs typeface="Arial" pitchFamily="34" charset="0"/>
                </a:rPr>
                <a:t>хянах</a:t>
              </a:r>
            </a:p>
            <a:p>
              <a:pPr algn="ctr"/>
              <a:r>
                <a:rPr lang="mn-MN" sz="1100" b="1" dirty="0">
                  <a:solidFill>
                    <a:schemeClr val="bg1"/>
                  </a:solidFill>
                  <a:latin typeface="Arial" pitchFamily="34" charset="0"/>
                  <a:cs typeface="Arial" pitchFamily="34" charset="0"/>
                </a:rPr>
                <a:t>7 хоног</a:t>
              </a:r>
              <a:endParaRPr lang="ru-RU" sz="1100" b="1" dirty="0">
                <a:solidFill>
                  <a:schemeClr val="bg1"/>
                </a:solidFill>
                <a:latin typeface="Arial" pitchFamily="34" charset="0"/>
                <a:cs typeface="Arial" pitchFamily="34" charset="0"/>
              </a:endParaRPr>
            </a:p>
          </p:txBody>
        </p:sp>
        <p:sp>
          <p:nvSpPr>
            <p:cNvPr id="7" name="Oval 4"/>
            <p:cNvSpPr>
              <a:spLocks noChangeArrowheads="1"/>
            </p:cNvSpPr>
            <p:nvPr/>
          </p:nvSpPr>
          <p:spPr bwMode="auto">
            <a:xfrm>
              <a:off x="2844800" y="2701925"/>
              <a:ext cx="2438400" cy="738188"/>
            </a:xfrm>
            <a:prstGeom prst="ellipse">
              <a:avLst/>
            </a:prstGeom>
            <a:ln>
              <a:headEnd/>
              <a:tailEnd/>
            </a:ln>
          </p:spPr>
          <p:style>
            <a:lnRef idx="3">
              <a:schemeClr val="lt1"/>
            </a:lnRef>
            <a:fillRef idx="1">
              <a:schemeClr val="accent1"/>
            </a:fillRef>
            <a:effectRef idx="1">
              <a:schemeClr val="accent1"/>
            </a:effectRef>
            <a:fontRef idx="minor">
              <a:schemeClr val="lt1"/>
            </a:fontRef>
          </p:style>
          <p:txBody>
            <a:bodyPr wrap="none" anchor="ctr"/>
            <a:lstStyle/>
            <a:p>
              <a:pPr algn="ctr"/>
              <a:r>
                <a:rPr lang="mn-MN" sz="1100" b="1" dirty="0">
                  <a:solidFill>
                    <a:schemeClr val="bg1"/>
                  </a:solidFill>
                  <a:latin typeface="Arial" pitchFamily="34" charset="0"/>
                  <a:cs typeface="Arial" pitchFamily="34" charset="0"/>
                </a:rPr>
                <a:t>Урьдчилсан хайлт хийх</a:t>
              </a:r>
            </a:p>
            <a:p>
              <a:pPr algn="ctr"/>
              <a:r>
                <a:rPr lang="mn-MN" sz="1100" b="1" dirty="0">
                  <a:solidFill>
                    <a:schemeClr val="bg1"/>
                  </a:solidFill>
                  <a:latin typeface="Arial" pitchFamily="34" charset="0"/>
                  <a:cs typeface="Arial" pitchFamily="34" charset="0"/>
                </a:rPr>
                <a:t>1 сарын дотор</a:t>
              </a:r>
              <a:endParaRPr lang="ru-RU" sz="1100" b="1" dirty="0">
                <a:solidFill>
                  <a:schemeClr val="bg1"/>
                </a:solidFill>
                <a:latin typeface="Arial" pitchFamily="34" charset="0"/>
                <a:cs typeface="Arial" pitchFamily="34" charset="0"/>
              </a:endParaRPr>
            </a:p>
          </p:txBody>
        </p:sp>
        <p:sp>
          <p:nvSpPr>
            <p:cNvPr id="8" name="Rectangle 5"/>
            <p:cNvSpPr>
              <a:spLocks noChangeArrowheads="1"/>
            </p:cNvSpPr>
            <p:nvPr/>
          </p:nvSpPr>
          <p:spPr bwMode="auto">
            <a:xfrm>
              <a:off x="1524000" y="3598863"/>
              <a:ext cx="2641600" cy="263525"/>
            </a:xfrm>
            <a:prstGeom prst="rect">
              <a:avLst/>
            </a:prstGeom>
            <a:solidFill>
              <a:srgbClr val="0000FF"/>
            </a:solidFill>
            <a:ln w="9525">
              <a:solidFill>
                <a:schemeClr val="tx1"/>
              </a:solidFill>
              <a:miter lim="800000"/>
              <a:headEnd/>
              <a:tailEnd/>
            </a:ln>
          </p:spPr>
          <p:txBody>
            <a:bodyPr wrap="none" anchor="ctr"/>
            <a:lstStyle/>
            <a:p>
              <a:pPr algn="ctr"/>
              <a:r>
                <a:rPr lang="mn-MN" sz="1200">
                  <a:solidFill>
                    <a:schemeClr val="bg1"/>
                  </a:solidFill>
                  <a:latin typeface="Arial" pitchFamily="34" charset="0"/>
                  <a:cs typeface="Arial" pitchFamily="34" charset="0"/>
                </a:rPr>
                <a:t>АЗГэрчилгээг олгох шийдвэр</a:t>
              </a:r>
              <a:endParaRPr lang="ru-RU" sz="1200">
                <a:solidFill>
                  <a:schemeClr val="bg1"/>
                </a:solidFill>
                <a:latin typeface="Arial" pitchFamily="34" charset="0"/>
                <a:cs typeface="Arial" pitchFamily="34" charset="0"/>
              </a:endParaRPr>
            </a:p>
          </p:txBody>
        </p:sp>
        <p:sp>
          <p:nvSpPr>
            <p:cNvPr id="9" name="Rectangle 6"/>
            <p:cNvSpPr>
              <a:spLocks noChangeArrowheads="1"/>
            </p:cNvSpPr>
            <p:nvPr/>
          </p:nvSpPr>
          <p:spPr bwMode="auto">
            <a:xfrm>
              <a:off x="4165600" y="3598863"/>
              <a:ext cx="2946400" cy="263525"/>
            </a:xfrm>
            <a:prstGeom prst="rect">
              <a:avLst/>
            </a:prstGeom>
            <a:solidFill>
              <a:srgbClr val="FF0000"/>
            </a:solidFill>
            <a:ln w="9525">
              <a:solidFill>
                <a:schemeClr val="tx1"/>
              </a:solidFill>
              <a:miter lim="800000"/>
              <a:headEnd/>
              <a:tailEnd/>
            </a:ln>
          </p:spPr>
          <p:txBody>
            <a:bodyPr wrap="none" anchor="ctr"/>
            <a:lstStyle/>
            <a:p>
              <a:pPr algn="ctr"/>
              <a:r>
                <a:rPr lang="en-US" sz="1200">
                  <a:solidFill>
                    <a:schemeClr val="bg1"/>
                  </a:solidFill>
                </a:rPr>
                <a:t>  </a:t>
              </a:r>
              <a:r>
                <a:rPr lang="mn-MN" sz="1200">
                  <a:solidFill>
                    <a:schemeClr val="bg1"/>
                  </a:solidFill>
                  <a:latin typeface="Arial" pitchFamily="34" charset="0"/>
                  <a:cs typeface="Arial" pitchFamily="34" charset="0"/>
                </a:rPr>
                <a:t>Татгалзсан шийдвэр</a:t>
              </a:r>
              <a:endParaRPr lang="ru-RU" sz="1200">
                <a:solidFill>
                  <a:schemeClr val="bg1"/>
                </a:solidFill>
                <a:latin typeface="Arial" pitchFamily="34" charset="0"/>
                <a:cs typeface="Arial" pitchFamily="34" charset="0"/>
              </a:endParaRPr>
            </a:p>
          </p:txBody>
        </p:sp>
        <p:sp>
          <p:nvSpPr>
            <p:cNvPr id="10" name="Line 7"/>
            <p:cNvSpPr>
              <a:spLocks noChangeShapeType="1"/>
            </p:cNvSpPr>
            <p:nvPr/>
          </p:nvSpPr>
          <p:spPr bwMode="auto">
            <a:xfrm>
              <a:off x="4064000" y="1371600"/>
              <a:ext cx="0" cy="263525"/>
            </a:xfrm>
            <a:prstGeom prst="line">
              <a:avLst/>
            </a:prstGeom>
            <a:ln>
              <a:headEnd/>
              <a:tailEnd type="stealth" w="med" len="med"/>
            </a:ln>
          </p:spPr>
          <p:style>
            <a:lnRef idx="2">
              <a:schemeClr val="dk1"/>
            </a:lnRef>
            <a:fillRef idx="0">
              <a:schemeClr val="dk1"/>
            </a:fillRef>
            <a:effectRef idx="1">
              <a:schemeClr val="dk1"/>
            </a:effectRef>
            <a:fontRef idx="minor">
              <a:schemeClr val="tx1"/>
            </a:fontRef>
          </p:style>
          <p:txBody>
            <a:bodyPr/>
            <a:lstStyle/>
            <a:p>
              <a:endParaRPr lang="en-US"/>
            </a:p>
          </p:txBody>
        </p:sp>
        <p:sp>
          <p:nvSpPr>
            <p:cNvPr id="11" name="Line 8"/>
            <p:cNvSpPr>
              <a:spLocks noChangeShapeType="1"/>
            </p:cNvSpPr>
            <p:nvPr/>
          </p:nvSpPr>
          <p:spPr bwMode="auto">
            <a:xfrm>
              <a:off x="4064000" y="2479675"/>
              <a:ext cx="0" cy="263525"/>
            </a:xfrm>
            <a:prstGeom prst="line">
              <a:avLst/>
            </a:prstGeom>
            <a:ln>
              <a:headEnd/>
              <a:tailEnd type="stealth" w="med" len="med"/>
            </a:ln>
          </p:spPr>
          <p:style>
            <a:lnRef idx="2">
              <a:schemeClr val="dk1"/>
            </a:lnRef>
            <a:fillRef idx="0">
              <a:schemeClr val="dk1"/>
            </a:fillRef>
            <a:effectRef idx="1">
              <a:schemeClr val="dk1"/>
            </a:effectRef>
            <a:fontRef idx="minor">
              <a:schemeClr val="tx1"/>
            </a:fontRef>
          </p:style>
          <p:txBody>
            <a:bodyPr/>
            <a:lstStyle/>
            <a:p>
              <a:endParaRPr lang="en-US"/>
            </a:p>
          </p:txBody>
        </p:sp>
        <p:sp>
          <p:nvSpPr>
            <p:cNvPr id="12" name="Rectangle 9"/>
            <p:cNvSpPr>
              <a:spLocks noChangeArrowheads="1"/>
            </p:cNvSpPr>
            <p:nvPr/>
          </p:nvSpPr>
          <p:spPr bwMode="auto">
            <a:xfrm>
              <a:off x="5689600" y="2438400"/>
              <a:ext cx="2946400" cy="369888"/>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anchor="ctr"/>
            <a:lstStyle/>
            <a:p>
              <a:pPr algn="ctr"/>
              <a:r>
                <a:rPr lang="mn-MN" sz="1200" b="1" dirty="0">
                  <a:solidFill>
                    <a:schemeClr val="tx1"/>
                  </a:solidFill>
                  <a:latin typeface="Arial" pitchFamily="34" charset="0"/>
                  <a:cs typeface="Arial" pitchFamily="34" charset="0"/>
                </a:rPr>
                <a:t>Нэмэлт материал болон засвар</a:t>
              </a:r>
            </a:p>
            <a:p>
              <a:pPr algn="ctr"/>
              <a:r>
                <a:rPr lang="mn-MN" sz="1200" b="1" dirty="0">
                  <a:solidFill>
                    <a:schemeClr val="tx1"/>
                  </a:solidFill>
                  <a:latin typeface="Arial" pitchFamily="34" charset="0"/>
                  <a:cs typeface="Arial" pitchFamily="34" charset="0"/>
                </a:rPr>
                <a:t>1 сарын дотор</a:t>
              </a:r>
              <a:endParaRPr lang="ru-RU" sz="1200" b="1" dirty="0">
                <a:solidFill>
                  <a:schemeClr val="tx1"/>
                </a:solidFill>
                <a:latin typeface="Arial" pitchFamily="34" charset="0"/>
                <a:cs typeface="Arial" pitchFamily="34" charset="0"/>
              </a:endParaRPr>
            </a:p>
          </p:txBody>
        </p:sp>
        <p:sp>
          <p:nvSpPr>
            <p:cNvPr id="13" name="Rectangle 10"/>
            <p:cNvSpPr>
              <a:spLocks noChangeArrowheads="1"/>
            </p:cNvSpPr>
            <p:nvPr/>
          </p:nvSpPr>
          <p:spPr bwMode="auto">
            <a:xfrm>
              <a:off x="457200" y="4495800"/>
              <a:ext cx="2743200" cy="263525"/>
            </a:xfrm>
            <a:prstGeom prst="rect">
              <a:avLst/>
            </a:prstGeom>
            <a:solidFill>
              <a:srgbClr val="0000FF"/>
            </a:solidFill>
            <a:ln w="9525">
              <a:solidFill>
                <a:schemeClr val="tx1"/>
              </a:solidFill>
              <a:miter lim="800000"/>
              <a:headEnd/>
              <a:tailEnd/>
            </a:ln>
          </p:spPr>
          <p:txBody>
            <a:bodyPr wrap="none" anchor="ctr"/>
            <a:lstStyle/>
            <a:p>
              <a:pPr algn="ctr"/>
              <a:r>
                <a:rPr lang="mn-MN" sz="1200" b="1">
                  <a:solidFill>
                    <a:schemeClr val="bg1"/>
                  </a:solidFill>
                  <a:latin typeface="Arial" pitchFamily="34" charset="0"/>
                  <a:cs typeface="Arial" pitchFamily="34" charset="0"/>
                </a:rPr>
                <a:t>Гэрчилгээ олгох</a:t>
              </a:r>
              <a:endParaRPr lang="ru-RU" sz="1200" b="1">
                <a:solidFill>
                  <a:schemeClr val="bg1"/>
                </a:solidFill>
                <a:latin typeface="Arial" pitchFamily="34" charset="0"/>
                <a:cs typeface="Arial" pitchFamily="34" charset="0"/>
              </a:endParaRPr>
            </a:p>
          </p:txBody>
        </p:sp>
        <p:sp>
          <p:nvSpPr>
            <p:cNvPr id="14" name="Line 11"/>
            <p:cNvSpPr>
              <a:spLocks noChangeShapeType="1"/>
            </p:cNvSpPr>
            <p:nvPr/>
          </p:nvSpPr>
          <p:spPr bwMode="auto">
            <a:xfrm>
              <a:off x="5410200" y="2057401"/>
              <a:ext cx="1752600" cy="380999"/>
            </a:xfrm>
            <a:prstGeom prst="line">
              <a:avLst/>
            </a:prstGeom>
            <a:ln>
              <a:headEnd/>
              <a:tailEnd type="stealth" w="med" len="med"/>
            </a:ln>
          </p:spPr>
          <p:style>
            <a:lnRef idx="2">
              <a:schemeClr val="dk1"/>
            </a:lnRef>
            <a:fillRef idx="0">
              <a:schemeClr val="dk1"/>
            </a:fillRef>
            <a:effectRef idx="1">
              <a:schemeClr val="dk1"/>
            </a:effectRef>
            <a:fontRef idx="minor">
              <a:schemeClr val="tx1"/>
            </a:fontRef>
          </p:style>
          <p:txBody>
            <a:bodyPr/>
            <a:lstStyle/>
            <a:p>
              <a:endParaRPr lang="en-US"/>
            </a:p>
          </p:txBody>
        </p:sp>
        <p:sp>
          <p:nvSpPr>
            <p:cNvPr id="15" name="Line 12"/>
            <p:cNvSpPr>
              <a:spLocks noChangeShapeType="1"/>
            </p:cNvSpPr>
            <p:nvPr/>
          </p:nvSpPr>
          <p:spPr bwMode="auto">
            <a:xfrm flipH="1">
              <a:off x="5359400" y="2895600"/>
              <a:ext cx="1803400" cy="239712"/>
            </a:xfrm>
            <a:prstGeom prst="line">
              <a:avLst/>
            </a:prstGeom>
            <a:ln>
              <a:headEnd/>
              <a:tailEnd type="stealth" w="med" len="med"/>
            </a:ln>
          </p:spPr>
          <p:style>
            <a:lnRef idx="2">
              <a:schemeClr val="dk1"/>
            </a:lnRef>
            <a:fillRef idx="0">
              <a:schemeClr val="dk1"/>
            </a:fillRef>
            <a:effectRef idx="1">
              <a:schemeClr val="dk1"/>
            </a:effectRef>
            <a:fontRef idx="minor">
              <a:schemeClr val="tx1"/>
            </a:fontRef>
          </p:style>
          <p:txBody>
            <a:bodyPr/>
            <a:lstStyle/>
            <a:p>
              <a:endParaRPr lang="en-US"/>
            </a:p>
          </p:txBody>
        </p:sp>
        <p:sp>
          <p:nvSpPr>
            <p:cNvPr id="16" name="Line 13"/>
            <p:cNvSpPr>
              <a:spLocks noChangeShapeType="1"/>
            </p:cNvSpPr>
            <p:nvPr/>
          </p:nvSpPr>
          <p:spPr bwMode="auto">
            <a:xfrm>
              <a:off x="4064000" y="3440113"/>
              <a:ext cx="0" cy="158750"/>
            </a:xfrm>
            <a:prstGeom prst="line">
              <a:avLst/>
            </a:prstGeom>
            <a:ln>
              <a:headEnd/>
              <a:tailEnd type="stealth" w="med" len="med"/>
            </a:ln>
          </p:spPr>
          <p:style>
            <a:lnRef idx="2">
              <a:schemeClr val="dk1"/>
            </a:lnRef>
            <a:fillRef idx="0">
              <a:schemeClr val="dk1"/>
            </a:fillRef>
            <a:effectRef idx="1">
              <a:schemeClr val="dk1"/>
            </a:effectRef>
            <a:fontRef idx="minor">
              <a:schemeClr val="tx1"/>
            </a:fontRef>
          </p:style>
          <p:txBody>
            <a:bodyPr/>
            <a:lstStyle/>
            <a:p>
              <a:endParaRPr lang="en-US"/>
            </a:p>
          </p:txBody>
        </p:sp>
        <p:sp>
          <p:nvSpPr>
            <p:cNvPr id="17" name="Oval 15"/>
            <p:cNvSpPr>
              <a:spLocks noChangeArrowheads="1"/>
            </p:cNvSpPr>
            <p:nvPr/>
          </p:nvSpPr>
          <p:spPr bwMode="auto">
            <a:xfrm>
              <a:off x="1016000" y="5000625"/>
              <a:ext cx="1727200" cy="790575"/>
            </a:xfrm>
            <a:prstGeom prst="ellipse">
              <a:avLst/>
            </a:prstGeom>
            <a:solidFill>
              <a:srgbClr val="0000FF"/>
            </a:solidFill>
            <a:ln w="9525">
              <a:solidFill>
                <a:schemeClr val="tx1"/>
              </a:solidFill>
              <a:round/>
              <a:headEnd/>
              <a:tailEnd/>
            </a:ln>
          </p:spPr>
          <p:txBody>
            <a:bodyPr wrap="none" anchor="ctr"/>
            <a:lstStyle/>
            <a:p>
              <a:pPr algn="ctr"/>
              <a:r>
                <a:rPr lang="mn-MN" sz="1200" b="1" dirty="0">
                  <a:solidFill>
                    <a:schemeClr val="bg1"/>
                  </a:solidFill>
                  <a:latin typeface="Arial" pitchFamily="34" charset="0"/>
                  <a:cs typeface="Arial" pitchFamily="34" charset="0"/>
                </a:rPr>
                <a:t>Мэдээллийн сан</a:t>
              </a:r>
              <a:endParaRPr lang="ru-RU" sz="1200" b="1" dirty="0">
                <a:solidFill>
                  <a:schemeClr val="bg1"/>
                </a:solidFill>
                <a:latin typeface="Arial" pitchFamily="34" charset="0"/>
                <a:cs typeface="Arial" pitchFamily="34" charset="0"/>
              </a:endParaRPr>
            </a:p>
          </p:txBody>
        </p:sp>
        <p:sp>
          <p:nvSpPr>
            <p:cNvPr id="18" name="Line 17"/>
            <p:cNvSpPr>
              <a:spLocks noChangeShapeType="1"/>
            </p:cNvSpPr>
            <p:nvPr/>
          </p:nvSpPr>
          <p:spPr bwMode="auto">
            <a:xfrm>
              <a:off x="2844800" y="3914775"/>
              <a:ext cx="0" cy="581025"/>
            </a:xfrm>
            <a:prstGeom prst="line">
              <a:avLst/>
            </a:prstGeom>
            <a:ln>
              <a:headEnd/>
              <a:tailEnd type="stealth" w="med" len="med"/>
            </a:ln>
          </p:spPr>
          <p:style>
            <a:lnRef idx="2">
              <a:schemeClr val="dk1"/>
            </a:lnRef>
            <a:fillRef idx="0">
              <a:schemeClr val="dk1"/>
            </a:fillRef>
            <a:effectRef idx="1">
              <a:schemeClr val="dk1"/>
            </a:effectRef>
            <a:fontRef idx="minor">
              <a:schemeClr val="tx1"/>
            </a:fontRef>
          </p:style>
          <p:txBody>
            <a:bodyPr/>
            <a:lstStyle/>
            <a:p>
              <a:endParaRPr lang="en-US"/>
            </a:p>
          </p:txBody>
        </p:sp>
        <p:sp>
          <p:nvSpPr>
            <p:cNvPr id="19" name="Rectangle 42"/>
            <p:cNvSpPr>
              <a:spLocks noChangeArrowheads="1"/>
            </p:cNvSpPr>
            <p:nvPr/>
          </p:nvSpPr>
          <p:spPr bwMode="auto">
            <a:xfrm>
              <a:off x="4673600" y="4391025"/>
              <a:ext cx="2844800" cy="368300"/>
            </a:xfrm>
            <a:prstGeom prst="rect">
              <a:avLst/>
            </a:prstGeom>
            <a:solidFill>
              <a:schemeClr val="accent1"/>
            </a:solidFill>
            <a:ln w="9525">
              <a:solidFill>
                <a:schemeClr val="tx1"/>
              </a:solidFill>
              <a:miter lim="800000"/>
              <a:headEnd/>
              <a:tailEnd/>
            </a:ln>
          </p:spPr>
          <p:txBody>
            <a:bodyPr wrap="none" anchor="ctr"/>
            <a:lstStyle/>
            <a:p>
              <a:pPr algn="ctr"/>
              <a:r>
                <a:rPr lang="mn-MN" sz="1200" b="1">
                  <a:solidFill>
                    <a:schemeClr val="bg1"/>
                  </a:solidFill>
                  <a:latin typeface="Arial" pitchFamily="34" charset="0"/>
                  <a:cs typeface="Arial" pitchFamily="34" charset="0"/>
                </a:rPr>
                <a:t>Маргаан шийдвэрлэх комисс</a:t>
              </a:r>
              <a:endParaRPr lang="ru-RU" sz="1200" b="1">
                <a:solidFill>
                  <a:schemeClr val="bg1"/>
                </a:solidFill>
                <a:latin typeface="Arial" pitchFamily="34" charset="0"/>
                <a:cs typeface="Arial" pitchFamily="34" charset="0"/>
              </a:endParaRPr>
            </a:p>
          </p:txBody>
        </p:sp>
        <p:sp>
          <p:nvSpPr>
            <p:cNvPr id="20" name="Rectangle 46"/>
            <p:cNvSpPr>
              <a:spLocks noChangeArrowheads="1"/>
            </p:cNvSpPr>
            <p:nvPr/>
          </p:nvSpPr>
          <p:spPr bwMode="auto">
            <a:xfrm>
              <a:off x="5181600" y="5649913"/>
              <a:ext cx="2209800" cy="522287"/>
            </a:xfrm>
            <a:prstGeom prst="rect">
              <a:avLst/>
            </a:prstGeom>
            <a:solidFill>
              <a:schemeClr val="accent1"/>
            </a:solidFill>
            <a:ln w="9525">
              <a:solidFill>
                <a:schemeClr val="tx1"/>
              </a:solidFill>
              <a:miter lim="800000"/>
              <a:headEnd/>
              <a:tailEnd/>
            </a:ln>
          </p:spPr>
          <p:txBody>
            <a:bodyPr wrap="none" anchor="ctr"/>
            <a:lstStyle/>
            <a:p>
              <a:pPr algn="ctr"/>
              <a:r>
                <a:rPr lang="mn-MN" sz="1200" dirty="0">
                  <a:solidFill>
                    <a:schemeClr val="bg1"/>
                  </a:solidFill>
                  <a:latin typeface="Arial" pitchFamily="34" charset="0"/>
                  <a:cs typeface="Arial" pitchFamily="34" charset="0"/>
                </a:rPr>
                <a:t>Шийдвэрийг хүчингүй болгох</a:t>
              </a:r>
              <a:endParaRPr lang="ru-RU" sz="1200" dirty="0">
                <a:solidFill>
                  <a:schemeClr val="bg1"/>
                </a:solidFill>
                <a:latin typeface="Arial" pitchFamily="34" charset="0"/>
                <a:cs typeface="Arial" pitchFamily="34" charset="0"/>
              </a:endParaRPr>
            </a:p>
          </p:txBody>
        </p:sp>
        <p:sp>
          <p:nvSpPr>
            <p:cNvPr id="21" name="Rectangle 53"/>
            <p:cNvSpPr>
              <a:spLocks noChangeArrowheads="1"/>
            </p:cNvSpPr>
            <p:nvPr/>
          </p:nvSpPr>
          <p:spPr bwMode="auto">
            <a:xfrm>
              <a:off x="4978400" y="4073525"/>
              <a:ext cx="2540000" cy="158750"/>
            </a:xfrm>
            <a:prstGeom prst="rect">
              <a:avLst/>
            </a:prstGeom>
            <a:solidFill>
              <a:schemeClr val="accent1"/>
            </a:solidFill>
            <a:ln w="9525">
              <a:solidFill>
                <a:schemeClr val="tx1"/>
              </a:solidFill>
              <a:miter lim="800000"/>
              <a:headEnd/>
              <a:tailEnd/>
            </a:ln>
          </p:spPr>
          <p:txBody>
            <a:bodyPr wrap="none" anchor="ctr"/>
            <a:lstStyle/>
            <a:p>
              <a:pPr algn="ctr"/>
              <a:r>
                <a:rPr lang="mn-MN" sz="1200" b="1">
                  <a:solidFill>
                    <a:schemeClr val="bg1"/>
                  </a:solidFill>
                  <a:latin typeface="Arial" pitchFamily="34" charset="0"/>
                  <a:cs typeface="Arial" pitchFamily="34" charset="0"/>
                </a:rPr>
                <a:t>Эсэргүүцэл</a:t>
              </a:r>
              <a:endParaRPr lang="ru-RU" sz="1200" b="1">
                <a:solidFill>
                  <a:schemeClr val="bg1"/>
                </a:solidFill>
                <a:latin typeface="Arial" pitchFamily="34" charset="0"/>
                <a:cs typeface="Arial" pitchFamily="34" charset="0"/>
              </a:endParaRPr>
            </a:p>
          </p:txBody>
        </p:sp>
        <p:sp>
          <p:nvSpPr>
            <p:cNvPr id="22" name="Line 57"/>
            <p:cNvSpPr>
              <a:spLocks noChangeShapeType="1"/>
            </p:cNvSpPr>
            <p:nvPr/>
          </p:nvSpPr>
          <p:spPr bwMode="auto">
            <a:xfrm flipV="1">
              <a:off x="5969000" y="3862388"/>
              <a:ext cx="0" cy="211137"/>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a:lstStyle/>
            <a:p>
              <a:endParaRPr lang="en-US"/>
            </a:p>
          </p:txBody>
        </p:sp>
        <p:sp>
          <p:nvSpPr>
            <p:cNvPr id="23" name="Line 59"/>
            <p:cNvSpPr>
              <a:spLocks noChangeShapeType="1"/>
            </p:cNvSpPr>
            <p:nvPr/>
          </p:nvSpPr>
          <p:spPr bwMode="auto">
            <a:xfrm flipH="1" flipV="1">
              <a:off x="3835400" y="3886199"/>
              <a:ext cx="2057400" cy="187325"/>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a:lstStyle/>
            <a:p>
              <a:endParaRPr lang="en-US"/>
            </a:p>
          </p:txBody>
        </p:sp>
        <p:sp>
          <p:nvSpPr>
            <p:cNvPr id="24" name="Rectangle 60"/>
            <p:cNvSpPr>
              <a:spLocks noChangeArrowheads="1"/>
            </p:cNvSpPr>
            <p:nvPr/>
          </p:nvSpPr>
          <p:spPr bwMode="auto">
            <a:xfrm>
              <a:off x="3657600" y="5070475"/>
              <a:ext cx="2336800" cy="263525"/>
            </a:xfrm>
            <a:prstGeom prst="rect">
              <a:avLst/>
            </a:prstGeom>
            <a:solidFill>
              <a:srgbClr val="0000FF"/>
            </a:solidFill>
            <a:ln w="9525">
              <a:solidFill>
                <a:schemeClr val="tx1"/>
              </a:solidFill>
              <a:miter lim="800000"/>
              <a:headEnd/>
              <a:tailEnd/>
            </a:ln>
          </p:spPr>
          <p:txBody>
            <a:bodyPr wrap="none" anchor="ctr"/>
            <a:lstStyle/>
            <a:p>
              <a:pPr algn="ctr"/>
              <a:r>
                <a:rPr lang="mn-MN" sz="1200" b="1">
                  <a:solidFill>
                    <a:schemeClr val="bg1"/>
                  </a:solidFill>
                  <a:latin typeface="Arial" pitchFamily="34" charset="0"/>
                  <a:cs typeface="Arial" pitchFamily="34" charset="0"/>
                </a:rPr>
                <a:t>Шийдвэрийн хэвээр үлдээх</a:t>
              </a:r>
              <a:endParaRPr lang="ru-RU" sz="1200" b="1">
                <a:solidFill>
                  <a:schemeClr val="bg1"/>
                </a:solidFill>
                <a:latin typeface="Arial" pitchFamily="34" charset="0"/>
                <a:cs typeface="Arial" pitchFamily="34" charset="0"/>
              </a:endParaRPr>
            </a:p>
          </p:txBody>
        </p:sp>
        <p:sp>
          <p:nvSpPr>
            <p:cNvPr id="25" name="Rectangle 61"/>
            <p:cNvSpPr>
              <a:spLocks noChangeArrowheads="1"/>
            </p:cNvSpPr>
            <p:nvPr/>
          </p:nvSpPr>
          <p:spPr bwMode="auto">
            <a:xfrm>
              <a:off x="5994400" y="5070475"/>
              <a:ext cx="2336800" cy="263525"/>
            </a:xfrm>
            <a:prstGeom prst="rect">
              <a:avLst/>
            </a:prstGeom>
            <a:solidFill>
              <a:srgbClr val="FF0000"/>
            </a:solidFill>
            <a:ln w="9525">
              <a:solidFill>
                <a:schemeClr val="tx1"/>
              </a:solidFill>
              <a:miter lim="800000"/>
              <a:headEnd/>
              <a:tailEnd/>
            </a:ln>
          </p:spPr>
          <p:txBody>
            <a:bodyPr wrap="none" anchor="ctr"/>
            <a:lstStyle/>
            <a:p>
              <a:pPr algn="ctr"/>
              <a:r>
                <a:rPr lang="mn-MN" sz="1200" b="1" dirty="0">
                  <a:solidFill>
                    <a:schemeClr val="bg1"/>
                  </a:solidFill>
                  <a:latin typeface="Arial" pitchFamily="34" charset="0"/>
                  <a:cs typeface="Arial" pitchFamily="34" charset="0"/>
                </a:rPr>
                <a:t>Шийдвэрийг цуцлах</a:t>
              </a:r>
              <a:endParaRPr lang="ru-RU" sz="1200" b="1" dirty="0">
                <a:solidFill>
                  <a:schemeClr val="bg1"/>
                </a:solidFill>
                <a:latin typeface="Arial" pitchFamily="34" charset="0"/>
                <a:cs typeface="Arial" pitchFamily="34" charset="0"/>
              </a:endParaRPr>
            </a:p>
          </p:txBody>
        </p:sp>
        <p:sp>
          <p:nvSpPr>
            <p:cNvPr id="26" name="Line 62"/>
            <p:cNvSpPr>
              <a:spLocks noChangeShapeType="1"/>
            </p:cNvSpPr>
            <p:nvPr/>
          </p:nvSpPr>
          <p:spPr bwMode="auto">
            <a:xfrm>
              <a:off x="5994400" y="4232275"/>
              <a:ext cx="0" cy="158750"/>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a:lstStyle/>
            <a:p>
              <a:endParaRPr lang="en-US"/>
            </a:p>
          </p:txBody>
        </p:sp>
        <p:sp>
          <p:nvSpPr>
            <p:cNvPr id="27" name="Line 63"/>
            <p:cNvSpPr>
              <a:spLocks noChangeShapeType="1"/>
            </p:cNvSpPr>
            <p:nvPr/>
          </p:nvSpPr>
          <p:spPr bwMode="auto">
            <a:xfrm>
              <a:off x="5994400" y="4870450"/>
              <a:ext cx="0" cy="158750"/>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a:lstStyle/>
            <a:p>
              <a:endParaRPr lang="en-US"/>
            </a:p>
          </p:txBody>
        </p:sp>
        <p:sp>
          <p:nvSpPr>
            <p:cNvPr id="28" name="Line 65"/>
            <p:cNvSpPr>
              <a:spLocks noChangeShapeType="1"/>
            </p:cNvSpPr>
            <p:nvPr/>
          </p:nvSpPr>
          <p:spPr bwMode="auto">
            <a:xfrm>
              <a:off x="5994400" y="5322887"/>
              <a:ext cx="0" cy="315913"/>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a:lstStyle/>
            <a:p>
              <a:endParaRPr lang="en-US"/>
            </a:p>
          </p:txBody>
        </p:sp>
        <p:sp>
          <p:nvSpPr>
            <p:cNvPr id="29" name="Line 69"/>
            <p:cNvSpPr>
              <a:spLocks noChangeShapeType="1"/>
            </p:cNvSpPr>
            <p:nvPr/>
          </p:nvSpPr>
          <p:spPr bwMode="auto">
            <a:xfrm flipH="1" flipV="1">
              <a:off x="3225800" y="4648199"/>
              <a:ext cx="2768600" cy="422275"/>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a:lstStyle/>
            <a:p>
              <a:endParaRPr lang="en-US"/>
            </a:p>
          </p:txBody>
        </p:sp>
        <p:sp>
          <p:nvSpPr>
            <p:cNvPr id="30" name="Line 70"/>
            <p:cNvSpPr>
              <a:spLocks noChangeShapeType="1"/>
            </p:cNvSpPr>
            <p:nvPr/>
          </p:nvSpPr>
          <p:spPr bwMode="auto">
            <a:xfrm>
              <a:off x="1854200" y="4800600"/>
              <a:ext cx="0" cy="211137"/>
            </a:xfrm>
            <a:prstGeom prst="line">
              <a:avLst/>
            </a:prstGeom>
            <a:ln>
              <a:headEnd/>
              <a:tailEnd type="stealth" w="med" len="med"/>
            </a:ln>
          </p:spPr>
          <p:style>
            <a:lnRef idx="2">
              <a:schemeClr val="dk1"/>
            </a:lnRef>
            <a:fillRef idx="0">
              <a:schemeClr val="dk1"/>
            </a:fillRef>
            <a:effectRef idx="1">
              <a:schemeClr val="dk1"/>
            </a:effectRef>
            <a:fontRef idx="minor">
              <a:schemeClr val="tx1"/>
            </a:fontRef>
          </p:style>
          <p:txBody>
            <a:bodyPr/>
            <a:lstStyle/>
            <a:p>
              <a:endParaRPr lang="en-US"/>
            </a:p>
          </p:txBody>
        </p:sp>
        <p:sp>
          <p:nvSpPr>
            <p:cNvPr id="31" name="Line 72"/>
            <p:cNvSpPr>
              <a:spLocks noChangeShapeType="1"/>
            </p:cNvSpPr>
            <p:nvPr/>
          </p:nvSpPr>
          <p:spPr bwMode="auto">
            <a:xfrm flipH="1" flipV="1">
              <a:off x="2768600" y="5410200"/>
              <a:ext cx="2362200" cy="457200"/>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a:lstStyle/>
            <a:p>
              <a:endParaRPr lang="en-US"/>
            </a:p>
          </p:txBody>
        </p:sp>
      </p:grpSp>
      <p:graphicFrame>
        <p:nvGraphicFramePr>
          <p:cNvPr id="157698" name="Object 2"/>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3" imgW="32961960" imgH="6570720" progId="">
                  <p:embed/>
                </p:oleObj>
              </mc:Choice>
              <mc:Fallback>
                <p:oleObj name="CorelDRAW" r:id="rId3" imgW="32961960" imgH="657072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10597" name="Rectangle 5"/>
          <p:cNvSpPr>
            <a:spLocks noChangeArrowheads="1"/>
          </p:cNvSpPr>
          <p:nvPr/>
        </p:nvSpPr>
        <p:spPr bwMode="auto">
          <a:xfrm>
            <a:off x="0" y="3324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endParaRPr>
          </a:p>
        </p:txBody>
      </p:sp>
      <p:sp>
        <p:nvSpPr>
          <p:cNvPr id="10" name="Rectangle 2"/>
          <p:cNvSpPr>
            <a:spLocks noGrp="1" noChangeArrowheads="1"/>
          </p:cNvSpPr>
          <p:nvPr>
            <p:ph type="title"/>
          </p:nvPr>
        </p:nvSpPr>
        <p:spPr>
          <a:xfrm>
            <a:off x="2057400" y="214290"/>
            <a:ext cx="5029200" cy="847724"/>
          </a:xfrm>
        </p:spPr>
        <p:txBody>
          <a:bodyPr>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eaLnBrk="1" hangingPunct="1"/>
            <a:r>
              <a:rPr lang="en-US" sz="2400" b="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t>Эрхийн хамгаалалтын хугацаа</a:t>
            </a:r>
          </a:p>
        </p:txBody>
      </p:sp>
      <p:graphicFrame>
        <p:nvGraphicFramePr>
          <p:cNvPr id="156674" name="Object 2"/>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3" imgW="32961960" imgH="6570720" progId="">
                  <p:embed/>
                </p:oleObj>
              </mc:Choice>
              <mc:Fallback>
                <p:oleObj name="CorelDRAW" r:id="rId3" imgW="32961960" imgH="657072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9" name="Group 18"/>
          <p:cNvGrpSpPr/>
          <p:nvPr/>
        </p:nvGrpSpPr>
        <p:grpSpPr>
          <a:xfrm>
            <a:off x="1714480" y="1214422"/>
            <a:ext cx="6215106" cy="4429157"/>
            <a:chOff x="1714480" y="1214422"/>
            <a:chExt cx="6215106" cy="4429157"/>
          </a:xfrm>
        </p:grpSpPr>
        <p:sp>
          <p:nvSpPr>
            <p:cNvPr id="12" name="Rectangle 3"/>
            <p:cNvSpPr txBox="1">
              <a:spLocks noChangeArrowheads="1"/>
            </p:cNvSpPr>
            <p:nvPr/>
          </p:nvSpPr>
          <p:spPr>
            <a:xfrm>
              <a:off x="1714480" y="1214422"/>
              <a:ext cx="6215106" cy="144780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mn-MN" b="1" i="0" u="none" strike="noStrike" kern="1200" cap="none" spc="0" normalizeH="0" baseline="0" noProof="0">
                  <a:ln>
                    <a:noFill/>
                  </a:ln>
                  <a:solidFill>
                    <a:schemeClr val="tx1"/>
                  </a:solidFill>
                  <a:effectLst/>
                  <a:uLnTx/>
                  <a:uFillTx/>
                  <a:latin typeface="Arial" pitchFamily="34" charset="0"/>
                  <a:cs typeface="Arial" pitchFamily="34" charset="0"/>
                </a:rPr>
                <a:t>Шинэ бүтээлийн</a:t>
              </a:r>
              <a:r>
                <a:rPr kumimoji="0" lang="mn-MN" b="1" i="0" u="none" strike="noStrike" kern="1200" cap="none" spc="0" normalizeH="0" noProof="0">
                  <a:ln>
                    <a:noFill/>
                  </a:ln>
                  <a:solidFill>
                    <a:schemeClr val="tx1"/>
                  </a:solidFill>
                  <a:effectLst/>
                  <a:uLnTx/>
                  <a:uFillTx/>
                  <a:latin typeface="Arial" pitchFamily="34" charset="0"/>
                  <a:cs typeface="Arial" pitchFamily="34" charset="0"/>
                </a:rPr>
                <a:t> патент</a:t>
              </a:r>
              <a:r>
                <a:rPr kumimoji="0" lang="en-US" b="1" i="0" u="none" strike="noStrike" kern="1200" cap="none" spc="0" normalizeH="0" noProof="0">
                  <a:ln>
                    <a:noFill/>
                  </a:ln>
                  <a:solidFill>
                    <a:schemeClr val="tx1"/>
                  </a:solidFill>
                  <a:effectLst/>
                  <a:uLnTx/>
                  <a:uFillTx/>
                  <a:latin typeface="Arial" pitchFamily="34" charset="0"/>
                  <a:cs typeface="Arial" pitchFamily="34" charset="0"/>
                </a:rPr>
                <a:t>	</a:t>
              </a:r>
              <a:r>
                <a:rPr kumimoji="0" lang="mn-MN" b="1" i="0" u="none" strike="noStrike" kern="1200" cap="none" spc="0" normalizeH="0" baseline="0" noProof="0">
                  <a:ln>
                    <a:noFill/>
                  </a:ln>
                  <a:solidFill>
                    <a:schemeClr val="tx1"/>
                  </a:solidFill>
                  <a:effectLst/>
                  <a:uLnTx/>
                  <a:uFillTx/>
                  <a:latin typeface="Arial" pitchFamily="34" charset="0"/>
                  <a:cs typeface="Arial" pitchFamily="34" charset="0"/>
                </a:rPr>
                <a:t>	20 жил</a:t>
              </a:r>
            </a:p>
            <a:p>
              <a:pPr marL="342900" lvl="0" indent="-342900">
                <a:spcBef>
                  <a:spcPct val="20000"/>
                </a:spcBef>
                <a:buFont typeface="Arial" pitchFamily="34" charset="0"/>
                <a:buChar char="•"/>
                <a:defRPr/>
              </a:pPr>
              <a:r>
                <a:rPr lang="mn-MN" b="1">
                  <a:latin typeface="Arial" pitchFamily="34" charset="0"/>
                  <a:cs typeface="Arial" pitchFamily="34" charset="0"/>
                </a:rPr>
                <a:t>Бүтээгдэхүүний загварын патент	10 жил</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mn-MN" b="1">
                  <a:latin typeface="Arial" pitchFamily="34" charset="0"/>
                  <a:cs typeface="Arial" pitchFamily="34" charset="0"/>
                </a:rPr>
                <a:t>Ашигтай загварын гэрчилгээ		  7 жил</a:t>
              </a:r>
              <a:endParaRPr kumimoji="0" lang="en-US" b="1" i="0" u="none" strike="noStrike" kern="1200" cap="none" spc="0" normalizeH="0" baseline="0" noProof="0">
                <a:ln>
                  <a:noFill/>
                </a:ln>
                <a:solidFill>
                  <a:schemeClr val="tx1"/>
                </a:solidFill>
                <a:effectLst/>
                <a:uLnTx/>
                <a:uFillTx/>
                <a:latin typeface="Arial" pitchFamily="34" charset="0"/>
                <a:cs typeface="Arial"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mn-MN" b="1" i="0" u="none" strike="noStrike" kern="1200" cap="none" spc="0" normalizeH="0" baseline="0" noProof="0">
                  <a:ln>
                    <a:noFill/>
                  </a:ln>
                  <a:solidFill>
                    <a:schemeClr val="tx1"/>
                  </a:solidFill>
                  <a:effectLst/>
                  <a:uLnTx/>
                  <a:uFillTx/>
                  <a:latin typeface="Arial" pitchFamily="34" charset="0"/>
                  <a:cs typeface="Arial" pitchFamily="34" charset="0"/>
                </a:rPr>
                <a:t>Барааны</a:t>
              </a:r>
              <a:r>
                <a:rPr kumimoji="0" lang="mn-MN" b="1" i="0" u="none" strike="noStrike" kern="1200" cap="none" spc="0" normalizeH="0" noProof="0">
                  <a:ln>
                    <a:noFill/>
                  </a:ln>
                  <a:solidFill>
                    <a:schemeClr val="tx1"/>
                  </a:solidFill>
                  <a:effectLst/>
                  <a:uLnTx/>
                  <a:uFillTx/>
                  <a:latin typeface="Arial" pitchFamily="34" charset="0"/>
                  <a:cs typeface="Arial" pitchFamily="34" charset="0"/>
                </a:rPr>
                <a:t> тэмдгийн гэрчилгээ	</a:t>
              </a:r>
              <a:r>
                <a:rPr kumimoji="0" lang="en-US" b="1" i="0" u="none" strike="noStrike" kern="1200" cap="none" spc="0" normalizeH="0" baseline="0" noProof="0">
                  <a:ln>
                    <a:noFill/>
                  </a:ln>
                  <a:solidFill>
                    <a:schemeClr val="tx1"/>
                  </a:solidFill>
                  <a:effectLst/>
                  <a:uLnTx/>
                  <a:uFillTx/>
                  <a:latin typeface="Arial" pitchFamily="34" charset="0"/>
                  <a:cs typeface="Arial" pitchFamily="34" charset="0"/>
                </a:rPr>
                <a:t>10 жил</a:t>
              </a:r>
            </a:p>
          </p:txBody>
        </p:sp>
        <p:pic>
          <p:nvPicPr>
            <p:cNvPr id="15" name="Picture 2" descr="https://encrypted-tbn3.gstatic.com/images?q=tbn:ANd9GcR5cW5_OtVPAAX6Zu_Yu-b6hEzKO57PONde2nfftHAZCVBJiCrQJ7r3tdo"/>
            <p:cNvPicPr>
              <a:picLocks noChangeAspect="1" noChangeArrowheads="1"/>
            </p:cNvPicPr>
            <p:nvPr/>
          </p:nvPicPr>
          <p:blipFill>
            <a:blip r:embed="rId5" cstate="print"/>
            <a:srcRect/>
            <a:stretch>
              <a:fillRect/>
            </a:stretch>
          </p:blipFill>
          <p:spPr bwMode="auto">
            <a:xfrm>
              <a:off x="1928794" y="2930509"/>
              <a:ext cx="5286412" cy="1069995"/>
            </a:xfrm>
            <a:prstGeom prst="rect">
              <a:avLst/>
            </a:prstGeom>
            <a:ln>
              <a:noFill/>
            </a:ln>
            <a:effectLst>
              <a:outerShdw blurRad="292100" dist="139700" dir="2700000" algn="tl" rotWithShape="0">
                <a:srgbClr val="333333">
                  <a:alpha val="65000"/>
                </a:srgbClr>
              </a:outerShdw>
            </a:effectLst>
          </p:spPr>
        </p:pic>
        <p:pic>
          <p:nvPicPr>
            <p:cNvPr id="18" name="Picture 4" descr="https://encrypted-tbn0.gstatic.com/images?q=tbn:ANd9GcRxKAUqvU5CLeiYr4FLhPQTtmXFK5o9MIasKs4p-PDraFm-0_E512qPOTs">
              <a:hlinkClick r:id="rId6"/>
            </p:cNvPr>
            <p:cNvPicPr>
              <a:picLocks noChangeAspect="1" noChangeArrowheads="1"/>
            </p:cNvPicPr>
            <p:nvPr/>
          </p:nvPicPr>
          <p:blipFill>
            <a:blip r:embed="rId7" cstate="print"/>
            <a:srcRect/>
            <a:stretch>
              <a:fillRect/>
            </a:stretch>
          </p:blipFill>
          <p:spPr bwMode="auto">
            <a:xfrm>
              <a:off x="2857488" y="4357694"/>
              <a:ext cx="3429024" cy="1285885"/>
            </a:xfrm>
            <a:prstGeom prst="rect">
              <a:avLst/>
            </a:prstGeom>
            <a:ln>
              <a:noFill/>
            </a:ln>
            <a:effectLst>
              <a:outerShdw blurRad="292100" dist="139700" dir="2700000" algn="tl" rotWithShape="0">
                <a:srgbClr val="333333">
                  <a:alpha val="65000"/>
                </a:srgbClr>
              </a:outerShdw>
            </a:effectLst>
          </p:spPr>
        </p:pic>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1"/>
          <p:cNvGrpSpPr/>
          <p:nvPr/>
        </p:nvGrpSpPr>
        <p:grpSpPr>
          <a:xfrm>
            <a:off x="1371600" y="766778"/>
            <a:ext cx="6489541" cy="4876800"/>
            <a:chOff x="838200" y="381000"/>
            <a:chExt cx="7327741" cy="5943600"/>
          </a:xfrm>
        </p:grpSpPr>
        <p:pic>
          <p:nvPicPr>
            <p:cNvPr id="109570" name="Picture 2" descr="D:\My Documents\1.Burtgel-Statistik 2009\18. Presentation\Zohiogch.jpg"/>
            <p:cNvPicPr>
              <a:picLocks noChangeAspect="1" noChangeArrowheads="1"/>
            </p:cNvPicPr>
            <p:nvPr/>
          </p:nvPicPr>
          <p:blipFill>
            <a:blip r:embed="rId3" cstate="print"/>
            <a:srcRect/>
            <a:stretch>
              <a:fillRect/>
            </a:stretch>
          </p:blipFill>
          <p:spPr bwMode="auto">
            <a:xfrm>
              <a:off x="847713" y="381000"/>
              <a:ext cx="1971687" cy="2819400"/>
            </a:xfrm>
            <a:prstGeom prst="rect">
              <a:avLst/>
            </a:prstGeom>
            <a:ln>
              <a:noFill/>
            </a:ln>
            <a:effectLst>
              <a:outerShdw blurRad="190500" algn="tl" rotWithShape="0">
                <a:srgbClr val="000000">
                  <a:alpha val="70000"/>
                </a:srgbClr>
              </a:outerShdw>
            </a:effectLst>
          </p:spPr>
        </p:pic>
        <p:pic>
          <p:nvPicPr>
            <p:cNvPr id="109571" name="Picture 3" descr="D:\My Documents\1.Burtgel-Statistik 2009\18. Presentation\Baraanii temdeg.jpg"/>
            <p:cNvPicPr>
              <a:picLocks noChangeAspect="1" noChangeArrowheads="1"/>
            </p:cNvPicPr>
            <p:nvPr/>
          </p:nvPicPr>
          <p:blipFill>
            <a:blip r:embed="rId4" cstate="print"/>
            <a:srcRect/>
            <a:stretch>
              <a:fillRect/>
            </a:stretch>
          </p:blipFill>
          <p:spPr bwMode="auto">
            <a:xfrm>
              <a:off x="838200" y="3505200"/>
              <a:ext cx="1976961" cy="2819400"/>
            </a:xfrm>
            <a:prstGeom prst="rect">
              <a:avLst/>
            </a:prstGeom>
            <a:ln>
              <a:noFill/>
            </a:ln>
            <a:effectLst>
              <a:outerShdw blurRad="190500" algn="tl" rotWithShape="0">
                <a:srgbClr val="000000">
                  <a:alpha val="70000"/>
                </a:srgbClr>
              </a:outerShdw>
            </a:effectLst>
          </p:spPr>
        </p:pic>
        <p:pic>
          <p:nvPicPr>
            <p:cNvPr id="109572" name="Picture 4" descr="D:\My Documents\1.Burtgel-Statistik 2009\18. Presentation\Bvteegdehvvnii zagwar.jpg"/>
            <p:cNvPicPr>
              <a:picLocks noChangeAspect="1" noChangeArrowheads="1"/>
            </p:cNvPicPr>
            <p:nvPr/>
          </p:nvPicPr>
          <p:blipFill>
            <a:blip r:embed="rId5" cstate="print"/>
            <a:srcRect/>
            <a:stretch>
              <a:fillRect/>
            </a:stretch>
          </p:blipFill>
          <p:spPr bwMode="auto">
            <a:xfrm>
              <a:off x="6172200" y="3497165"/>
              <a:ext cx="1981200" cy="2827435"/>
            </a:xfrm>
            <a:prstGeom prst="rect">
              <a:avLst/>
            </a:prstGeom>
            <a:ln>
              <a:noFill/>
            </a:ln>
            <a:effectLst>
              <a:outerShdw blurRad="190500" algn="tl" rotWithShape="0">
                <a:srgbClr val="000000">
                  <a:alpha val="70000"/>
                </a:srgbClr>
              </a:outerShdw>
            </a:effectLst>
          </p:spPr>
        </p:pic>
        <p:pic>
          <p:nvPicPr>
            <p:cNvPr id="109573" name="Picture 5" descr="D:\My Documents\1.Burtgel-Statistik 2009\18. Presentation\Shine bvteel.jpg"/>
            <p:cNvPicPr>
              <a:picLocks noChangeAspect="1" noChangeArrowheads="1"/>
            </p:cNvPicPr>
            <p:nvPr/>
          </p:nvPicPr>
          <p:blipFill>
            <a:blip r:embed="rId6" cstate="print"/>
            <a:srcRect/>
            <a:stretch>
              <a:fillRect/>
            </a:stretch>
          </p:blipFill>
          <p:spPr bwMode="auto">
            <a:xfrm>
              <a:off x="6172200" y="381000"/>
              <a:ext cx="1993741" cy="2895600"/>
            </a:xfrm>
            <a:prstGeom prst="rect">
              <a:avLst/>
            </a:prstGeom>
            <a:ln>
              <a:noFill/>
            </a:ln>
            <a:effectLst>
              <a:outerShdw blurRad="190500" algn="tl" rotWithShape="0">
                <a:srgbClr val="000000">
                  <a:alpha val="70000"/>
                </a:srgbClr>
              </a:outerShdw>
            </a:effectLst>
          </p:spPr>
        </p:pic>
        <p:grpSp>
          <p:nvGrpSpPr>
            <p:cNvPr id="3" name="Group 9"/>
            <p:cNvGrpSpPr/>
            <p:nvPr/>
          </p:nvGrpSpPr>
          <p:grpSpPr>
            <a:xfrm>
              <a:off x="3276601" y="685801"/>
              <a:ext cx="2438399" cy="2362199"/>
              <a:chOff x="3200400" y="3505200"/>
              <a:chExt cx="2725737" cy="2649537"/>
            </a:xfrm>
          </p:grpSpPr>
          <p:pic>
            <p:nvPicPr>
              <p:cNvPr id="109574" name="Picture 6" descr="D:\My Documents\1.Burtgel-Statistik 2009\18. Presentation\200903.jpg"/>
              <p:cNvPicPr>
                <a:picLocks noChangeAspect="1" noChangeArrowheads="1"/>
              </p:cNvPicPr>
              <p:nvPr/>
            </p:nvPicPr>
            <p:blipFill>
              <a:blip r:embed="rId7" cstate="print"/>
              <a:srcRect/>
              <a:stretch>
                <a:fillRect/>
              </a:stretch>
            </p:blipFill>
            <p:spPr bwMode="auto">
              <a:xfrm>
                <a:off x="3200400" y="3505200"/>
                <a:ext cx="1430337" cy="1430337"/>
              </a:xfrm>
              <a:prstGeom prst="rect">
                <a:avLst/>
              </a:prstGeom>
              <a:ln>
                <a:noFill/>
              </a:ln>
              <a:effectLst>
                <a:outerShdw blurRad="190500" algn="tl" rotWithShape="0">
                  <a:srgbClr val="000000">
                    <a:alpha val="70000"/>
                  </a:srgbClr>
                </a:outerShdw>
              </a:effectLst>
            </p:spPr>
          </p:pic>
          <p:pic>
            <p:nvPicPr>
              <p:cNvPr id="109575" name="Picture 7" descr="D:\My Documents\1.Burtgel-Statistik 2009\18. Presentation\200904.jpg"/>
              <p:cNvPicPr>
                <a:picLocks noChangeAspect="1" noChangeArrowheads="1"/>
              </p:cNvPicPr>
              <p:nvPr/>
            </p:nvPicPr>
            <p:blipFill>
              <a:blip r:embed="rId8" cstate="print"/>
              <a:srcRect/>
              <a:stretch>
                <a:fillRect/>
              </a:stretch>
            </p:blipFill>
            <p:spPr bwMode="auto">
              <a:xfrm>
                <a:off x="4419600" y="4648200"/>
                <a:ext cx="1506537" cy="1506537"/>
              </a:xfrm>
              <a:prstGeom prst="rect">
                <a:avLst/>
              </a:prstGeom>
              <a:ln>
                <a:noFill/>
              </a:ln>
              <a:effectLst>
                <a:outerShdw blurRad="190500" algn="tl" rotWithShape="0">
                  <a:srgbClr val="000000">
                    <a:alpha val="70000"/>
                  </a:srgbClr>
                </a:outerShdw>
              </a:effectLst>
            </p:spPr>
          </p:pic>
        </p:grpSp>
        <p:pic>
          <p:nvPicPr>
            <p:cNvPr id="11" name="Picture 3" descr="D:\My Documents\1.Burtgel-Statistik 2009\18. Presentation\Baraanii temdeg.jpg"/>
            <p:cNvPicPr>
              <a:picLocks noChangeAspect="1" noChangeArrowheads="1"/>
            </p:cNvPicPr>
            <p:nvPr/>
          </p:nvPicPr>
          <p:blipFill>
            <a:blip r:embed="rId4" cstate="print"/>
            <a:srcRect/>
            <a:stretch>
              <a:fillRect/>
            </a:stretch>
          </p:blipFill>
          <p:spPr bwMode="auto">
            <a:xfrm>
              <a:off x="3509439" y="3505200"/>
              <a:ext cx="1976961" cy="2819400"/>
            </a:xfrm>
            <a:prstGeom prst="rect">
              <a:avLst/>
            </a:prstGeom>
            <a:ln>
              <a:noFill/>
            </a:ln>
            <a:effectLst>
              <a:outerShdw blurRad="190500" algn="tl" rotWithShape="0">
                <a:srgbClr val="000000">
                  <a:alpha val="70000"/>
                </a:srgbClr>
              </a:outerShdw>
            </a:effectLst>
          </p:spPr>
        </p:pic>
      </p:grpSp>
      <p:graphicFrame>
        <p:nvGraphicFramePr>
          <p:cNvPr id="155650" name="Object 2"/>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9" imgW="32961960" imgH="6570720" progId="">
                  <p:embed/>
                </p:oleObj>
              </mc:Choice>
              <mc:Fallback>
                <p:oleObj name="CorelDRAW" r:id="rId9" imgW="32961960" imgH="6570720" progId="">
                  <p:embed/>
                  <p:pic>
                    <p:nvPicPr>
                      <p:cNvPr id="0" name="Picture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1357298"/>
            <a:ext cx="7543800" cy="3939540"/>
          </a:xfrm>
          <a:prstGeom prst="rect">
            <a:avLst/>
          </a:prstGeom>
        </p:spPr>
        <p:txBody>
          <a:bodyPr wrap="square">
            <a:spAutoFit/>
          </a:bodyPr>
          <a:lstStyle/>
          <a:p>
            <a:pPr algn="ctr"/>
            <a:r>
              <a:rPr lang="mn-MN" b="1">
                <a:solidFill>
                  <a:srgbClr val="2D18AC"/>
                </a:solidFill>
                <a:latin typeface="Arial" pitchFamily="34" charset="0"/>
                <a:cs typeface="Arial" pitchFamily="34" charset="0"/>
              </a:rPr>
              <a:t>Шинэ бүтээл, бүтээгдэхүүний загвар, ашигтай загвар </a:t>
            </a:r>
            <a:r>
              <a:rPr lang="mn-MN" b="1" u="sng">
                <a:solidFill>
                  <a:srgbClr val="2D18AC"/>
                </a:solidFill>
                <a:latin typeface="Arial" pitchFamily="34" charset="0"/>
                <a:cs typeface="Arial" pitchFamily="34" charset="0"/>
              </a:rPr>
              <a:t>зохиогчийн</a:t>
            </a:r>
            <a:r>
              <a:rPr lang="mn-MN" b="1">
                <a:solidFill>
                  <a:srgbClr val="2D18AC"/>
                </a:solidFill>
                <a:latin typeface="Arial" pitchFamily="34" charset="0"/>
                <a:cs typeface="Arial" pitchFamily="34" charset="0"/>
              </a:rPr>
              <a:t> эрх</a:t>
            </a:r>
            <a:r>
              <a:rPr lang="en-US" b="1">
                <a:solidFill>
                  <a:srgbClr val="2D18AC"/>
                </a:solidFill>
                <a:latin typeface="Arial" pitchFamily="34" charset="0"/>
                <a:cs typeface="Arial" pitchFamily="34" charset="0"/>
              </a:rPr>
              <a:t>: </a:t>
            </a:r>
          </a:p>
          <a:p>
            <a:r>
              <a:rPr lang="en-US" sz="1600" b="1">
                <a:solidFill>
                  <a:schemeClr val="accent1">
                    <a:lumMod val="75000"/>
                  </a:schemeClr>
                </a:solidFill>
                <a:latin typeface="Arial" pitchFamily="34" charset="0"/>
                <a:cs typeface="Arial" pitchFamily="34" charset="0"/>
              </a:rPr>
              <a:t> </a:t>
            </a:r>
          </a:p>
          <a:p>
            <a:pPr marL="342900" indent="-342900">
              <a:buFont typeface="Wingdings" pitchFamily="2" charset="2"/>
              <a:buChar char="§"/>
            </a:pPr>
            <a:r>
              <a:rPr lang="en-US" sz="1600" b="1">
                <a:latin typeface="Arial" pitchFamily="34" charset="0"/>
                <a:cs typeface="Arial" pitchFamily="34" charset="0"/>
              </a:rPr>
              <a:t>шинэ бүтээл, бүтээгдэхүүний загвар, ашигтай загвараа өмчлөх; </a:t>
            </a:r>
          </a:p>
          <a:p>
            <a:pPr marL="342900" indent="-342900"/>
            <a:r>
              <a:rPr lang="en-US" sz="1600" b="1">
                <a:latin typeface="Arial" pitchFamily="34" charset="0"/>
                <a:cs typeface="Arial" pitchFamily="34" charset="0"/>
              </a:rPr>
              <a:t> </a:t>
            </a:r>
          </a:p>
          <a:p>
            <a:pPr marL="342900" indent="-342900">
              <a:buFont typeface="Wingdings" pitchFamily="2" charset="2"/>
              <a:buChar char="§"/>
            </a:pPr>
            <a:r>
              <a:rPr lang="en-US" sz="1600" b="1">
                <a:latin typeface="Arial" pitchFamily="34" charset="0"/>
                <a:cs typeface="Arial" pitchFamily="34" charset="0"/>
              </a:rPr>
              <a:t>патент, гэрчилгээ авах эрхээ бусад этгээдэд шилжүүлэх; </a:t>
            </a:r>
          </a:p>
          <a:p>
            <a:pPr marL="342900" indent="-342900"/>
            <a:r>
              <a:rPr lang="en-US" sz="1600" b="1">
                <a:latin typeface="Arial" pitchFamily="34" charset="0"/>
                <a:cs typeface="Arial" pitchFamily="34" charset="0"/>
              </a:rPr>
              <a:t> </a:t>
            </a:r>
          </a:p>
          <a:p>
            <a:pPr marL="342900" indent="-342900">
              <a:buFont typeface="Wingdings" pitchFamily="2" charset="2"/>
              <a:buChar char="§"/>
            </a:pPr>
            <a:r>
              <a:rPr lang="en-US" sz="1600" b="1">
                <a:latin typeface="Arial" pitchFamily="34" charset="0"/>
                <a:cs typeface="Arial" pitchFamily="34" charset="0"/>
              </a:rPr>
              <a:t>шинэ бүтээл, бүтээгдэхүүний загвар, ашигтай загвартаа нэр өгөх; </a:t>
            </a:r>
          </a:p>
          <a:p>
            <a:pPr marL="342900" indent="-342900"/>
            <a:r>
              <a:rPr lang="en-US" sz="1600" b="1">
                <a:latin typeface="Arial" pitchFamily="34" charset="0"/>
                <a:cs typeface="Arial" pitchFamily="34" charset="0"/>
              </a:rPr>
              <a:t> </a:t>
            </a:r>
          </a:p>
          <a:p>
            <a:pPr marL="342900" indent="-342900">
              <a:buFont typeface="Wingdings" pitchFamily="2" charset="2"/>
              <a:buChar char="§"/>
            </a:pPr>
            <a:r>
              <a:rPr lang="en-US" sz="1600" b="1">
                <a:latin typeface="Arial" pitchFamily="34" charset="0"/>
                <a:cs typeface="Arial" pitchFamily="34" charset="0"/>
              </a:rPr>
              <a:t>шинэ бүтээл, бүтээгдэхүүний загвар, ашигтай загварын технологийн баримт бичиг боловсруулах, тэдгээрийг турших, үйлдвэрлэлд нэвтрүүлэх ажилд оролцож, хяналт тавих, оюуны бүтээлээ үнэлэх; </a:t>
            </a:r>
          </a:p>
          <a:p>
            <a:pPr marL="342900" indent="-342900"/>
            <a:r>
              <a:rPr lang="en-US" sz="1600" b="1">
                <a:latin typeface="Arial" pitchFamily="34" charset="0"/>
                <a:cs typeface="Arial" pitchFamily="34" charset="0"/>
              </a:rPr>
              <a:t> </a:t>
            </a:r>
          </a:p>
          <a:p>
            <a:pPr marL="342900" indent="-342900">
              <a:buFont typeface="Wingdings" pitchFamily="2" charset="2"/>
              <a:buChar char="§"/>
            </a:pPr>
            <a:r>
              <a:rPr lang="en-US" sz="1600" b="1">
                <a:latin typeface="Arial" pitchFamily="34" charset="0"/>
                <a:cs typeface="Arial" pitchFamily="34" charset="0"/>
              </a:rPr>
              <a:t>шинэ бүтээл, бүтээгдэхүүний загвар, ашигтай загварыг ашиглаж олсон бусад этгээдийн орлогоос зохих хэмжээний төлбөр авах. </a:t>
            </a:r>
          </a:p>
        </p:txBody>
      </p:sp>
      <p:graphicFrame>
        <p:nvGraphicFramePr>
          <p:cNvPr id="154626" name="Object 2"/>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3" imgW="32961960" imgH="6570720" progId="">
                  <p:embed/>
                </p:oleObj>
              </mc:Choice>
              <mc:Fallback>
                <p:oleObj name="CorelDRAW" r:id="rId3" imgW="32961960" imgH="657072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Title 1"/>
          <p:cNvSpPr>
            <a:spLocks noGrp="1"/>
          </p:cNvSpPr>
          <p:nvPr>
            <p:ph type="title"/>
          </p:nvPr>
        </p:nvSpPr>
        <p:spPr>
          <a:xfrm>
            <a:off x="2438400" y="285728"/>
            <a:ext cx="4343400" cy="762000"/>
          </a:xfrm>
        </p:spPr>
        <p:txBody>
          <a:bodyPr>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mn-MN" sz="2400" b="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t>Аж үйлдвэрийн өмч</a:t>
            </a:r>
            <a:endParaRPr lang="en-US" sz="2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914400" y="1428736"/>
            <a:ext cx="7543800" cy="3662541"/>
          </a:xfrm>
          <a:prstGeom prst="rect">
            <a:avLst/>
          </a:prstGeom>
        </p:spPr>
        <p:txBody>
          <a:bodyPr wrap="square">
            <a:spAutoFit/>
          </a:bodyPr>
          <a:lstStyle/>
          <a:p>
            <a:pPr algn="ctr"/>
            <a:r>
              <a:rPr lang="mn-MN" b="1">
                <a:solidFill>
                  <a:srgbClr val="2D18AC"/>
                </a:solidFill>
                <a:latin typeface="Arial" pitchFamily="34" charset="0"/>
                <a:cs typeface="Arial" pitchFamily="34" charset="0"/>
              </a:rPr>
              <a:t>Шинэ бүтээл, бүтээгдэхүүний загвар, ашигтай загвар </a:t>
            </a:r>
            <a:r>
              <a:rPr lang="mn-MN" b="1" u="sng">
                <a:solidFill>
                  <a:srgbClr val="2D18AC"/>
                </a:solidFill>
                <a:latin typeface="Arial" pitchFamily="34" charset="0"/>
                <a:cs typeface="Arial" pitchFamily="34" charset="0"/>
              </a:rPr>
              <a:t>эзэмшигчийн</a:t>
            </a:r>
            <a:r>
              <a:rPr lang="mn-MN" b="1">
                <a:solidFill>
                  <a:srgbClr val="2D18AC"/>
                </a:solidFill>
                <a:latin typeface="Arial" pitchFamily="34" charset="0"/>
                <a:cs typeface="Arial" pitchFamily="34" charset="0"/>
              </a:rPr>
              <a:t> эрх</a:t>
            </a:r>
            <a:r>
              <a:rPr lang="en-US" b="1">
                <a:solidFill>
                  <a:srgbClr val="2D18AC"/>
                </a:solidFill>
                <a:latin typeface="Arial" pitchFamily="34" charset="0"/>
                <a:cs typeface="Arial" pitchFamily="34" charset="0"/>
              </a:rPr>
              <a:t>: </a:t>
            </a:r>
          </a:p>
          <a:p>
            <a:r>
              <a:rPr lang="en-US" sz="1600" b="1">
                <a:solidFill>
                  <a:srgbClr val="2D18AC"/>
                </a:solidFill>
                <a:latin typeface="Arial" pitchFamily="34" charset="0"/>
                <a:cs typeface="Arial" pitchFamily="34" charset="0"/>
              </a:rPr>
              <a:t> </a:t>
            </a:r>
          </a:p>
          <a:p>
            <a:endParaRPr lang="en-US">
              <a:latin typeface="Arial" pitchFamily="34" charset="0"/>
              <a:cs typeface="Arial" pitchFamily="34" charset="0"/>
            </a:endParaRPr>
          </a:p>
          <a:p>
            <a:pPr marL="342900" indent="-342900">
              <a:lnSpc>
                <a:spcPct val="150000"/>
              </a:lnSpc>
              <a:buFont typeface="Wingdings" pitchFamily="2" charset="2"/>
              <a:buChar char="§"/>
            </a:pPr>
            <a:r>
              <a:rPr lang="en-US" b="1">
                <a:latin typeface="Arial" pitchFamily="34" charset="0"/>
                <a:cs typeface="Arial" pitchFamily="34" charset="0"/>
              </a:rPr>
              <a:t>Патент, гэрчилгээ эзэмшигч шинэ бүтээл, бүтээгдэхүүний загвар, ашигтай загвараа өмчлөх онцгой эрх эдэлнэ. </a:t>
            </a:r>
          </a:p>
          <a:p>
            <a:pPr marL="342900" indent="-342900">
              <a:lnSpc>
                <a:spcPct val="150000"/>
              </a:lnSpc>
            </a:pPr>
            <a:r>
              <a:rPr lang="en-US" b="1">
                <a:latin typeface="Arial" pitchFamily="34" charset="0"/>
                <a:cs typeface="Arial" pitchFamily="34" charset="0"/>
              </a:rPr>
              <a:t> </a:t>
            </a:r>
          </a:p>
          <a:p>
            <a:pPr marL="342900" indent="-342900">
              <a:lnSpc>
                <a:spcPct val="150000"/>
              </a:lnSpc>
              <a:buFont typeface="Wingdings" pitchFamily="2" charset="2"/>
              <a:buChar char="§"/>
            </a:pPr>
            <a:r>
              <a:rPr lang="en-US" b="1">
                <a:latin typeface="Arial" pitchFamily="34" charset="0"/>
                <a:cs typeface="Arial" pitchFamily="34" charset="0"/>
              </a:rPr>
              <a:t>Патент, гэрчилгээ бүхий шинэ бүтээл, бүтээгдэхүүний загвар, ашигтай загварыг патент, гэрчилгээ эзэмшигчийн зөвшөөрлөөр ашиглана. </a:t>
            </a:r>
          </a:p>
        </p:txBody>
      </p:sp>
      <p:graphicFrame>
        <p:nvGraphicFramePr>
          <p:cNvPr id="153602" name="Object 2"/>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3" imgW="32961960" imgH="6570720" progId="">
                  <p:embed/>
                </p:oleObj>
              </mc:Choice>
              <mc:Fallback>
                <p:oleObj name="CorelDRAW" r:id="rId3" imgW="32961960" imgH="657072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itle 1"/>
          <p:cNvSpPr>
            <a:spLocks noGrp="1"/>
          </p:cNvSpPr>
          <p:nvPr>
            <p:ph type="title"/>
          </p:nvPr>
        </p:nvSpPr>
        <p:spPr>
          <a:xfrm>
            <a:off x="2438400" y="285728"/>
            <a:ext cx="4343400" cy="762000"/>
          </a:xfrm>
        </p:spPr>
        <p:txBody>
          <a:bodyPr>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mn-MN" sz="2400" b="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t>Аж үйлдвэрийн өмч</a:t>
            </a:r>
            <a:endParaRPr lang="en-US" sz="2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38200" y="1357298"/>
            <a:ext cx="7543800" cy="4078039"/>
          </a:xfrm>
          <a:prstGeom prst="rect">
            <a:avLst/>
          </a:prstGeom>
        </p:spPr>
        <p:txBody>
          <a:bodyPr wrap="square">
            <a:spAutoFit/>
          </a:bodyPr>
          <a:lstStyle/>
          <a:p>
            <a:pPr algn="ctr"/>
            <a:r>
              <a:rPr lang="mn-MN" b="1">
                <a:solidFill>
                  <a:srgbClr val="2D18AC"/>
                </a:solidFill>
                <a:latin typeface="Arial" pitchFamily="34" charset="0"/>
                <a:cs typeface="Arial" pitchFamily="34" charset="0"/>
              </a:rPr>
              <a:t>Ш</a:t>
            </a:r>
            <a:r>
              <a:rPr lang="en-US" b="1">
                <a:solidFill>
                  <a:srgbClr val="2D18AC"/>
                </a:solidFill>
                <a:latin typeface="Arial" pitchFamily="34" charset="0"/>
                <a:cs typeface="Arial" pitchFamily="34" charset="0"/>
              </a:rPr>
              <a:t>инэ бүтээл, бүтээгдэхүүний загвар, ашигтай загварыг ашигласнаас олсон ашиг, </a:t>
            </a:r>
            <a:endParaRPr lang="mn-MN" b="1">
              <a:solidFill>
                <a:srgbClr val="2D18AC"/>
              </a:solidFill>
              <a:latin typeface="Arial" pitchFamily="34" charset="0"/>
              <a:cs typeface="Arial" pitchFamily="34" charset="0"/>
            </a:endParaRPr>
          </a:p>
          <a:p>
            <a:pPr algn="ctr"/>
            <a:r>
              <a:rPr lang="en-US" b="1" u="sng">
                <a:solidFill>
                  <a:srgbClr val="2D18AC"/>
                </a:solidFill>
                <a:latin typeface="Arial" pitchFamily="34" charset="0"/>
                <a:cs typeface="Arial" pitchFamily="34" charset="0"/>
              </a:rPr>
              <a:t>оюуны бүтээлийн өртгийг тооцсон үнэлгээг</a:t>
            </a:r>
            <a:r>
              <a:rPr lang="en-US" b="1">
                <a:solidFill>
                  <a:srgbClr val="2D18AC"/>
                </a:solidFill>
                <a:latin typeface="Arial" pitchFamily="34" charset="0"/>
                <a:cs typeface="Arial" pitchFamily="34" charset="0"/>
              </a:rPr>
              <a:t>: </a:t>
            </a:r>
          </a:p>
          <a:p>
            <a:r>
              <a:rPr lang="en-US" sz="1600" b="1">
                <a:solidFill>
                  <a:srgbClr val="FF0000"/>
                </a:solidFill>
                <a:latin typeface="Arial" pitchFamily="34" charset="0"/>
                <a:cs typeface="Arial" pitchFamily="34" charset="0"/>
              </a:rPr>
              <a:t> </a:t>
            </a:r>
            <a:endParaRPr lang="en-US">
              <a:latin typeface="Arial" pitchFamily="34" charset="0"/>
              <a:cs typeface="Arial" pitchFamily="34" charset="0"/>
            </a:endParaRPr>
          </a:p>
          <a:p>
            <a:pPr marL="1714500" lvl="3" indent="-342900">
              <a:lnSpc>
                <a:spcPct val="150000"/>
              </a:lnSpc>
              <a:buFont typeface="Wingdings" pitchFamily="2" charset="2"/>
              <a:buChar char="§"/>
            </a:pPr>
            <a:r>
              <a:rPr lang="en-US" b="1">
                <a:latin typeface="Arial" pitchFamily="34" charset="0"/>
                <a:cs typeface="Arial" pitchFamily="34" charset="0"/>
              </a:rPr>
              <a:t>хөрөнгийн баталгаа; </a:t>
            </a:r>
            <a:endParaRPr lang="mn-MN" b="1">
              <a:latin typeface="Arial" pitchFamily="34" charset="0"/>
              <a:cs typeface="Arial" pitchFamily="34" charset="0"/>
            </a:endParaRPr>
          </a:p>
          <a:p>
            <a:pPr marL="1714500" lvl="3" indent="-342900">
              <a:lnSpc>
                <a:spcPct val="150000"/>
              </a:lnSpc>
              <a:buFont typeface="Wingdings" pitchFamily="2" charset="2"/>
              <a:buChar char="§"/>
            </a:pPr>
            <a:r>
              <a:rPr lang="en-US" b="1">
                <a:latin typeface="Arial" pitchFamily="34" charset="0"/>
                <a:cs typeface="Arial" pitchFamily="34" charset="0"/>
              </a:rPr>
              <a:t>барьцаа; </a:t>
            </a:r>
            <a:endParaRPr lang="mn-MN" b="1">
              <a:latin typeface="Arial" pitchFamily="34" charset="0"/>
              <a:cs typeface="Arial" pitchFamily="34" charset="0"/>
            </a:endParaRPr>
          </a:p>
          <a:p>
            <a:pPr marL="1714500" lvl="3" indent="-342900">
              <a:lnSpc>
                <a:spcPct val="150000"/>
              </a:lnSpc>
              <a:buFont typeface="Wingdings" pitchFamily="2" charset="2"/>
              <a:buChar char="§"/>
            </a:pPr>
            <a:r>
              <a:rPr lang="en-US" b="1">
                <a:latin typeface="Arial" pitchFamily="34" charset="0"/>
                <a:cs typeface="Arial" pitchFamily="34" charset="0"/>
              </a:rPr>
              <a:t>хөрөнгө оруулалт; </a:t>
            </a:r>
            <a:endParaRPr lang="mn-MN" b="1">
              <a:latin typeface="Arial" pitchFamily="34" charset="0"/>
              <a:cs typeface="Arial" pitchFamily="34" charset="0"/>
            </a:endParaRPr>
          </a:p>
          <a:p>
            <a:pPr marL="1714500" lvl="3" indent="-342900">
              <a:lnSpc>
                <a:spcPct val="150000"/>
              </a:lnSpc>
              <a:buFont typeface="Wingdings" pitchFamily="2" charset="2"/>
              <a:buChar char="§"/>
            </a:pPr>
            <a:r>
              <a:rPr lang="en-US" b="1">
                <a:latin typeface="Arial" pitchFamily="34" charset="0"/>
                <a:cs typeface="Arial" pitchFamily="34" charset="0"/>
              </a:rPr>
              <a:t>хувьцаа гаргах; </a:t>
            </a:r>
            <a:endParaRPr lang="mn-MN" b="1">
              <a:latin typeface="Arial" pitchFamily="34" charset="0"/>
              <a:cs typeface="Arial" pitchFamily="34" charset="0"/>
            </a:endParaRPr>
          </a:p>
          <a:p>
            <a:pPr marL="1714500" lvl="3" indent="-342900">
              <a:lnSpc>
                <a:spcPct val="150000"/>
              </a:lnSpc>
              <a:buFont typeface="Wingdings" pitchFamily="2" charset="2"/>
              <a:buChar char="§"/>
            </a:pPr>
            <a:r>
              <a:rPr lang="en-US" b="1">
                <a:latin typeface="Arial" pitchFamily="34" charset="0"/>
                <a:cs typeface="Arial" pitchFamily="34" charset="0"/>
              </a:rPr>
              <a:t>хувьчлал болон дуудлагын худалдаанд оруулах; </a:t>
            </a:r>
            <a:endParaRPr lang="mn-MN" b="1">
              <a:latin typeface="Arial" pitchFamily="34" charset="0"/>
              <a:cs typeface="Arial" pitchFamily="34" charset="0"/>
            </a:endParaRPr>
          </a:p>
          <a:p>
            <a:pPr marL="1714500" lvl="3" indent="-342900">
              <a:lnSpc>
                <a:spcPct val="150000"/>
              </a:lnSpc>
              <a:buFont typeface="Wingdings" pitchFamily="2" charset="2"/>
              <a:buChar char="§"/>
            </a:pPr>
            <a:r>
              <a:rPr lang="en-US" b="1">
                <a:latin typeface="Arial" pitchFamily="34" charset="0"/>
                <a:cs typeface="Arial" pitchFamily="34" charset="0"/>
              </a:rPr>
              <a:t>дүрмийн сан бүрдүүлэх; </a:t>
            </a:r>
            <a:endParaRPr lang="mn-MN" b="1">
              <a:latin typeface="Arial" pitchFamily="34" charset="0"/>
              <a:cs typeface="Arial" pitchFamily="34" charset="0"/>
            </a:endParaRPr>
          </a:p>
          <a:p>
            <a:pPr marL="1714500" lvl="3" indent="-342900">
              <a:lnSpc>
                <a:spcPct val="150000"/>
              </a:lnSpc>
              <a:buFont typeface="Wingdings" pitchFamily="2" charset="2"/>
              <a:buChar char="§"/>
            </a:pPr>
            <a:r>
              <a:rPr lang="en-US" b="1">
                <a:latin typeface="Arial" pitchFamily="34" charset="0"/>
                <a:cs typeface="Arial" pitchFamily="34" charset="0"/>
              </a:rPr>
              <a:t>даатгалд хамруулах зэрэгт хэрэглэж болно. </a:t>
            </a:r>
          </a:p>
        </p:txBody>
      </p:sp>
      <p:graphicFrame>
        <p:nvGraphicFramePr>
          <p:cNvPr id="152578" name="Object 2"/>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3" imgW="32961960" imgH="6570720" progId="">
                  <p:embed/>
                </p:oleObj>
              </mc:Choice>
              <mc:Fallback>
                <p:oleObj name="CorelDRAW" r:id="rId3" imgW="32961960" imgH="657072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itle 1"/>
          <p:cNvSpPr>
            <a:spLocks noGrp="1"/>
          </p:cNvSpPr>
          <p:nvPr>
            <p:ph type="title"/>
          </p:nvPr>
        </p:nvSpPr>
        <p:spPr>
          <a:xfrm>
            <a:off x="2438400" y="285728"/>
            <a:ext cx="4343400" cy="762000"/>
          </a:xfrm>
        </p:spPr>
        <p:txBody>
          <a:bodyPr>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mn-MN" sz="2400" b="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t>Аж үйлдвэрийн өмч</a:t>
            </a:r>
            <a:endParaRPr lang="en-US" sz="2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62000" y="1000108"/>
            <a:ext cx="7848600" cy="5016758"/>
          </a:xfrm>
          <a:prstGeom prst="rect">
            <a:avLst/>
          </a:prstGeom>
        </p:spPr>
        <p:txBody>
          <a:bodyPr wrap="square">
            <a:spAutoFit/>
          </a:bodyPr>
          <a:lstStyle/>
          <a:p>
            <a:pPr algn="ctr"/>
            <a:r>
              <a:rPr lang="mn-MN" b="1">
                <a:solidFill>
                  <a:srgbClr val="2D18AC"/>
                </a:solidFill>
                <a:latin typeface="Arial" pitchFamily="34" charset="0"/>
                <a:cs typeface="Arial" pitchFamily="34" charset="0"/>
              </a:rPr>
              <a:t>Лицензийн гэрээ</a:t>
            </a:r>
            <a:r>
              <a:rPr lang="en-US" b="1">
                <a:solidFill>
                  <a:srgbClr val="2D18AC"/>
                </a:solidFill>
                <a:latin typeface="Arial" pitchFamily="34" charset="0"/>
                <a:cs typeface="Arial" pitchFamily="34" charset="0"/>
              </a:rPr>
              <a:t>: </a:t>
            </a:r>
            <a:endParaRPr lang="en-US">
              <a:solidFill>
                <a:srgbClr val="2D18AC"/>
              </a:solidFill>
              <a:latin typeface="Arial" pitchFamily="34" charset="0"/>
              <a:cs typeface="Arial" pitchFamily="34" charset="0"/>
            </a:endParaRPr>
          </a:p>
          <a:p>
            <a:pPr marL="800100" lvl="1" indent="-342900">
              <a:lnSpc>
                <a:spcPct val="150000"/>
              </a:lnSpc>
              <a:buFont typeface="Wingdings" pitchFamily="2" charset="2"/>
              <a:buChar char="§"/>
            </a:pPr>
            <a:r>
              <a:rPr lang="mn-MN" b="1">
                <a:latin typeface="Arial" pitchFamily="34" charset="0"/>
                <a:cs typeface="Arial" pitchFamily="34" charset="0"/>
              </a:rPr>
              <a:t>Онцгой лиценз</a:t>
            </a:r>
            <a:r>
              <a:rPr lang="en-US" b="1">
                <a:latin typeface="Arial" pitchFamily="34" charset="0"/>
                <a:cs typeface="Arial" pitchFamily="34" charset="0"/>
              </a:rPr>
              <a:t> </a:t>
            </a:r>
            <a:endParaRPr lang="mn-MN" b="1">
              <a:latin typeface="Arial" pitchFamily="34" charset="0"/>
              <a:cs typeface="Arial" pitchFamily="34" charset="0"/>
            </a:endParaRPr>
          </a:p>
          <a:p>
            <a:pPr marL="800100" lvl="1" indent="-342900"/>
            <a:r>
              <a:rPr lang="mn-MN">
                <a:latin typeface="Arial" pitchFamily="34" charset="0"/>
                <a:cs typeface="Arial" pitchFamily="34" charset="0"/>
              </a:rPr>
              <a:t>			</a:t>
            </a:r>
            <a:r>
              <a:rPr lang="en-US" sz="1600">
                <a:latin typeface="Arial" pitchFamily="34" charset="0"/>
                <a:cs typeface="Arial" pitchFamily="34" charset="0"/>
              </a:rPr>
              <a:t>/лиценз өгөгч нь лиценз авагчид шинэ бүтээл, </a:t>
            </a:r>
            <a:r>
              <a:rPr lang="mn-MN" sz="1600">
                <a:latin typeface="Arial" pitchFamily="34" charset="0"/>
                <a:cs typeface="Arial" pitchFamily="34" charset="0"/>
              </a:rPr>
              <a:t>		</a:t>
            </a:r>
            <a:r>
              <a:rPr lang="en-US" sz="1600">
                <a:latin typeface="Arial" pitchFamily="34" charset="0"/>
                <a:cs typeface="Arial" pitchFamily="34" charset="0"/>
              </a:rPr>
              <a:t>	</a:t>
            </a:r>
            <a:r>
              <a:rPr lang="mn-MN" sz="1600">
                <a:latin typeface="Arial" pitchFamily="34" charset="0"/>
                <a:cs typeface="Arial" pitchFamily="34" charset="0"/>
              </a:rPr>
              <a:t>	</a:t>
            </a:r>
            <a:r>
              <a:rPr lang="en-US" sz="1600">
                <a:latin typeface="Arial" pitchFamily="34" charset="0"/>
                <a:cs typeface="Arial" pitchFamily="34" charset="0"/>
              </a:rPr>
              <a:t>бүтээгдэхүүний загвар, ашигтай загварыг ашиглах </a:t>
            </a:r>
            <a:r>
              <a:rPr lang="mn-MN" sz="1600">
                <a:latin typeface="Arial" pitchFamily="34" charset="0"/>
                <a:cs typeface="Arial" pitchFamily="34" charset="0"/>
              </a:rPr>
              <a:t>			</a:t>
            </a:r>
            <a:r>
              <a:rPr lang="en-US" sz="1600">
                <a:latin typeface="Arial" pitchFamily="34" charset="0"/>
                <a:cs typeface="Arial" pitchFamily="34" charset="0"/>
              </a:rPr>
              <a:t>онцгой эрхийг лицензийн гэрээний дагуу олгоно./</a:t>
            </a:r>
            <a:endParaRPr lang="mn-MN" b="1">
              <a:latin typeface="Arial" pitchFamily="34" charset="0"/>
              <a:cs typeface="Arial" pitchFamily="34" charset="0"/>
            </a:endParaRPr>
          </a:p>
          <a:p>
            <a:pPr marL="800100" lvl="1" indent="-342900">
              <a:lnSpc>
                <a:spcPct val="150000"/>
              </a:lnSpc>
              <a:buFont typeface="Wingdings" pitchFamily="2" charset="2"/>
              <a:buChar char="§"/>
            </a:pPr>
            <a:r>
              <a:rPr lang="mn-MN" b="1">
                <a:latin typeface="Arial" pitchFamily="34" charset="0"/>
                <a:cs typeface="Arial" pitchFamily="34" charset="0"/>
              </a:rPr>
              <a:t>Энгийн лиценз</a:t>
            </a:r>
            <a:r>
              <a:rPr lang="en-US" b="1">
                <a:latin typeface="Arial" pitchFamily="34" charset="0"/>
                <a:cs typeface="Arial" pitchFamily="34" charset="0"/>
              </a:rPr>
              <a:t> </a:t>
            </a:r>
          </a:p>
          <a:p>
            <a:pPr marL="800100" lvl="1" indent="-342900"/>
            <a:r>
              <a:rPr lang="en-US">
                <a:latin typeface="Arial" pitchFamily="34" charset="0"/>
                <a:cs typeface="Arial" pitchFamily="34" charset="0"/>
              </a:rPr>
              <a:t>			</a:t>
            </a:r>
            <a:r>
              <a:rPr lang="en-US" sz="1600">
                <a:latin typeface="Arial" pitchFamily="34" charset="0"/>
                <a:cs typeface="Arial" pitchFamily="34" charset="0"/>
              </a:rPr>
              <a:t>/лиценз өгөгч нь шинэ бүтээл, бүтээгдэхүүний загвар, 			ашигтай загварыг лиценз авагчид ашиглуулахаар өгөх, 			патент, гэрчилгээгээр олгогдсон эрхээ гуравдагч этгээдэд 			нэгэн зэрэг ашиглуулах эрхтэй байна./</a:t>
            </a:r>
            <a:endParaRPr lang="mn-MN" b="1">
              <a:latin typeface="Arial" pitchFamily="34" charset="0"/>
              <a:cs typeface="Arial" pitchFamily="34" charset="0"/>
            </a:endParaRPr>
          </a:p>
          <a:p>
            <a:pPr marL="800100" lvl="1" indent="-342900">
              <a:lnSpc>
                <a:spcPct val="150000"/>
              </a:lnSpc>
              <a:buFont typeface="Wingdings" pitchFamily="2" charset="2"/>
              <a:buChar char="§"/>
            </a:pPr>
            <a:r>
              <a:rPr lang="mn-MN" b="1">
                <a:latin typeface="Arial" pitchFamily="34" charset="0"/>
                <a:cs typeface="Arial" pitchFamily="34" charset="0"/>
              </a:rPr>
              <a:t>Албадан лиценз</a:t>
            </a:r>
            <a:r>
              <a:rPr lang="en-US" b="1">
                <a:latin typeface="Arial" pitchFamily="34" charset="0"/>
                <a:cs typeface="Arial" pitchFamily="34" charset="0"/>
              </a:rPr>
              <a:t> </a:t>
            </a:r>
          </a:p>
          <a:p>
            <a:pPr marL="800100" lvl="1" indent="-342900"/>
            <a:r>
              <a:rPr lang="en-US">
                <a:latin typeface="Arial" pitchFamily="34" charset="0"/>
                <a:cs typeface="Arial" pitchFamily="34" charset="0"/>
              </a:rPr>
              <a:t>			</a:t>
            </a:r>
            <a:r>
              <a:rPr lang="en-US" sz="1600">
                <a:latin typeface="Arial" pitchFamily="34" charset="0"/>
                <a:cs typeface="Arial" pitchFamily="34" charset="0"/>
              </a:rPr>
              <a:t>/үндэсний аюулгүй байдал, батлан хамгаалах, хүн амын 			хүнсний хангамж, эрүүлийг хамгаалах зэрэг нийгмийн 			зайлшгүй хэрэгцээнд зориулан</a:t>
            </a:r>
            <a:r>
              <a:rPr lang="mn-MN" sz="1600">
                <a:latin typeface="Arial" pitchFamily="34" charset="0"/>
                <a:cs typeface="Arial" pitchFamily="34" charset="0"/>
              </a:rPr>
              <a:t>...</a:t>
            </a:r>
            <a:r>
              <a:rPr lang="en-US" sz="1600">
                <a:latin typeface="Arial" pitchFamily="34" charset="0"/>
                <a:cs typeface="Arial" pitchFamily="34" charset="0"/>
              </a:rPr>
              <a:t>/</a:t>
            </a:r>
            <a:endParaRPr lang="mn-MN" b="1">
              <a:latin typeface="Arial" pitchFamily="34" charset="0"/>
              <a:cs typeface="Arial" pitchFamily="34" charset="0"/>
            </a:endParaRPr>
          </a:p>
          <a:p>
            <a:pPr marL="1257300" lvl="2" indent="-342900">
              <a:lnSpc>
                <a:spcPct val="150000"/>
              </a:lnSpc>
              <a:buFont typeface="Wingdings" pitchFamily="2" charset="2"/>
              <a:buChar char="§"/>
            </a:pPr>
            <a:endParaRPr lang="mn-MN" b="1">
              <a:latin typeface="Arial" pitchFamily="34" charset="0"/>
              <a:cs typeface="Arial" pitchFamily="34" charset="0"/>
            </a:endParaRPr>
          </a:p>
          <a:p>
            <a:pPr marL="342900" indent="-342900" algn="ctr"/>
            <a:r>
              <a:rPr lang="en-US" sz="1400" b="1">
                <a:solidFill>
                  <a:srgbClr val="CC0000"/>
                </a:solidFill>
                <a:latin typeface="Arial" pitchFamily="34" charset="0"/>
                <a:cs typeface="Arial" pitchFamily="34" charset="0"/>
              </a:rPr>
              <a:t>Лицензийн гэрээг бичгээр үйлдэх бөгөөд Оюуны өмчийн газарт </a:t>
            </a:r>
          </a:p>
          <a:p>
            <a:pPr marL="342900" indent="-342900" algn="ctr"/>
            <a:r>
              <a:rPr lang="en-US" sz="1400" b="1">
                <a:solidFill>
                  <a:srgbClr val="CC0000"/>
                </a:solidFill>
                <a:latin typeface="Arial" pitchFamily="34" charset="0"/>
                <a:cs typeface="Arial" pitchFamily="34" charset="0"/>
              </a:rPr>
              <a:t>бүртгүүлснээр хүчин төгөлдөр болно.</a:t>
            </a:r>
          </a:p>
        </p:txBody>
      </p:sp>
      <p:graphicFrame>
        <p:nvGraphicFramePr>
          <p:cNvPr id="151554" name="Object 2"/>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3" imgW="32961960" imgH="6570720" progId="">
                  <p:embed/>
                </p:oleObj>
              </mc:Choice>
              <mc:Fallback>
                <p:oleObj name="CorelDRAW" r:id="rId3" imgW="32961960" imgH="657072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itle 1"/>
          <p:cNvSpPr>
            <a:spLocks noGrp="1"/>
          </p:cNvSpPr>
          <p:nvPr>
            <p:ph type="title"/>
          </p:nvPr>
        </p:nvSpPr>
        <p:spPr>
          <a:xfrm>
            <a:off x="2438400" y="285728"/>
            <a:ext cx="4343400" cy="762000"/>
          </a:xfrm>
        </p:spPr>
        <p:txBody>
          <a:bodyPr>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mn-MN" sz="2400" b="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t>Аж үйлдвэрийн өмч</a:t>
            </a:r>
            <a:endParaRPr lang="en-US" sz="2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5"/>
          <p:cNvSpPr txBox="1">
            <a:spLocks noChangeArrowheads="1"/>
          </p:cNvSpPr>
          <p:nvPr/>
        </p:nvSpPr>
        <p:spPr bwMode="auto">
          <a:xfrm>
            <a:off x="6010655" y="1304496"/>
            <a:ext cx="1847493" cy="338554"/>
          </a:xfrm>
          <a:prstGeom prst="rect">
            <a:avLst/>
          </a:prstGeom>
          <a:noFill/>
          <a:ln w="9525">
            <a:noFill/>
            <a:miter lim="800000"/>
            <a:headEnd/>
            <a:tailEnd/>
          </a:ln>
          <a:effectLst/>
        </p:spPr>
        <p:txBody>
          <a:bodyPr wrap="none">
            <a:spAutoFit/>
          </a:bodyPr>
          <a:lstStyle/>
          <a:p>
            <a:r>
              <a:rPr lang="mn-MN" sz="1600" b="1" dirty="0">
                <a:solidFill>
                  <a:srgbClr val="2D18AC"/>
                </a:solidFill>
                <a:latin typeface="Arial" pitchFamily="34" charset="0"/>
                <a:cs typeface="Arial" pitchFamily="34" charset="0"/>
              </a:rPr>
              <a:t>Барааны тэмдэг</a:t>
            </a:r>
            <a:endParaRPr lang="ru-RU" sz="1600" b="1" dirty="0">
              <a:solidFill>
                <a:srgbClr val="2D18AC"/>
              </a:solidFill>
              <a:latin typeface="Arial" pitchFamily="34" charset="0"/>
              <a:cs typeface="Arial" pitchFamily="34" charset="0"/>
            </a:endParaRPr>
          </a:p>
        </p:txBody>
      </p:sp>
      <p:sp>
        <p:nvSpPr>
          <p:cNvPr id="8" name="Text Box 16"/>
          <p:cNvSpPr txBox="1">
            <a:spLocks noChangeArrowheads="1"/>
          </p:cNvSpPr>
          <p:nvPr/>
        </p:nvSpPr>
        <p:spPr bwMode="auto">
          <a:xfrm>
            <a:off x="2743200" y="928670"/>
            <a:ext cx="2529988" cy="338554"/>
          </a:xfrm>
          <a:prstGeom prst="rect">
            <a:avLst/>
          </a:prstGeom>
          <a:noFill/>
          <a:ln w="9525">
            <a:noFill/>
            <a:miter lim="800000"/>
            <a:headEnd/>
            <a:tailEnd/>
          </a:ln>
          <a:effectLst/>
        </p:spPr>
        <p:txBody>
          <a:bodyPr wrap="none">
            <a:spAutoFit/>
          </a:bodyPr>
          <a:lstStyle/>
          <a:p>
            <a:r>
              <a:rPr lang="mn-MN" sz="1600" b="1" dirty="0">
                <a:solidFill>
                  <a:srgbClr val="2D18AC"/>
                </a:solidFill>
                <a:latin typeface="Arial" pitchFamily="34" charset="0"/>
                <a:cs typeface="Arial" pitchFamily="34" charset="0"/>
              </a:rPr>
              <a:t>Бүтээгдэхүүний загвар</a:t>
            </a:r>
            <a:endParaRPr lang="ru-RU" sz="1600" b="1" dirty="0">
              <a:solidFill>
                <a:srgbClr val="2D18AC"/>
              </a:solidFill>
              <a:latin typeface="Arial" pitchFamily="34" charset="0"/>
              <a:cs typeface="Arial" pitchFamily="34" charset="0"/>
            </a:endParaRPr>
          </a:p>
        </p:txBody>
      </p:sp>
      <p:sp>
        <p:nvSpPr>
          <p:cNvPr id="9" name="Line 10"/>
          <p:cNvSpPr>
            <a:spLocks noChangeShapeType="1"/>
          </p:cNvSpPr>
          <p:nvPr/>
        </p:nvSpPr>
        <p:spPr bwMode="auto">
          <a:xfrm>
            <a:off x="4857752" y="3714753"/>
            <a:ext cx="1143008" cy="1571636"/>
          </a:xfrm>
          <a:prstGeom prst="line">
            <a:avLst/>
          </a:prstGeom>
          <a:noFill/>
          <a:ln w="9525">
            <a:solidFill>
              <a:schemeClr val="tx1"/>
            </a:solidFill>
            <a:round/>
            <a:headEnd/>
            <a:tailEnd type="triangle" w="med" len="med"/>
          </a:ln>
          <a:effectLst/>
        </p:spPr>
        <p:txBody>
          <a:bodyPr/>
          <a:lstStyle/>
          <a:p>
            <a:endParaRPr lang="en-US" sz="1400" b="1">
              <a:latin typeface="Arial" pitchFamily="34" charset="0"/>
              <a:cs typeface="Arial" pitchFamily="34" charset="0"/>
            </a:endParaRPr>
          </a:p>
        </p:txBody>
      </p:sp>
      <p:sp>
        <p:nvSpPr>
          <p:cNvPr id="10" name="Text Box 18"/>
          <p:cNvSpPr txBox="1">
            <a:spLocks noChangeArrowheads="1"/>
          </p:cNvSpPr>
          <p:nvPr/>
        </p:nvSpPr>
        <p:spPr bwMode="auto">
          <a:xfrm>
            <a:off x="6072198" y="5286388"/>
            <a:ext cx="1506823" cy="338554"/>
          </a:xfrm>
          <a:prstGeom prst="rect">
            <a:avLst/>
          </a:prstGeom>
          <a:noFill/>
          <a:ln w="9525">
            <a:noFill/>
            <a:miter lim="800000"/>
            <a:headEnd/>
            <a:tailEnd/>
          </a:ln>
          <a:effectLst/>
        </p:spPr>
        <p:txBody>
          <a:bodyPr wrap="none">
            <a:spAutoFit/>
          </a:bodyPr>
          <a:lstStyle/>
          <a:p>
            <a:r>
              <a:rPr lang="mn-MN" sz="1600" b="1">
                <a:solidFill>
                  <a:srgbClr val="2D18AC"/>
                </a:solidFill>
                <a:latin typeface="Arial" pitchFamily="34" charset="0"/>
                <a:cs typeface="Arial" pitchFamily="34" charset="0"/>
              </a:rPr>
              <a:t>Шинэ бүтээл</a:t>
            </a:r>
            <a:endParaRPr lang="ru-RU" sz="1600" b="1">
              <a:solidFill>
                <a:srgbClr val="2D18AC"/>
              </a:solidFill>
              <a:latin typeface="Arial" pitchFamily="34" charset="0"/>
              <a:cs typeface="Arial" pitchFamily="34" charset="0"/>
            </a:endParaRPr>
          </a:p>
        </p:txBody>
      </p:sp>
      <p:sp>
        <p:nvSpPr>
          <p:cNvPr id="11" name="Line 9"/>
          <p:cNvSpPr>
            <a:spLocks noChangeShapeType="1"/>
          </p:cNvSpPr>
          <p:nvPr/>
        </p:nvSpPr>
        <p:spPr bwMode="auto">
          <a:xfrm flipH="1">
            <a:off x="1928794" y="5000636"/>
            <a:ext cx="223838" cy="428628"/>
          </a:xfrm>
          <a:prstGeom prst="line">
            <a:avLst/>
          </a:prstGeom>
          <a:noFill/>
          <a:ln w="9525">
            <a:solidFill>
              <a:schemeClr val="tx1"/>
            </a:solidFill>
            <a:round/>
            <a:headEnd/>
            <a:tailEnd type="triangle" w="med" len="med"/>
          </a:ln>
          <a:effectLst/>
        </p:spPr>
        <p:txBody>
          <a:bodyPr/>
          <a:lstStyle/>
          <a:p>
            <a:endParaRPr lang="en-US"/>
          </a:p>
        </p:txBody>
      </p:sp>
      <p:sp>
        <p:nvSpPr>
          <p:cNvPr id="12" name="Text Box 17"/>
          <p:cNvSpPr txBox="1">
            <a:spLocks noChangeArrowheads="1"/>
          </p:cNvSpPr>
          <p:nvPr/>
        </p:nvSpPr>
        <p:spPr bwMode="auto">
          <a:xfrm>
            <a:off x="1714480" y="5500702"/>
            <a:ext cx="1786258" cy="338554"/>
          </a:xfrm>
          <a:prstGeom prst="rect">
            <a:avLst/>
          </a:prstGeom>
          <a:noFill/>
          <a:ln w="9525">
            <a:noFill/>
            <a:miter lim="800000"/>
            <a:headEnd/>
            <a:tailEnd/>
          </a:ln>
          <a:effectLst/>
        </p:spPr>
        <p:txBody>
          <a:bodyPr wrap="none">
            <a:spAutoFit/>
          </a:bodyPr>
          <a:lstStyle/>
          <a:p>
            <a:r>
              <a:rPr lang="mn-MN" sz="1600" b="1">
                <a:solidFill>
                  <a:srgbClr val="2D18AC"/>
                </a:solidFill>
                <a:latin typeface="Arial" pitchFamily="34" charset="0"/>
                <a:cs typeface="Arial" pitchFamily="34" charset="0"/>
              </a:rPr>
              <a:t>Зохиогчийн эрх</a:t>
            </a:r>
            <a:endParaRPr lang="ru-RU" sz="1600" b="1">
              <a:solidFill>
                <a:srgbClr val="2D18AC"/>
              </a:solidFill>
              <a:latin typeface="Arial" pitchFamily="34" charset="0"/>
              <a:cs typeface="Arial" pitchFamily="34" charset="0"/>
            </a:endParaRPr>
          </a:p>
        </p:txBody>
      </p:sp>
      <p:sp>
        <p:nvSpPr>
          <p:cNvPr id="13" name="Rectangle 12"/>
          <p:cNvSpPr/>
          <p:nvPr/>
        </p:nvSpPr>
        <p:spPr>
          <a:xfrm>
            <a:off x="3000364" y="214290"/>
            <a:ext cx="3124200" cy="523220"/>
          </a:xfrm>
          <a:prstGeom prst="rect">
            <a:avLst/>
          </a:prstGeom>
        </p:spPr>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mn-MN"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t>Оюуны өмч</a:t>
            </a:r>
            <a:endParaRPr lang="en-US"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endParaRPr>
          </a:p>
        </p:txBody>
      </p:sp>
      <p:pic>
        <p:nvPicPr>
          <p:cNvPr id="5122" name="Picture 2" descr="Samsung I9500 Galaxy S4"/>
          <p:cNvPicPr>
            <a:picLocks noChangeAspect="1" noChangeArrowheads="1"/>
          </p:cNvPicPr>
          <p:nvPr/>
        </p:nvPicPr>
        <p:blipFill>
          <a:blip r:embed="rId3" cstate="print"/>
          <a:srcRect/>
          <a:stretch>
            <a:fillRect/>
          </a:stretch>
        </p:blipFill>
        <p:spPr bwMode="auto">
          <a:xfrm>
            <a:off x="1066800" y="1714488"/>
            <a:ext cx="3933828" cy="3343755"/>
          </a:xfrm>
          <a:prstGeom prst="rect">
            <a:avLst/>
          </a:prstGeom>
          <a:ln>
            <a:noFill/>
          </a:ln>
          <a:effectLst>
            <a:outerShdw blurRad="292100" dist="139700" dir="2700000" algn="tl" rotWithShape="0">
              <a:srgbClr val="333333">
                <a:alpha val="65000"/>
              </a:srgbClr>
            </a:outerShdw>
          </a:effectLst>
        </p:spPr>
      </p:pic>
      <p:sp>
        <p:nvSpPr>
          <p:cNvPr id="5" name="Line 7"/>
          <p:cNvSpPr>
            <a:spLocks noChangeShapeType="1"/>
          </p:cNvSpPr>
          <p:nvPr/>
        </p:nvSpPr>
        <p:spPr bwMode="auto">
          <a:xfrm flipV="1">
            <a:off x="4071934" y="1928802"/>
            <a:ext cx="2057400" cy="762000"/>
          </a:xfrm>
          <a:prstGeom prst="line">
            <a:avLst/>
          </a:prstGeom>
          <a:ln>
            <a:headEnd/>
            <a:tailEnd type="triangle" w="med" len="med"/>
          </a:ln>
        </p:spPr>
        <p:style>
          <a:lnRef idx="1">
            <a:schemeClr val="accent2"/>
          </a:lnRef>
          <a:fillRef idx="0">
            <a:schemeClr val="accent2"/>
          </a:fillRef>
          <a:effectRef idx="0">
            <a:schemeClr val="accent2"/>
          </a:effectRef>
          <a:fontRef idx="minor">
            <a:schemeClr val="tx1"/>
          </a:fontRef>
        </p:style>
        <p:txBody>
          <a:bodyPr/>
          <a:lstStyle/>
          <a:p>
            <a:endParaRPr lang="en-US"/>
          </a:p>
        </p:txBody>
      </p:sp>
      <p:sp>
        <p:nvSpPr>
          <p:cNvPr id="7" name="Line 8"/>
          <p:cNvSpPr>
            <a:spLocks noChangeShapeType="1"/>
          </p:cNvSpPr>
          <p:nvPr/>
        </p:nvSpPr>
        <p:spPr bwMode="auto">
          <a:xfrm flipV="1">
            <a:off x="3857620" y="1285860"/>
            <a:ext cx="169862" cy="609600"/>
          </a:xfrm>
          <a:prstGeom prst="line">
            <a:avLst/>
          </a:prstGeom>
          <a:noFill/>
          <a:ln w="9525">
            <a:solidFill>
              <a:schemeClr val="tx1"/>
            </a:solidFill>
            <a:round/>
            <a:headEnd/>
            <a:tailEnd type="triangle" w="med" len="med"/>
          </a:ln>
          <a:effectLst/>
        </p:spPr>
        <p:txBody>
          <a:bodyPr/>
          <a:lstStyle/>
          <a:p>
            <a:endParaRPr lang="en-US" sz="1400" b="1">
              <a:latin typeface="Arial" pitchFamily="34" charset="0"/>
              <a:cs typeface="Arial" pitchFamily="34" charset="0"/>
            </a:endParaRPr>
          </a:p>
        </p:txBody>
      </p:sp>
      <p:pic>
        <p:nvPicPr>
          <p:cNvPr id="5124" name="Picture 4" descr="http://t2.gstatic.com/images?q=tbn:ANd9GcRXemRkSOEogXWSeB-nVtr2IznIgYXiZ_WUlzDF2Kj8BqK5DFh6cQ"/>
          <p:cNvPicPr>
            <a:picLocks noChangeAspect="1" noChangeArrowheads="1"/>
          </p:cNvPicPr>
          <p:nvPr/>
        </p:nvPicPr>
        <p:blipFill>
          <a:blip r:embed="rId4" cstate="print"/>
          <a:srcRect/>
          <a:stretch>
            <a:fillRect/>
          </a:stretch>
        </p:blipFill>
        <p:spPr bwMode="auto">
          <a:xfrm>
            <a:off x="6286512" y="1785926"/>
            <a:ext cx="1143008" cy="448637"/>
          </a:xfrm>
          <a:prstGeom prst="rect">
            <a:avLst/>
          </a:prstGeom>
          <a:ln>
            <a:noFill/>
          </a:ln>
          <a:effectLst>
            <a:outerShdw blurRad="292100" dist="139700" dir="2700000" algn="tl" rotWithShape="0">
              <a:srgbClr val="333333">
                <a:alpha val="65000"/>
              </a:srgbClr>
            </a:outerShdw>
          </a:effectLst>
        </p:spPr>
      </p:pic>
      <p:graphicFrame>
        <p:nvGraphicFramePr>
          <p:cNvPr id="169986" name="Object 2"/>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5" imgW="32961960" imgH="6570720" progId="">
                  <p:embed/>
                </p:oleObj>
              </mc:Choice>
              <mc:Fallback>
                <p:oleObj name="CorelDRAW" r:id="rId5" imgW="32961960" imgH="6570720" progId="">
                  <p:embed/>
                  <p:pic>
                    <p:nvPicPr>
                      <p:cNvPr id="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1500166" y="565473"/>
          <a:ext cx="6286544" cy="5078105"/>
        </p:xfrm>
        <a:graphic>
          <a:graphicData uri="http://schemas.openxmlformats.org/drawingml/2006/table">
            <a:tbl>
              <a:tblPr firstRow="1" bandRow="1">
                <a:tableStyleId>{B301B821-A1FF-4177-AEE7-76D212191A09}</a:tableStyleId>
              </a:tblPr>
              <a:tblGrid>
                <a:gridCol w="445365">
                  <a:extLst>
                    <a:ext uri="{9D8B030D-6E8A-4147-A177-3AD203B41FA5}">
                      <a16:colId xmlns:a16="http://schemas.microsoft.com/office/drawing/2014/main" val="20000"/>
                    </a:ext>
                  </a:extLst>
                </a:gridCol>
                <a:gridCol w="444110">
                  <a:extLst>
                    <a:ext uri="{9D8B030D-6E8A-4147-A177-3AD203B41FA5}">
                      <a16:colId xmlns:a16="http://schemas.microsoft.com/office/drawing/2014/main" val="20001"/>
                    </a:ext>
                  </a:extLst>
                </a:gridCol>
                <a:gridCol w="2657762">
                  <a:extLst>
                    <a:ext uri="{9D8B030D-6E8A-4147-A177-3AD203B41FA5}">
                      <a16:colId xmlns:a16="http://schemas.microsoft.com/office/drawing/2014/main" val="20002"/>
                    </a:ext>
                  </a:extLst>
                </a:gridCol>
                <a:gridCol w="533182">
                  <a:extLst>
                    <a:ext uri="{9D8B030D-6E8A-4147-A177-3AD203B41FA5}">
                      <a16:colId xmlns:a16="http://schemas.microsoft.com/office/drawing/2014/main" val="20003"/>
                    </a:ext>
                  </a:extLst>
                </a:gridCol>
                <a:gridCol w="1333586">
                  <a:extLst>
                    <a:ext uri="{9D8B030D-6E8A-4147-A177-3AD203B41FA5}">
                      <a16:colId xmlns:a16="http://schemas.microsoft.com/office/drawing/2014/main" val="20004"/>
                    </a:ext>
                  </a:extLst>
                </a:gridCol>
                <a:gridCol w="872539">
                  <a:extLst>
                    <a:ext uri="{9D8B030D-6E8A-4147-A177-3AD203B41FA5}">
                      <a16:colId xmlns:a16="http://schemas.microsoft.com/office/drawing/2014/main" val="20005"/>
                    </a:ext>
                  </a:extLst>
                </a:gridCol>
              </a:tblGrid>
              <a:tr h="337894">
                <a:tc gridSpan="6">
                  <a:txBody>
                    <a:bodyPr/>
                    <a:lstStyle/>
                    <a:p>
                      <a:pPr algn="ctr">
                        <a:lnSpc>
                          <a:spcPct val="115000"/>
                        </a:lnSpc>
                        <a:spcAft>
                          <a:spcPts val="0"/>
                        </a:spcAft>
                      </a:pPr>
                      <a:r>
                        <a:rPr lang="mn-MN" sz="1400">
                          <a:latin typeface="Arial" pitchFamily="34" charset="0"/>
                          <a:cs typeface="Arial" pitchFamily="34" charset="0"/>
                        </a:rPr>
                        <a:t>ШИНЭ БҮТЭЭЛ</a:t>
                      </a:r>
                      <a:endParaRPr lang="en-US" sz="1400" b="1">
                        <a:solidFill>
                          <a:srgbClr val="2D18AC"/>
                        </a:solidFill>
                        <a:latin typeface="Arial" pitchFamily="34" charset="0"/>
                        <a:ea typeface="Calibri"/>
                        <a:cs typeface="Arial" pitchFamily="34" charset="0"/>
                      </a:endParaRPr>
                    </a:p>
                  </a:txBody>
                  <a:tcPr marL="55428" marR="55428"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55581">
                <a:tc>
                  <a:txBody>
                    <a:bodyPr/>
                    <a:lstStyle/>
                    <a:p>
                      <a:pPr algn="ctr">
                        <a:lnSpc>
                          <a:spcPct val="115000"/>
                        </a:lnSpc>
                        <a:spcAft>
                          <a:spcPts val="0"/>
                        </a:spcAft>
                      </a:pPr>
                      <a:r>
                        <a:rPr lang="en-US" sz="1100">
                          <a:latin typeface="Arial" pitchFamily="34" charset="0"/>
                          <a:cs typeface="Arial" pitchFamily="34" charset="0"/>
                        </a:rPr>
                        <a:t>102</a:t>
                      </a:r>
                      <a:endParaRPr lang="en-US" sz="1100" b="1">
                        <a:latin typeface="Arial" pitchFamily="34" charset="0"/>
                        <a:ea typeface="Calibri"/>
                        <a:cs typeface="Arial" pitchFamily="34" charset="0"/>
                      </a:endParaRPr>
                    </a:p>
                  </a:txBody>
                  <a:tcPr marL="55428" marR="55428" marT="0" marB="0" anchor="ctr"/>
                </a:tc>
                <a:tc>
                  <a:txBody>
                    <a:bodyPr/>
                    <a:lstStyle/>
                    <a:p>
                      <a:pPr algn="ctr">
                        <a:lnSpc>
                          <a:spcPct val="115000"/>
                        </a:lnSpc>
                        <a:spcAft>
                          <a:spcPts val="0"/>
                        </a:spcAft>
                      </a:pPr>
                      <a:r>
                        <a:rPr lang="en-US" sz="1100">
                          <a:latin typeface="Arial" pitchFamily="34" charset="0"/>
                          <a:cs typeface="Arial" pitchFamily="34" charset="0"/>
                        </a:rPr>
                        <a:t>102</a:t>
                      </a:r>
                      <a:endParaRPr lang="en-US" sz="1100" b="1">
                        <a:latin typeface="Arial" pitchFamily="34" charset="0"/>
                        <a:ea typeface="Calibri"/>
                        <a:cs typeface="Arial" pitchFamily="34" charset="0"/>
                      </a:endParaRPr>
                    </a:p>
                  </a:txBody>
                  <a:tcPr marL="55428" marR="55428" marT="0" marB="0" anchor="ctr"/>
                </a:tc>
                <a:tc>
                  <a:txBody>
                    <a:bodyPr/>
                    <a:lstStyle/>
                    <a:p>
                      <a:pPr>
                        <a:lnSpc>
                          <a:spcPct val="115000"/>
                        </a:lnSpc>
                        <a:spcAft>
                          <a:spcPts val="0"/>
                        </a:spcAft>
                      </a:pPr>
                      <a:r>
                        <a:rPr lang="en-US" sz="1200">
                          <a:latin typeface="Arial" pitchFamily="34" charset="0"/>
                          <a:cs typeface="Arial" pitchFamily="34" charset="0"/>
                        </a:rPr>
                        <a:t>Хот хоорондын автомат телефон холбоо-1</a:t>
                      </a:r>
                      <a:endParaRPr lang="en-US" sz="1200" b="1">
                        <a:solidFill>
                          <a:srgbClr val="CC0000"/>
                        </a:solidFill>
                        <a:latin typeface="Arial" pitchFamily="34" charset="0"/>
                        <a:ea typeface="Calibri"/>
                        <a:cs typeface="Arial" pitchFamily="34" charset="0"/>
                      </a:endParaRPr>
                    </a:p>
                  </a:txBody>
                  <a:tcPr marL="55428" marR="55428" marT="0" marB="0" anchor="ctr"/>
                </a:tc>
                <a:tc>
                  <a:txBody>
                    <a:bodyPr/>
                    <a:lstStyle/>
                    <a:p>
                      <a:pPr algn="ctr">
                        <a:lnSpc>
                          <a:spcPct val="115000"/>
                        </a:lnSpc>
                        <a:spcAft>
                          <a:spcPts val="0"/>
                        </a:spcAft>
                      </a:pPr>
                      <a:r>
                        <a:rPr lang="en-US" sz="1200">
                          <a:latin typeface="Arial" pitchFamily="34" charset="0"/>
                          <a:cs typeface="Arial" pitchFamily="34" charset="0"/>
                        </a:rPr>
                        <a:t>N/A</a:t>
                      </a:r>
                      <a:endParaRPr lang="en-US" sz="1200" b="1">
                        <a:latin typeface="Arial" pitchFamily="34" charset="0"/>
                        <a:ea typeface="Calibri"/>
                        <a:cs typeface="Arial" pitchFamily="34" charset="0"/>
                      </a:endParaRPr>
                    </a:p>
                  </a:txBody>
                  <a:tcPr marL="55428" marR="55428" marT="0" marB="0" anchor="ctr"/>
                </a:tc>
                <a:tc>
                  <a:txBody>
                    <a:bodyPr/>
                    <a:lstStyle/>
                    <a:p>
                      <a:pPr>
                        <a:lnSpc>
                          <a:spcPct val="115000"/>
                        </a:lnSpc>
                        <a:spcAft>
                          <a:spcPts val="0"/>
                        </a:spcAft>
                      </a:pPr>
                      <a:r>
                        <a:rPr lang="en-US" sz="1200">
                          <a:latin typeface="Arial" pitchFamily="34" charset="0"/>
                          <a:cs typeface="Arial" pitchFamily="34" charset="0"/>
                        </a:rPr>
                        <a:t> Н.Нансалжав</a:t>
                      </a:r>
                      <a:endParaRPr lang="en-US" sz="1200" b="1">
                        <a:latin typeface="Arial" pitchFamily="34" charset="0"/>
                        <a:ea typeface="Calibri"/>
                        <a:cs typeface="Arial" pitchFamily="34" charset="0"/>
                      </a:endParaRPr>
                    </a:p>
                  </a:txBody>
                  <a:tcPr marL="55428" marR="55428" marT="0" marB="0" anchor="ctr"/>
                </a:tc>
                <a:tc>
                  <a:txBody>
                    <a:bodyPr/>
                    <a:lstStyle/>
                    <a:p>
                      <a:pPr>
                        <a:lnSpc>
                          <a:spcPct val="115000"/>
                        </a:lnSpc>
                        <a:spcAft>
                          <a:spcPts val="0"/>
                        </a:spcAft>
                      </a:pPr>
                      <a:r>
                        <a:rPr lang="mn-MN" sz="1200">
                          <a:latin typeface="Arial" pitchFamily="34" charset="0"/>
                          <a:cs typeface="Arial" pitchFamily="34" charset="0"/>
                        </a:rPr>
                        <a:t>19</a:t>
                      </a:r>
                      <a:r>
                        <a:rPr lang="en-US" sz="1200">
                          <a:latin typeface="Arial" pitchFamily="34" charset="0"/>
                          <a:cs typeface="Arial" pitchFamily="34" charset="0"/>
                        </a:rPr>
                        <a:t>76/04/20</a:t>
                      </a:r>
                      <a:endParaRPr lang="en-US" sz="1200" b="1">
                        <a:latin typeface="Arial" pitchFamily="34" charset="0"/>
                        <a:ea typeface="Calibri"/>
                        <a:cs typeface="Arial" pitchFamily="34" charset="0"/>
                      </a:endParaRPr>
                    </a:p>
                  </a:txBody>
                  <a:tcPr marL="55428" marR="55428" marT="0" marB="0" anchor="ctr"/>
                </a:tc>
                <a:extLst>
                  <a:ext uri="{0D108BD9-81ED-4DB2-BD59-A6C34878D82A}">
                    <a16:rowId xmlns:a16="http://schemas.microsoft.com/office/drawing/2014/main" val="10001"/>
                  </a:ext>
                </a:extLst>
              </a:tr>
              <a:tr h="685495">
                <a:tc>
                  <a:txBody>
                    <a:bodyPr/>
                    <a:lstStyle/>
                    <a:p>
                      <a:pPr algn="ctr">
                        <a:lnSpc>
                          <a:spcPct val="115000"/>
                        </a:lnSpc>
                        <a:spcAft>
                          <a:spcPts val="0"/>
                        </a:spcAft>
                      </a:pPr>
                      <a:r>
                        <a:rPr lang="en-US" sz="1100">
                          <a:latin typeface="Arial" pitchFamily="34" charset="0"/>
                          <a:cs typeface="Arial" pitchFamily="34" charset="0"/>
                        </a:rPr>
                        <a:t>132</a:t>
                      </a:r>
                      <a:endParaRPr lang="en-US" sz="1100" b="1">
                        <a:latin typeface="Arial" pitchFamily="34" charset="0"/>
                        <a:ea typeface="Calibri"/>
                        <a:cs typeface="Arial" pitchFamily="34" charset="0"/>
                      </a:endParaRPr>
                    </a:p>
                  </a:txBody>
                  <a:tcPr marL="55428" marR="55428" marT="0" marB="0" anchor="ctr"/>
                </a:tc>
                <a:tc>
                  <a:txBody>
                    <a:bodyPr/>
                    <a:lstStyle/>
                    <a:p>
                      <a:pPr algn="ctr">
                        <a:lnSpc>
                          <a:spcPct val="115000"/>
                        </a:lnSpc>
                        <a:spcAft>
                          <a:spcPts val="0"/>
                        </a:spcAft>
                      </a:pPr>
                      <a:r>
                        <a:rPr lang="en-US" sz="1100">
                          <a:latin typeface="Arial" pitchFamily="34" charset="0"/>
                          <a:cs typeface="Arial" pitchFamily="34" charset="0"/>
                        </a:rPr>
                        <a:t>190</a:t>
                      </a:r>
                      <a:endParaRPr lang="en-US" sz="1100" b="1">
                        <a:latin typeface="Arial" pitchFamily="34" charset="0"/>
                        <a:ea typeface="Calibri"/>
                        <a:cs typeface="Arial" pitchFamily="34" charset="0"/>
                      </a:endParaRPr>
                    </a:p>
                  </a:txBody>
                  <a:tcPr marL="55428" marR="55428" marT="0" marB="0" anchor="ctr"/>
                </a:tc>
                <a:tc>
                  <a:txBody>
                    <a:bodyPr/>
                    <a:lstStyle/>
                    <a:p>
                      <a:pPr>
                        <a:lnSpc>
                          <a:spcPct val="115000"/>
                        </a:lnSpc>
                        <a:spcAft>
                          <a:spcPts val="0"/>
                        </a:spcAft>
                      </a:pPr>
                      <a:r>
                        <a:rPr lang="en-US" sz="1200">
                          <a:latin typeface="Arial" pitchFamily="34" charset="0"/>
                          <a:cs typeface="Arial" pitchFamily="34" charset="0"/>
                        </a:rPr>
                        <a:t>Нисэх онгоцны төвлөрсөн сумлалт ба зарцуулалтын автомат ажиллагааг шалгах төхөөрөмж </a:t>
                      </a:r>
                      <a:endParaRPr lang="en-US" sz="1200" b="1">
                        <a:solidFill>
                          <a:srgbClr val="CC0000"/>
                        </a:solidFill>
                        <a:latin typeface="Arial" pitchFamily="34" charset="0"/>
                        <a:ea typeface="Calibri"/>
                        <a:cs typeface="Arial" pitchFamily="34" charset="0"/>
                      </a:endParaRPr>
                    </a:p>
                  </a:txBody>
                  <a:tcPr marL="55428" marR="55428" marT="0" marB="0" anchor="ctr"/>
                </a:tc>
                <a:tc>
                  <a:txBody>
                    <a:bodyPr/>
                    <a:lstStyle/>
                    <a:p>
                      <a:pPr algn="ctr">
                        <a:lnSpc>
                          <a:spcPct val="115000"/>
                        </a:lnSpc>
                        <a:spcAft>
                          <a:spcPts val="0"/>
                        </a:spcAft>
                      </a:pPr>
                      <a:r>
                        <a:rPr lang="en-US" sz="1200">
                          <a:latin typeface="Arial" pitchFamily="34" charset="0"/>
                          <a:cs typeface="Arial" pitchFamily="34" charset="0"/>
                        </a:rPr>
                        <a:t>N/A</a:t>
                      </a:r>
                      <a:endParaRPr lang="en-US" sz="1200" b="1">
                        <a:latin typeface="Arial" pitchFamily="34" charset="0"/>
                        <a:ea typeface="Calibri"/>
                        <a:cs typeface="Arial" pitchFamily="34" charset="0"/>
                      </a:endParaRPr>
                    </a:p>
                  </a:txBody>
                  <a:tcPr marL="55428" marR="55428" marT="0" marB="0" anchor="ctr"/>
                </a:tc>
                <a:tc>
                  <a:txBody>
                    <a:bodyPr/>
                    <a:lstStyle/>
                    <a:p>
                      <a:pPr>
                        <a:lnSpc>
                          <a:spcPct val="115000"/>
                        </a:lnSpc>
                        <a:spcAft>
                          <a:spcPts val="0"/>
                        </a:spcAft>
                      </a:pPr>
                      <a:r>
                        <a:rPr lang="en-US" sz="1200">
                          <a:latin typeface="Arial" pitchFamily="34" charset="0"/>
                          <a:cs typeface="Arial" pitchFamily="34" charset="0"/>
                        </a:rPr>
                        <a:t>Ү.Жамсран, Б.Нарангэрэл</a:t>
                      </a:r>
                      <a:endParaRPr lang="en-US" sz="1200" b="1">
                        <a:latin typeface="Arial" pitchFamily="34" charset="0"/>
                        <a:ea typeface="Calibri"/>
                        <a:cs typeface="Arial" pitchFamily="34" charset="0"/>
                      </a:endParaRPr>
                    </a:p>
                  </a:txBody>
                  <a:tcPr marL="55428" marR="55428" marT="0" marB="0" anchor="ctr"/>
                </a:tc>
                <a:tc>
                  <a:txBody>
                    <a:bodyPr/>
                    <a:lstStyle/>
                    <a:p>
                      <a:pPr>
                        <a:lnSpc>
                          <a:spcPct val="115000"/>
                        </a:lnSpc>
                        <a:spcAft>
                          <a:spcPts val="0"/>
                        </a:spcAft>
                      </a:pPr>
                      <a:r>
                        <a:rPr lang="mn-MN" sz="1200">
                          <a:latin typeface="Arial" pitchFamily="34" charset="0"/>
                          <a:cs typeface="Arial" pitchFamily="34" charset="0"/>
                        </a:rPr>
                        <a:t>19</a:t>
                      </a:r>
                      <a:r>
                        <a:rPr lang="en-US" sz="1200">
                          <a:latin typeface="Arial" pitchFamily="34" charset="0"/>
                          <a:cs typeface="Arial" pitchFamily="34" charset="0"/>
                        </a:rPr>
                        <a:t>77/12/20</a:t>
                      </a:r>
                      <a:endParaRPr lang="en-US" sz="1200" b="1">
                        <a:latin typeface="Arial" pitchFamily="34" charset="0"/>
                        <a:ea typeface="Calibri"/>
                        <a:cs typeface="Arial" pitchFamily="34" charset="0"/>
                      </a:endParaRPr>
                    </a:p>
                  </a:txBody>
                  <a:tcPr marL="55428" marR="55428" marT="0" marB="0" anchor="ctr"/>
                </a:tc>
                <a:extLst>
                  <a:ext uri="{0D108BD9-81ED-4DB2-BD59-A6C34878D82A}">
                    <a16:rowId xmlns:a16="http://schemas.microsoft.com/office/drawing/2014/main" val="10002"/>
                  </a:ext>
                </a:extLst>
              </a:tr>
              <a:tr h="745772">
                <a:tc>
                  <a:txBody>
                    <a:bodyPr/>
                    <a:lstStyle/>
                    <a:p>
                      <a:pPr algn="ctr">
                        <a:lnSpc>
                          <a:spcPct val="115000"/>
                        </a:lnSpc>
                        <a:spcAft>
                          <a:spcPts val="0"/>
                        </a:spcAft>
                      </a:pPr>
                      <a:r>
                        <a:rPr lang="en-US" sz="1100">
                          <a:latin typeface="Arial" pitchFamily="34" charset="0"/>
                          <a:cs typeface="Arial" pitchFamily="34" charset="0"/>
                        </a:rPr>
                        <a:t>148</a:t>
                      </a:r>
                      <a:endParaRPr lang="en-US" sz="1100" b="1">
                        <a:latin typeface="Arial" pitchFamily="34" charset="0"/>
                        <a:ea typeface="Calibri"/>
                        <a:cs typeface="Arial" pitchFamily="34" charset="0"/>
                      </a:endParaRPr>
                    </a:p>
                  </a:txBody>
                  <a:tcPr marL="55428" marR="55428" marT="0" marB="0" anchor="ctr"/>
                </a:tc>
                <a:tc>
                  <a:txBody>
                    <a:bodyPr/>
                    <a:lstStyle/>
                    <a:p>
                      <a:pPr algn="ctr">
                        <a:lnSpc>
                          <a:spcPct val="115000"/>
                        </a:lnSpc>
                        <a:spcAft>
                          <a:spcPts val="0"/>
                        </a:spcAft>
                      </a:pPr>
                      <a:r>
                        <a:rPr lang="en-US" sz="1100">
                          <a:latin typeface="Arial" pitchFamily="34" charset="0"/>
                          <a:cs typeface="Arial" pitchFamily="34" charset="0"/>
                        </a:rPr>
                        <a:t>165</a:t>
                      </a:r>
                      <a:endParaRPr lang="en-US" sz="1100" b="1">
                        <a:latin typeface="Arial" pitchFamily="34" charset="0"/>
                        <a:ea typeface="Calibri"/>
                        <a:cs typeface="Arial" pitchFamily="34" charset="0"/>
                      </a:endParaRPr>
                    </a:p>
                  </a:txBody>
                  <a:tcPr marL="55428" marR="55428" marT="0" marB="0" anchor="ctr"/>
                </a:tc>
                <a:tc>
                  <a:txBody>
                    <a:bodyPr/>
                    <a:lstStyle/>
                    <a:p>
                      <a:pPr>
                        <a:lnSpc>
                          <a:spcPct val="115000"/>
                        </a:lnSpc>
                        <a:spcAft>
                          <a:spcPts val="0"/>
                        </a:spcAft>
                      </a:pPr>
                      <a:r>
                        <a:rPr lang="en-US" sz="1200">
                          <a:latin typeface="Arial" pitchFamily="34" charset="0"/>
                          <a:cs typeface="Arial" pitchFamily="34" charset="0"/>
                        </a:rPr>
                        <a:t>Цахилгаан холбоо үүсгэж 2-оос доошгүй салаа утасыг автоматаар залгах авалцуурт оруулсан сайжруулалт</a:t>
                      </a:r>
                      <a:endParaRPr lang="en-US" sz="1200" b="1">
                        <a:solidFill>
                          <a:srgbClr val="CC0000"/>
                        </a:solidFill>
                        <a:latin typeface="Arial" pitchFamily="34" charset="0"/>
                        <a:ea typeface="Calibri"/>
                        <a:cs typeface="Arial" pitchFamily="34" charset="0"/>
                      </a:endParaRPr>
                    </a:p>
                  </a:txBody>
                  <a:tcPr marL="55428" marR="55428" marT="0" marB="0" anchor="ctr"/>
                </a:tc>
                <a:tc>
                  <a:txBody>
                    <a:bodyPr/>
                    <a:lstStyle/>
                    <a:p>
                      <a:endParaRPr lang="en-US" sz="1200" b="1">
                        <a:latin typeface="Arial" pitchFamily="34" charset="0"/>
                        <a:ea typeface="Times New Roman"/>
                        <a:cs typeface="Arial" pitchFamily="34" charset="0"/>
                      </a:endParaRPr>
                    </a:p>
                  </a:txBody>
                  <a:tcPr marL="55428" marR="55428" marT="0" marB="0" anchor="ctr"/>
                </a:tc>
                <a:tc>
                  <a:txBody>
                    <a:bodyPr/>
                    <a:lstStyle/>
                    <a:p>
                      <a:pPr>
                        <a:lnSpc>
                          <a:spcPct val="115000"/>
                        </a:lnSpc>
                        <a:spcAft>
                          <a:spcPts val="0"/>
                        </a:spcAft>
                      </a:pPr>
                      <a:r>
                        <a:rPr lang="en-US" sz="1200">
                          <a:latin typeface="Arial" pitchFamily="34" charset="0"/>
                          <a:cs typeface="Arial" pitchFamily="34" charset="0"/>
                        </a:rPr>
                        <a:t>Жак Луи, Камин Локрада</a:t>
                      </a:r>
                      <a:endParaRPr lang="en-US" sz="1200" b="1">
                        <a:latin typeface="Arial" pitchFamily="34" charset="0"/>
                        <a:ea typeface="Calibri"/>
                        <a:cs typeface="Arial" pitchFamily="34" charset="0"/>
                      </a:endParaRPr>
                    </a:p>
                  </a:txBody>
                  <a:tcPr marL="55428" marR="55428" marT="0" marB="0" anchor="ctr"/>
                </a:tc>
                <a:tc>
                  <a:txBody>
                    <a:bodyPr/>
                    <a:lstStyle/>
                    <a:p>
                      <a:pPr>
                        <a:lnSpc>
                          <a:spcPct val="115000"/>
                        </a:lnSpc>
                        <a:spcAft>
                          <a:spcPts val="0"/>
                        </a:spcAft>
                      </a:pPr>
                      <a:r>
                        <a:rPr lang="mn-MN" sz="1200">
                          <a:latin typeface="Arial" pitchFamily="34" charset="0"/>
                          <a:cs typeface="Arial" pitchFamily="34" charset="0"/>
                        </a:rPr>
                        <a:t>19</a:t>
                      </a:r>
                      <a:r>
                        <a:rPr lang="en-US" sz="1200">
                          <a:latin typeface="Arial" pitchFamily="34" charset="0"/>
                          <a:cs typeface="Arial" pitchFamily="34" charset="0"/>
                        </a:rPr>
                        <a:t>77/06/16</a:t>
                      </a:r>
                      <a:endParaRPr lang="en-US" sz="1200" b="1">
                        <a:latin typeface="Arial" pitchFamily="34" charset="0"/>
                        <a:ea typeface="Calibri"/>
                        <a:cs typeface="Arial" pitchFamily="34" charset="0"/>
                      </a:endParaRPr>
                    </a:p>
                  </a:txBody>
                  <a:tcPr marL="55428" marR="55428" marT="0" marB="0" anchor="ctr"/>
                </a:tc>
                <a:extLst>
                  <a:ext uri="{0D108BD9-81ED-4DB2-BD59-A6C34878D82A}">
                    <a16:rowId xmlns:a16="http://schemas.microsoft.com/office/drawing/2014/main" val="10003"/>
                  </a:ext>
                </a:extLst>
              </a:tr>
              <a:tr h="559329">
                <a:tc>
                  <a:txBody>
                    <a:bodyPr/>
                    <a:lstStyle/>
                    <a:p>
                      <a:pPr algn="ctr">
                        <a:lnSpc>
                          <a:spcPct val="115000"/>
                        </a:lnSpc>
                        <a:spcAft>
                          <a:spcPts val="0"/>
                        </a:spcAft>
                      </a:pPr>
                      <a:r>
                        <a:rPr lang="en-US" sz="1100">
                          <a:latin typeface="Arial" pitchFamily="34" charset="0"/>
                          <a:cs typeface="Arial" pitchFamily="34" charset="0"/>
                        </a:rPr>
                        <a:t>197</a:t>
                      </a:r>
                      <a:endParaRPr lang="en-US" sz="1100" b="1">
                        <a:latin typeface="Arial" pitchFamily="34" charset="0"/>
                        <a:ea typeface="Calibri"/>
                        <a:cs typeface="Arial" pitchFamily="34" charset="0"/>
                      </a:endParaRPr>
                    </a:p>
                  </a:txBody>
                  <a:tcPr marL="55428" marR="55428" marT="0" marB="0" anchor="ctr"/>
                </a:tc>
                <a:tc>
                  <a:txBody>
                    <a:bodyPr/>
                    <a:lstStyle/>
                    <a:p>
                      <a:pPr algn="ctr">
                        <a:lnSpc>
                          <a:spcPct val="115000"/>
                        </a:lnSpc>
                        <a:spcAft>
                          <a:spcPts val="0"/>
                        </a:spcAft>
                      </a:pPr>
                      <a:r>
                        <a:rPr lang="en-US" sz="1100">
                          <a:latin typeface="Arial" pitchFamily="34" charset="0"/>
                          <a:cs typeface="Arial" pitchFamily="34" charset="0"/>
                        </a:rPr>
                        <a:t>334</a:t>
                      </a:r>
                      <a:endParaRPr lang="en-US" sz="1100" b="1">
                        <a:latin typeface="Arial" pitchFamily="34" charset="0"/>
                        <a:ea typeface="Calibri"/>
                        <a:cs typeface="Arial" pitchFamily="34" charset="0"/>
                      </a:endParaRPr>
                    </a:p>
                  </a:txBody>
                  <a:tcPr marL="55428" marR="55428" marT="0" marB="0" anchor="ctr"/>
                </a:tc>
                <a:tc>
                  <a:txBody>
                    <a:bodyPr/>
                    <a:lstStyle/>
                    <a:p>
                      <a:pPr>
                        <a:lnSpc>
                          <a:spcPct val="115000"/>
                        </a:lnSpc>
                        <a:spcAft>
                          <a:spcPts val="0"/>
                        </a:spcAft>
                      </a:pPr>
                      <a:r>
                        <a:rPr lang="en-US" sz="1200">
                          <a:latin typeface="Arial" pitchFamily="34" charset="0"/>
                          <a:cs typeface="Arial" pitchFamily="34" charset="0"/>
                        </a:rPr>
                        <a:t>Урсгалын хурдыг автоматаар хэмжих зохиомж</a:t>
                      </a:r>
                      <a:endParaRPr lang="en-US" sz="1200" b="1">
                        <a:solidFill>
                          <a:srgbClr val="CC0000"/>
                        </a:solidFill>
                        <a:latin typeface="Arial" pitchFamily="34" charset="0"/>
                        <a:ea typeface="Calibri"/>
                        <a:cs typeface="Arial" pitchFamily="34" charset="0"/>
                      </a:endParaRPr>
                    </a:p>
                  </a:txBody>
                  <a:tcPr marL="55428" marR="55428" marT="0" marB="0" anchor="ctr"/>
                </a:tc>
                <a:tc>
                  <a:txBody>
                    <a:bodyPr/>
                    <a:lstStyle/>
                    <a:p>
                      <a:endParaRPr lang="en-US" sz="1200" b="1">
                        <a:latin typeface="Arial" pitchFamily="34" charset="0"/>
                        <a:ea typeface="Times New Roman"/>
                        <a:cs typeface="Arial" pitchFamily="34" charset="0"/>
                      </a:endParaRPr>
                    </a:p>
                  </a:txBody>
                  <a:tcPr marL="55428" marR="55428" marT="0" marB="0" anchor="ctr"/>
                </a:tc>
                <a:tc>
                  <a:txBody>
                    <a:bodyPr/>
                    <a:lstStyle/>
                    <a:p>
                      <a:pPr>
                        <a:lnSpc>
                          <a:spcPct val="115000"/>
                        </a:lnSpc>
                        <a:spcAft>
                          <a:spcPts val="0"/>
                        </a:spcAft>
                      </a:pPr>
                      <a:r>
                        <a:rPr lang="en-US" sz="1200">
                          <a:latin typeface="Arial" pitchFamily="34" charset="0"/>
                          <a:cs typeface="Arial" pitchFamily="34" charset="0"/>
                        </a:rPr>
                        <a:t>С.А.Алёхин, Ю.Г.Задорожный В.И.Злобин</a:t>
                      </a:r>
                      <a:endParaRPr lang="en-US" sz="1200" b="1">
                        <a:latin typeface="Arial" pitchFamily="34" charset="0"/>
                        <a:ea typeface="Calibri"/>
                        <a:cs typeface="Arial" pitchFamily="34" charset="0"/>
                      </a:endParaRPr>
                    </a:p>
                  </a:txBody>
                  <a:tcPr marL="55428" marR="55428" marT="0" marB="0" anchor="ctr"/>
                </a:tc>
                <a:tc>
                  <a:txBody>
                    <a:bodyPr/>
                    <a:lstStyle/>
                    <a:p>
                      <a:pPr>
                        <a:lnSpc>
                          <a:spcPct val="115000"/>
                        </a:lnSpc>
                        <a:spcAft>
                          <a:spcPts val="0"/>
                        </a:spcAft>
                      </a:pPr>
                      <a:r>
                        <a:rPr lang="mn-MN" sz="1200">
                          <a:latin typeface="Arial" pitchFamily="34" charset="0"/>
                          <a:cs typeface="Arial" pitchFamily="34" charset="0"/>
                        </a:rPr>
                        <a:t>19</a:t>
                      </a:r>
                      <a:r>
                        <a:rPr lang="en-US" sz="1200">
                          <a:latin typeface="Arial" pitchFamily="34" charset="0"/>
                          <a:cs typeface="Arial" pitchFamily="34" charset="0"/>
                        </a:rPr>
                        <a:t>80/09/20</a:t>
                      </a:r>
                      <a:endParaRPr lang="en-US" sz="1200" b="1">
                        <a:latin typeface="Arial" pitchFamily="34" charset="0"/>
                        <a:ea typeface="Calibri"/>
                        <a:cs typeface="Arial" pitchFamily="34" charset="0"/>
                      </a:endParaRPr>
                    </a:p>
                  </a:txBody>
                  <a:tcPr marL="55428" marR="55428" marT="0" marB="0" anchor="ctr"/>
                </a:tc>
                <a:extLst>
                  <a:ext uri="{0D108BD9-81ED-4DB2-BD59-A6C34878D82A}">
                    <a16:rowId xmlns:a16="http://schemas.microsoft.com/office/drawing/2014/main" val="10004"/>
                  </a:ext>
                </a:extLst>
              </a:tr>
              <a:tr h="572662">
                <a:tc>
                  <a:txBody>
                    <a:bodyPr/>
                    <a:lstStyle/>
                    <a:p>
                      <a:pPr algn="ctr">
                        <a:lnSpc>
                          <a:spcPct val="115000"/>
                        </a:lnSpc>
                        <a:spcAft>
                          <a:spcPts val="0"/>
                        </a:spcAft>
                      </a:pPr>
                      <a:r>
                        <a:rPr lang="en-US" sz="1100">
                          <a:latin typeface="Arial" pitchFamily="34" charset="0"/>
                          <a:cs typeface="Arial" pitchFamily="34" charset="0"/>
                        </a:rPr>
                        <a:t>1436</a:t>
                      </a:r>
                      <a:endParaRPr lang="en-US" sz="1100" b="1">
                        <a:latin typeface="Arial" pitchFamily="34" charset="0"/>
                        <a:ea typeface="Calibri"/>
                        <a:cs typeface="Arial" pitchFamily="34" charset="0"/>
                      </a:endParaRPr>
                    </a:p>
                  </a:txBody>
                  <a:tcPr marL="55428" marR="55428" marT="0" marB="0" anchor="ctr"/>
                </a:tc>
                <a:tc>
                  <a:txBody>
                    <a:bodyPr/>
                    <a:lstStyle/>
                    <a:p>
                      <a:pPr algn="ctr">
                        <a:lnSpc>
                          <a:spcPct val="115000"/>
                        </a:lnSpc>
                        <a:spcAft>
                          <a:spcPts val="0"/>
                        </a:spcAft>
                      </a:pPr>
                      <a:r>
                        <a:rPr lang="en-US" sz="1100">
                          <a:latin typeface="Arial" pitchFamily="34" charset="0"/>
                          <a:cs typeface="Arial" pitchFamily="34" charset="0"/>
                        </a:rPr>
                        <a:t>2070</a:t>
                      </a:r>
                      <a:endParaRPr lang="en-US" sz="1100" b="1">
                        <a:latin typeface="Arial" pitchFamily="34" charset="0"/>
                        <a:ea typeface="Calibri"/>
                        <a:cs typeface="Arial" pitchFamily="34" charset="0"/>
                      </a:endParaRPr>
                    </a:p>
                  </a:txBody>
                  <a:tcPr marL="55428" marR="55428" marT="0" marB="0" anchor="ctr"/>
                </a:tc>
                <a:tc>
                  <a:txBody>
                    <a:bodyPr/>
                    <a:lstStyle/>
                    <a:p>
                      <a:pPr>
                        <a:lnSpc>
                          <a:spcPct val="115000"/>
                        </a:lnSpc>
                        <a:spcAft>
                          <a:spcPts val="0"/>
                        </a:spcAft>
                      </a:pPr>
                      <a:r>
                        <a:rPr lang="en-US" sz="1200">
                          <a:latin typeface="Arial" pitchFamily="34" charset="0"/>
                          <a:cs typeface="Arial" pitchFamily="34" charset="0"/>
                        </a:rPr>
                        <a:t>Цахилгаан хэрэгслийг  шугамын хэвийн бус хүчдэлээс хамгаалах  автомат төхөөрөмж</a:t>
                      </a:r>
                      <a:endParaRPr lang="en-US" sz="1200" b="1">
                        <a:solidFill>
                          <a:srgbClr val="CC0000"/>
                        </a:solidFill>
                        <a:latin typeface="Arial" pitchFamily="34" charset="0"/>
                        <a:ea typeface="Calibri"/>
                        <a:cs typeface="Arial" pitchFamily="34" charset="0"/>
                      </a:endParaRPr>
                    </a:p>
                  </a:txBody>
                  <a:tcPr marL="55428" marR="55428" marT="0" marB="0" anchor="ctr"/>
                </a:tc>
                <a:tc>
                  <a:txBody>
                    <a:bodyPr/>
                    <a:lstStyle/>
                    <a:p>
                      <a:pPr algn="ctr">
                        <a:lnSpc>
                          <a:spcPct val="115000"/>
                        </a:lnSpc>
                        <a:spcAft>
                          <a:spcPts val="0"/>
                        </a:spcAft>
                      </a:pPr>
                      <a:r>
                        <a:rPr lang="en-US" sz="1200">
                          <a:latin typeface="Arial" pitchFamily="34" charset="0"/>
                          <a:cs typeface="Arial" pitchFamily="34" charset="0"/>
                        </a:rPr>
                        <a:t>N/A</a:t>
                      </a:r>
                      <a:endParaRPr lang="en-US" sz="1200" b="1">
                        <a:latin typeface="Arial" pitchFamily="34" charset="0"/>
                        <a:ea typeface="Calibri"/>
                        <a:cs typeface="Arial" pitchFamily="34" charset="0"/>
                      </a:endParaRPr>
                    </a:p>
                  </a:txBody>
                  <a:tcPr marL="55428" marR="55428" marT="0" marB="0" anchor="ctr"/>
                </a:tc>
                <a:tc>
                  <a:txBody>
                    <a:bodyPr/>
                    <a:lstStyle/>
                    <a:p>
                      <a:pPr>
                        <a:lnSpc>
                          <a:spcPct val="115000"/>
                        </a:lnSpc>
                        <a:spcAft>
                          <a:spcPts val="0"/>
                        </a:spcAft>
                      </a:pPr>
                      <a:r>
                        <a:rPr lang="en-US" sz="1200">
                          <a:latin typeface="Arial" pitchFamily="34" charset="0"/>
                          <a:cs typeface="Arial" pitchFamily="34" charset="0"/>
                        </a:rPr>
                        <a:t>Ц.Энхмандал</a:t>
                      </a:r>
                      <a:endParaRPr lang="en-US" sz="1200" b="1">
                        <a:latin typeface="Arial" pitchFamily="34" charset="0"/>
                        <a:ea typeface="Calibri"/>
                        <a:cs typeface="Arial" pitchFamily="34" charset="0"/>
                      </a:endParaRPr>
                    </a:p>
                  </a:txBody>
                  <a:tcPr marL="55428" marR="55428" marT="0" marB="0" anchor="ctr"/>
                </a:tc>
                <a:tc>
                  <a:txBody>
                    <a:bodyPr/>
                    <a:lstStyle/>
                    <a:p>
                      <a:pPr>
                        <a:lnSpc>
                          <a:spcPct val="115000"/>
                        </a:lnSpc>
                        <a:spcAft>
                          <a:spcPts val="0"/>
                        </a:spcAft>
                      </a:pPr>
                      <a:r>
                        <a:rPr lang="mn-MN" sz="1200">
                          <a:latin typeface="Arial" pitchFamily="34" charset="0"/>
                          <a:cs typeface="Arial" pitchFamily="34" charset="0"/>
                        </a:rPr>
                        <a:t>19</a:t>
                      </a:r>
                      <a:r>
                        <a:rPr lang="en-US" sz="1200">
                          <a:latin typeface="Arial" pitchFamily="34" charset="0"/>
                          <a:cs typeface="Arial" pitchFamily="34" charset="0"/>
                        </a:rPr>
                        <a:t>97/12/11</a:t>
                      </a:r>
                      <a:endParaRPr lang="en-US" sz="1200" b="1">
                        <a:latin typeface="Arial" pitchFamily="34" charset="0"/>
                        <a:ea typeface="Calibri"/>
                        <a:cs typeface="Arial" pitchFamily="34" charset="0"/>
                      </a:endParaRPr>
                    </a:p>
                  </a:txBody>
                  <a:tcPr marL="55428" marR="55428" marT="0" marB="0" anchor="ctr"/>
                </a:tc>
                <a:extLst>
                  <a:ext uri="{0D108BD9-81ED-4DB2-BD59-A6C34878D82A}">
                    <a16:rowId xmlns:a16="http://schemas.microsoft.com/office/drawing/2014/main" val="10005"/>
                  </a:ext>
                </a:extLst>
              </a:tr>
              <a:tr h="745772">
                <a:tc>
                  <a:txBody>
                    <a:bodyPr/>
                    <a:lstStyle/>
                    <a:p>
                      <a:pPr algn="ctr">
                        <a:lnSpc>
                          <a:spcPct val="115000"/>
                        </a:lnSpc>
                        <a:spcAft>
                          <a:spcPts val="0"/>
                        </a:spcAft>
                      </a:pPr>
                      <a:r>
                        <a:rPr lang="en-US" sz="1100">
                          <a:latin typeface="Arial" pitchFamily="34" charset="0"/>
                          <a:cs typeface="Arial" pitchFamily="34" charset="0"/>
                        </a:rPr>
                        <a:t>1709</a:t>
                      </a:r>
                      <a:endParaRPr lang="en-US" sz="1100" b="1">
                        <a:latin typeface="Arial" pitchFamily="34" charset="0"/>
                        <a:ea typeface="Calibri"/>
                        <a:cs typeface="Arial" pitchFamily="34" charset="0"/>
                      </a:endParaRPr>
                    </a:p>
                  </a:txBody>
                  <a:tcPr marL="55428" marR="55428" marT="0" marB="0" anchor="ctr"/>
                </a:tc>
                <a:tc>
                  <a:txBody>
                    <a:bodyPr/>
                    <a:lstStyle/>
                    <a:p>
                      <a:pPr algn="ctr">
                        <a:lnSpc>
                          <a:spcPct val="115000"/>
                        </a:lnSpc>
                        <a:spcAft>
                          <a:spcPts val="0"/>
                        </a:spcAft>
                      </a:pPr>
                      <a:r>
                        <a:rPr lang="en-US" sz="1100">
                          <a:latin typeface="Arial" pitchFamily="34" charset="0"/>
                          <a:cs typeface="Arial" pitchFamily="34" charset="0"/>
                        </a:rPr>
                        <a:t>2463</a:t>
                      </a:r>
                      <a:endParaRPr lang="en-US" sz="1100" b="1">
                        <a:latin typeface="Arial" pitchFamily="34" charset="0"/>
                        <a:ea typeface="Calibri"/>
                        <a:cs typeface="Arial" pitchFamily="34" charset="0"/>
                      </a:endParaRPr>
                    </a:p>
                  </a:txBody>
                  <a:tcPr marL="55428" marR="55428" marT="0" marB="0" anchor="ctr"/>
                </a:tc>
                <a:tc>
                  <a:txBody>
                    <a:bodyPr/>
                    <a:lstStyle/>
                    <a:p>
                      <a:pPr>
                        <a:lnSpc>
                          <a:spcPct val="115000"/>
                        </a:lnSpc>
                        <a:spcAft>
                          <a:spcPts val="0"/>
                        </a:spcAft>
                      </a:pPr>
                      <a:r>
                        <a:rPr lang="en-US" sz="1200">
                          <a:latin typeface="Arial" pitchFamily="34" charset="0"/>
                          <a:cs typeface="Arial" pitchFamily="34" charset="0"/>
                        </a:rPr>
                        <a:t>TЕL серийн агаарын шугамын автомат залгуур реклоузер</a:t>
                      </a:r>
                      <a:endParaRPr lang="en-US" sz="1200" b="1">
                        <a:solidFill>
                          <a:srgbClr val="CC0000"/>
                        </a:solidFill>
                        <a:latin typeface="Arial" pitchFamily="34" charset="0"/>
                        <a:ea typeface="Calibri"/>
                        <a:cs typeface="Arial" pitchFamily="34" charset="0"/>
                      </a:endParaRPr>
                    </a:p>
                  </a:txBody>
                  <a:tcPr marL="55428" marR="55428" marT="0" marB="0" anchor="ctr"/>
                </a:tc>
                <a:tc>
                  <a:txBody>
                    <a:bodyPr/>
                    <a:lstStyle/>
                    <a:p>
                      <a:pPr algn="ctr">
                        <a:lnSpc>
                          <a:spcPct val="115000"/>
                        </a:lnSpc>
                        <a:spcAft>
                          <a:spcPts val="0"/>
                        </a:spcAft>
                      </a:pPr>
                      <a:r>
                        <a:rPr lang="en-US" sz="1200">
                          <a:latin typeface="Arial" pitchFamily="34" charset="0"/>
                          <a:cs typeface="Arial" pitchFamily="34" charset="0"/>
                        </a:rPr>
                        <a:t>PCT</a:t>
                      </a:r>
                      <a:endParaRPr lang="en-US" sz="1200" b="1">
                        <a:latin typeface="Arial" pitchFamily="34" charset="0"/>
                        <a:ea typeface="Calibri"/>
                        <a:cs typeface="Arial" pitchFamily="34" charset="0"/>
                      </a:endParaRPr>
                    </a:p>
                  </a:txBody>
                  <a:tcPr marL="55428" marR="55428" marT="0" marB="0" anchor="ctr"/>
                </a:tc>
                <a:tc>
                  <a:txBody>
                    <a:bodyPr/>
                    <a:lstStyle/>
                    <a:p>
                      <a:pPr>
                        <a:lnSpc>
                          <a:spcPct val="115000"/>
                        </a:lnSpc>
                        <a:spcAft>
                          <a:spcPts val="0"/>
                        </a:spcAft>
                      </a:pPr>
                      <a:r>
                        <a:rPr lang="en-US" sz="1200">
                          <a:latin typeface="Arial" pitchFamily="34" charset="0"/>
                          <a:cs typeface="Arial" pitchFamily="34" charset="0"/>
                        </a:rPr>
                        <a:t>CHALY, Alexei</a:t>
                      </a:r>
                      <a:br>
                        <a:rPr lang="en-US" sz="1200">
                          <a:latin typeface="Arial" pitchFamily="34" charset="0"/>
                          <a:cs typeface="Arial" pitchFamily="34" charset="0"/>
                        </a:rPr>
                      </a:br>
                      <a:r>
                        <a:rPr lang="en-US" sz="1200">
                          <a:latin typeface="Arial" pitchFamily="34" charset="0"/>
                          <a:cs typeface="Arial" pitchFamily="34" charset="0"/>
                        </a:rPr>
                        <a:t> mikhalovich CHEVINSKY, Oleg Igorevich</a:t>
                      </a:r>
                      <a:endParaRPr lang="en-US" sz="1200" b="1">
                        <a:latin typeface="Arial" pitchFamily="34" charset="0"/>
                        <a:ea typeface="Calibri"/>
                        <a:cs typeface="Arial" pitchFamily="34" charset="0"/>
                      </a:endParaRPr>
                    </a:p>
                  </a:txBody>
                  <a:tcPr marL="55428" marR="55428" marT="0" marB="0" anchor="ctr"/>
                </a:tc>
                <a:tc>
                  <a:txBody>
                    <a:bodyPr/>
                    <a:lstStyle/>
                    <a:p>
                      <a:pPr>
                        <a:lnSpc>
                          <a:spcPct val="115000"/>
                        </a:lnSpc>
                        <a:spcAft>
                          <a:spcPts val="0"/>
                        </a:spcAft>
                      </a:pPr>
                      <a:r>
                        <a:rPr lang="en-US" sz="1200">
                          <a:latin typeface="Arial" pitchFamily="34" charset="0"/>
                          <a:cs typeface="Arial" pitchFamily="34" charset="0"/>
                        </a:rPr>
                        <a:t>2000.01.18</a:t>
                      </a:r>
                      <a:endParaRPr lang="en-US" sz="1200" b="1">
                        <a:latin typeface="Arial" pitchFamily="34" charset="0"/>
                        <a:ea typeface="Calibri"/>
                        <a:cs typeface="Arial" pitchFamily="34" charset="0"/>
                      </a:endParaRPr>
                    </a:p>
                  </a:txBody>
                  <a:tcPr marL="55428" marR="55428" marT="0" marB="0" anchor="ctr"/>
                </a:tc>
                <a:extLst>
                  <a:ext uri="{0D108BD9-81ED-4DB2-BD59-A6C34878D82A}">
                    <a16:rowId xmlns:a16="http://schemas.microsoft.com/office/drawing/2014/main" val="10006"/>
                  </a:ext>
                </a:extLst>
              </a:tr>
              <a:tr h="726139">
                <a:tc>
                  <a:txBody>
                    <a:bodyPr/>
                    <a:lstStyle/>
                    <a:p>
                      <a:pPr algn="ctr">
                        <a:lnSpc>
                          <a:spcPct val="115000"/>
                        </a:lnSpc>
                        <a:spcAft>
                          <a:spcPts val="0"/>
                        </a:spcAft>
                      </a:pPr>
                      <a:r>
                        <a:rPr lang="en-US" sz="1100">
                          <a:latin typeface="Arial" pitchFamily="34" charset="0"/>
                          <a:cs typeface="Arial" pitchFamily="34" charset="0"/>
                        </a:rPr>
                        <a:t>2702</a:t>
                      </a:r>
                      <a:endParaRPr lang="en-US" sz="1100" b="1">
                        <a:latin typeface="Arial" pitchFamily="34" charset="0"/>
                        <a:ea typeface="Calibri"/>
                        <a:cs typeface="Arial" pitchFamily="34" charset="0"/>
                      </a:endParaRPr>
                    </a:p>
                  </a:txBody>
                  <a:tcPr marL="55428" marR="55428" marT="0" marB="0" anchor="ctr"/>
                </a:tc>
                <a:tc>
                  <a:txBody>
                    <a:bodyPr/>
                    <a:lstStyle/>
                    <a:p>
                      <a:pPr algn="ctr">
                        <a:lnSpc>
                          <a:spcPct val="115000"/>
                        </a:lnSpc>
                        <a:spcAft>
                          <a:spcPts val="0"/>
                        </a:spcAft>
                      </a:pPr>
                      <a:r>
                        <a:rPr lang="en-US" sz="1100">
                          <a:latin typeface="Arial" pitchFamily="34" charset="0"/>
                          <a:cs typeface="Arial" pitchFamily="34" charset="0"/>
                        </a:rPr>
                        <a:t>3662</a:t>
                      </a:r>
                      <a:endParaRPr lang="en-US" sz="1100" b="1">
                        <a:latin typeface="Arial" pitchFamily="34" charset="0"/>
                        <a:ea typeface="Calibri"/>
                        <a:cs typeface="Arial" pitchFamily="34" charset="0"/>
                      </a:endParaRPr>
                    </a:p>
                  </a:txBody>
                  <a:tcPr marL="55428" marR="55428" marT="0" marB="0" anchor="ctr"/>
                </a:tc>
                <a:tc>
                  <a:txBody>
                    <a:bodyPr/>
                    <a:lstStyle/>
                    <a:p>
                      <a:pPr>
                        <a:lnSpc>
                          <a:spcPct val="115000"/>
                        </a:lnSpc>
                        <a:spcAft>
                          <a:spcPts val="0"/>
                        </a:spcAft>
                      </a:pPr>
                      <a:r>
                        <a:rPr lang="en-US" sz="1200">
                          <a:latin typeface="Arial" pitchFamily="34" charset="0"/>
                          <a:cs typeface="Arial" pitchFamily="34" charset="0"/>
                        </a:rPr>
                        <a:t>Цахилгаан эрчим хүчний борлуулалтын хяналт, удирдлагын автоматжуулсан систем</a:t>
                      </a:r>
                      <a:endParaRPr lang="en-US" sz="1200" b="1">
                        <a:solidFill>
                          <a:srgbClr val="CC0000"/>
                        </a:solidFill>
                        <a:latin typeface="Arial" pitchFamily="34" charset="0"/>
                        <a:ea typeface="Calibri"/>
                        <a:cs typeface="Arial" pitchFamily="34" charset="0"/>
                      </a:endParaRPr>
                    </a:p>
                  </a:txBody>
                  <a:tcPr marL="55428" marR="55428" marT="0" marB="0" anchor="ctr"/>
                </a:tc>
                <a:tc>
                  <a:txBody>
                    <a:bodyPr/>
                    <a:lstStyle/>
                    <a:p>
                      <a:pPr algn="ctr">
                        <a:lnSpc>
                          <a:spcPct val="115000"/>
                        </a:lnSpc>
                        <a:spcAft>
                          <a:spcPts val="0"/>
                        </a:spcAft>
                      </a:pPr>
                      <a:r>
                        <a:rPr lang="en-US" sz="1200">
                          <a:latin typeface="Arial" pitchFamily="34" charset="0"/>
                          <a:cs typeface="Arial" pitchFamily="34" charset="0"/>
                        </a:rPr>
                        <a:t>N/A</a:t>
                      </a:r>
                      <a:endParaRPr lang="en-US" sz="1200" b="1">
                        <a:latin typeface="Arial" pitchFamily="34" charset="0"/>
                        <a:ea typeface="Calibri"/>
                        <a:cs typeface="Arial" pitchFamily="34" charset="0"/>
                      </a:endParaRPr>
                    </a:p>
                  </a:txBody>
                  <a:tcPr marL="55428" marR="55428" marT="0" marB="0" anchor="ctr"/>
                </a:tc>
                <a:tc>
                  <a:txBody>
                    <a:bodyPr/>
                    <a:lstStyle/>
                    <a:p>
                      <a:pPr>
                        <a:lnSpc>
                          <a:spcPct val="115000"/>
                        </a:lnSpc>
                        <a:spcAft>
                          <a:spcPts val="0"/>
                        </a:spcAft>
                      </a:pPr>
                      <a:r>
                        <a:rPr lang="en-US" sz="1200">
                          <a:latin typeface="Arial" pitchFamily="34" charset="0"/>
                          <a:cs typeface="Arial" pitchFamily="34" charset="0"/>
                        </a:rPr>
                        <a:t>Ц.Баярбаатар</a:t>
                      </a:r>
                      <a:br>
                        <a:rPr lang="en-US" sz="1200">
                          <a:latin typeface="Arial" pitchFamily="34" charset="0"/>
                          <a:cs typeface="Arial" pitchFamily="34" charset="0"/>
                        </a:rPr>
                      </a:br>
                      <a:r>
                        <a:rPr lang="en-US" sz="1200">
                          <a:latin typeface="Arial" pitchFamily="34" charset="0"/>
                          <a:cs typeface="Arial" pitchFamily="34" charset="0"/>
                        </a:rPr>
                        <a:t>Ц.Энхбаатар</a:t>
                      </a:r>
                      <a:endParaRPr lang="en-US" sz="1200" b="1">
                        <a:latin typeface="Arial" pitchFamily="34" charset="0"/>
                        <a:ea typeface="Calibri"/>
                        <a:cs typeface="Arial" pitchFamily="34" charset="0"/>
                      </a:endParaRPr>
                    </a:p>
                  </a:txBody>
                  <a:tcPr marL="55428" marR="55428" marT="0" marB="0" anchor="ctr"/>
                </a:tc>
                <a:tc>
                  <a:txBody>
                    <a:bodyPr/>
                    <a:lstStyle/>
                    <a:p>
                      <a:pPr>
                        <a:lnSpc>
                          <a:spcPct val="115000"/>
                        </a:lnSpc>
                        <a:spcAft>
                          <a:spcPts val="0"/>
                        </a:spcAft>
                      </a:pPr>
                      <a:r>
                        <a:rPr lang="mn-MN" sz="1200">
                          <a:latin typeface="Arial" pitchFamily="34" charset="0"/>
                          <a:cs typeface="Arial" pitchFamily="34" charset="0"/>
                        </a:rPr>
                        <a:t>20</a:t>
                      </a:r>
                      <a:r>
                        <a:rPr lang="en-US" sz="1200">
                          <a:latin typeface="Arial" pitchFamily="34" charset="0"/>
                          <a:cs typeface="Arial" pitchFamily="34" charset="0"/>
                        </a:rPr>
                        <a:t>05.11.21</a:t>
                      </a:r>
                      <a:endParaRPr lang="en-US" sz="1200" b="1">
                        <a:latin typeface="Arial" pitchFamily="34" charset="0"/>
                        <a:ea typeface="Calibri"/>
                        <a:cs typeface="Arial" pitchFamily="34" charset="0"/>
                      </a:endParaRPr>
                    </a:p>
                  </a:txBody>
                  <a:tcPr marL="55428" marR="55428" marT="0" marB="0" anchor="ctr"/>
                </a:tc>
                <a:extLst>
                  <a:ext uri="{0D108BD9-81ED-4DB2-BD59-A6C34878D82A}">
                    <a16:rowId xmlns:a16="http://schemas.microsoft.com/office/drawing/2014/main" val="10007"/>
                  </a:ext>
                </a:extLst>
              </a:tr>
            </a:tbl>
          </a:graphicData>
        </a:graphic>
      </p:graphicFrame>
      <p:graphicFrame>
        <p:nvGraphicFramePr>
          <p:cNvPr id="165889" name="Object 1"/>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3" imgW="32961960" imgH="6570720" progId="">
                  <p:embed/>
                </p:oleObj>
              </mc:Choice>
              <mc:Fallback>
                <p:oleObj name="CorelDRAW" r:id="rId3" imgW="32961960" imgH="6570720" progId="">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1071538" y="214290"/>
          <a:ext cx="7072362" cy="5888573"/>
        </p:xfrm>
        <a:graphic>
          <a:graphicData uri="http://schemas.openxmlformats.org/drawingml/2006/table">
            <a:tbl>
              <a:tblPr firstRow="1" lastCol="1" bandRow="1">
                <a:tableStyleId>{B301B821-A1FF-4177-AEE7-76D212191A09}</a:tableStyleId>
              </a:tblPr>
              <a:tblGrid>
                <a:gridCol w="415331">
                  <a:extLst>
                    <a:ext uri="{9D8B030D-6E8A-4147-A177-3AD203B41FA5}">
                      <a16:colId xmlns:a16="http://schemas.microsoft.com/office/drawing/2014/main" val="20000"/>
                    </a:ext>
                  </a:extLst>
                </a:gridCol>
                <a:gridCol w="3536182">
                  <a:extLst>
                    <a:ext uri="{9D8B030D-6E8A-4147-A177-3AD203B41FA5}">
                      <a16:colId xmlns:a16="http://schemas.microsoft.com/office/drawing/2014/main" val="20001"/>
                    </a:ext>
                  </a:extLst>
                </a:gridCol>
                <a:gridCol w="1081620">
                  <a:extLst>
                    <a:ext uri="{9D8B030D-6E8A-4147-A177-3AD203B41FA5}">
                      <a16:colId xmlns:a16="http://schemas.microsoft.com/office/drawing/2014/main" val="20002"/>
                    </a:ext>
                  </a:extLst>
                </a:gridCol>
                <a:gridCol w="1081620">
                  <a:extLst>
                    <a:ext uri="{9D8B030D-6E8A-4147-A177-3AD203B41FA5}">
                      <a16:colId xmlns:a16="http://schemas.microsoft.com/office/drawing/2014/main" val="20003"/>
                    </a:ext>
                  </a:extLst>
                </a:gridCol>
                <a:gridCol w="957609">
                  <a:extLst>
                    <a:ext uri="{9D8B030D-6E8A-4147-A177-3AD203B41FA5}">
                      <a16:colId xmlns:a16="http://schemas.microsoft.com/office/drawing/2014/main" val="20004"/>
                    </a:ext>
                  </a:extLst>
                </a:gridCol>
              </a:tblGrid>
              <a:tr h="324387">
                <a:tc gridSpan="5">
                  <a:txBody>
                    <a:bodyPr/>
                    <a:lstStyle/>
                    <a:p>
                      <a:pPr algn="ctr">
                        <a:spcBef>
                          <a:spcPts val="565"/>
                        </a:spcBef>
                        <a:spcAft>
                          <a:spcPts val="565"/>
                        </a:spcAft>
                      </a:pPr>
                      <a:r>
                        <a:rPr lang="mn-MN" sz="1100" kern="50">
                          <a:latin typeface="Arial" pitchFamily="34" charset="0"/>
                          <a:cs typeface="Arial" pitchFamily="34" charset="0"/>
                        </a:rPr>
                        <a:t>Ашигтай загварын гэрчилгээ олгох тухай</a:t>
                      </a:r>
                      <a:endParaRPr lang="en-US" sz="1100" kern="50">
                        <a:latin typeface="Arial" pitchFamily="34" charset="0"/>
                        <a:cs typeface="Arial" pitchFamily="34" charset="0"/>
                      </a:endParaRPr>
                    </a:p>
                    <a:p>
                      <a:pPr algn="ctr">
                        <a:lnSpc>
                          <a:spcPct val="115000"/>
                        </a:lnSpc>
                        <a:spcAft>
                          <a:spcPts val="600"/>
                        </a:spcAft>
                      </a:pPr>
                      <a:r>
                        <a:rPr lang="mn-MN" sz="1100" kern="50">
                          <a:latin typeface="Arial" pitchFamily="34" charset="0"/>
                          <a:cs typeface="Arial" pitchFamily="34" charset="0"/>
                        </a:rPr>
                        <a:t>Шийдвэр</a:t>
                      </a:r>
                      <a:endParaRPr lang="en-US" sz="1100" b="1" kern="50">
                        <a:latin typeface="Arial" pitchFamily="34" charset="0"/>
                        <a:ea typeface="바탕"/>
                        <a:cs typeface="Arial" pitchFamily="34" charset="0"/>
                      </a:endParaRPr>
                    </a:p>
                  </a:txBody>
                  <a:tcPr marL="14457" marR="14457" marT="14457" marB="14457"/>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26783">
                <a:tc gridSpan="5">
                  <a:txBody>
                    <a:bodyPr/>
                    <a:lstStyle/>
                    <a:p>
                      <a:pPr marL="71755" marR="71755">
                        <a:spcBef>
                          <a:spcPts val="565"/>
                        </a:spcBef>
                        <a:spcAft>
                          <a:spcPts val="565"/>
                        </a:spcAft>
                      </a:pPr>
                      <a:r>
                        <a:rPr lang="mn-MN" sz="900" kern="50">
                          <a:latin typeface="Arial" pitchFamily="34" charset="0"/>
                          <a:cs typeface="Arial" pitchFamily="34" charset="0"/>
                        </a:rPr>
                        <a:t>1. Мэдүүлгийн улсын бүртгэлийн дугаар : 20-2013-0002875</a:t>
                      </a:r>
                      <a:endParaRPr lang="en-US" sz="900" b="1" kern="50">
                        <a:latin typeface="Arial" pitchFamily="34" charset="0"/>
                        <a:ea typeface="바탕"/>
                        <a:cs typeface="Arial" pitchFamily="34" charset="0"/>
                      </a:endParaRPr>
                    </a:p>
                  </a:txBody>
                  <a:tcPr marL="14457" marR="14457" marT="14457" marB="14457"/>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40569">
                <a:tc gridSpan="5">
                  <a:txBody>
                    <a:bodyPr/>
                    <a:lstStyle/>
                    <a:p>
                      <a:pPr algn="just">
                        <a:lnSpc>
                          <a:spcPct val="115000"/>
                        </a:lnSpc>
                        <a:spcAft>
                          <a:spcPts val="0"/>
                        </a:spcAft>
                      </a:pPr>
                      <a:r>
                        <a:rPr lang="mn-MN" sz="900" kern="50">
                          <a:latin typeface="Arial" pitchFamily="34" charset="0"/>
                          <a:cs typeface="Arial" pitchFamily="34" charset="0"/>
                        </a:rPr>
                        <a:t>2. Анхдагч огноо : 2013-08-22</a:t>
                      </a:r>
                      <a:endParaRPr lang="en-US" sz="900" b="1" kern="50">
                        <a:latin typeface="Arial" pitchFamily="34" charset="0"/>
                        <a:ea typeface="바탕"/>
                        <a:cs typeface="Arial" pitchFamily="34" charset="0"/>
                      </a:endParaRPr>
                    </a:p>
                  </a:txBody>
                  <a:tcPr marL="14457" marR="14457" marT="14457" marB="14457"/>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246264">
                <a:tc gridSpan="5">
                  <a:txBody>
                    <a:bodyPr/>
                    <a:lstStyle/>
                    <a:p>
                      <a:pPr algn="just">
                        <a:lnSpc>
                          <a:spcPct val="115000"/>
                        </a:lnSpc>
                        <a:spcAft>
                          <a:spcPts val="0"/>
                        </a:spcAft>
                      </a:pPr>
                      <a:r>
                        <a:rPr lang="en-US" sz="900" kern="50">
                          <a:latin typeface="Arial" pitchFamily="34" charset="0"/>
                          <a:cs typeface="Arial" pitchFamily="34" charset="0"/>
                        </a:rPr>
                        <a:t>4. </a:t>
                      </a:r>
                      <a:r>
                        <a:rPr lang="mn-MN" sz="900" kern="50">
                          <a:latin typeface="Arial" pitchFamily="34" charset="0"/>
                          <a:cs typeface="Arial" pitchFamily="34" charset="0"/>
                        </a:rPr>
                        <a:t>Ашигтай загварын нэр : </a:t>
                      </a:r>
                      <a:r>
                        <a:rPr lang="mn-MN" sz="900" kern="50">
                          <a:solidFill>
                            <a:srgbClr val="CC0000"/>
                          </a:solidFill>
                          <a:latin typeface="Arial" pitchFamily="34" charset="0"/>
                          <a:cs typeface="Arial" pitchFamily="34" charset="0"/>
                        </a:rPr>
                        <a:t>Өндөр нууцлалтай давхар интерфэйс бүхий чип удирдагч  </a:t>
                      </a:r>
                      <a:endParaRPr lang="en-US" sz="900" kern="50">
                        <a:solidFill>
                          <a:srgbClr val="CC0000"/>
                        </a:solidFill>
                        <a:latin typeface="Arial" pitchFamily="34" charset="0"/>
                        <a:cs typeface="Arial" pitchFamily="34" charset="0"/>
                      </a:endParaRPr>
                    </a:p>
                    <a:p>
                      <a:pPr algn="just">
                        <a:lnSpc>
                          <a:spcPct val="115000"/>
                        </a:lnSpc>
                        <a:spcAft>
                          <a:spcPts val="0"/>
                        </a:spcAft>
                      </a:pPr>
                      <a:r>
                        <a:rPr lang="mn-MN" sz="900" kern="50">
                          <a:solidFill>
                            <a:srgbClr val="CC0000"/>
                          </a:solidFill>
                          <a:latin typeface="Arial" pitchFamily="34" charset="0"/>
                          <a:cs typeface="Arial" pitchFamily="34" charset="0"/>
                        </a:rPr>
                        <a:t>                                          ашиглан төлбөрийн болон ярианы үйлдлийг гүйцэтгэх арга</a:t>
                      </a:r>
                      <a:endParaRPr lang="en-US" sz="900" b="1" kern="50">
                        <a:solidFill>
                          <a:srgbClr val="CC0000"/>
                        </a:solidFill>
                        <a:latin typeface="Arial" pitchFamily="34" charset="0"/>
                        <a:ea typeface="바탕"/>
                        <a:cs typeface="Arial" pitchFamily="34" charset="0"/>
                      </a:endParaRPr>
                    </a:p>
                  </a:txBody>
                  <a:tcPr marL="14457" marR="14457" marT="14457" marB="14457"/>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126783">
                <a:tc gridSpan="5">
                  <a:txBody>
                    <a:bodyPr/>
                    <a:lstStyle/>
                    <a:p>
                      <a:pPr marL="71755" marR="71755">
                        <a:spcBef>
                          <a:spcPts val="565"/>
                        </a:spcBef>
                        <a:spcAft>
                          <a:spcPts val="565"/>
                        </a:spcAft>
                      </a:pPr>
                      <a:r>
                        <a:rPr lang="mn-MN" sz="900" kern="50">
                          <a:latin typeface="Arial" pitchFamily="34" charset="0"/>
                          <a:cs typeface="Arial" pitchFamily="34" charset="0"/>
                        </a:rPr>
                        <a:t>5. Мэдүүлэг гаргагчийн нэр : СКАЙТЕЛ ХХК</a:t>
                      </a:r>
                      <a:endParaRPr lang="en-US" sz="900" b="1" kern="50">
                        <a:latin typeface="Arial" pitchFamily="34" charset="0"/>
                        <a:ea typeface="바탕"/>
                        <a:cs typeface="Arial" pitchFamily="34" charset="0"/>
                      </a:endParaRPr>
                    </a:p>
                  </a:txBody>
                  <a:tcPr marL="14457" marR="14457" marT="14457" marB="14457"/>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126783">
                <a:tc gridSpan="5">
                  <a:txBody>
                    <a:bodyPr/>
                    <a:lstStyle/>
                    <a:p>
                      <a:pPr marL="71755" marR="71755">
                        <a:spcBef>
                          <a:spcPts val="565"/>
                        </a:spcBef>
                        <a:spcAft>
                          <a:spcPts val="565"/>
                        </a:spcAft>
                      </a:pPr>
                      <a:r>
                        <a:rPr lang="mn-MN" sz="900" kern="50">
                          <a:latin typeface="Arial" pitchFamily="34" charset="0"/>
                          <a:cs typeface="Arial" pitchFamily="34" charset="0"/>
                        </a:rPr>
                        <a:t>6. Зохиогчийн нэр : Доржнамжил  Болор </a:t>
                      </a:r>
                      <a:endParaRPr lang="en-US" sz="900" b="1" kern="50">
                        <a:latin typeface="Arial" pitchFamily="34" charset="0"/>
                        <a:ea typeface="바탕"/>
                        <a:cs typeface="Arial" pitchFamily="34" charset="0"/>
                      </a:endParaRPr>
                    </a:p>
                  </a:txBody>
                  <a:tcPr marL="14457" marR="14457" marT="14457" marB="14457"/>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126783">
                <a:tc gridSpan="5">
                  <a:txBody>
                    <a:bodyPr/>
                    <a:lstStyle/>
                    <a:p>
                      <a:pPr marL="71755" marR="71755">
                        <a:spcBef>
                          <a:spcPts val="565"/>
                        </a:spcBef>
                        <a:spcAft>
                          <a:spcPts val="565"/>
                        </a:spcAft>
                      </a:pPr>
                      <a:r>
                        <a:rPr lang="mn-MN" sz="900" kern="50">
                          <a:latin typeface="Arial" pitchFamily="34" charset="0"/>
                          <a:cs typeface="Arial" pitchFamily="34" charset="0"/>
                        </a:rPr>
                        <a:t>7. Итгэмжлэгдсэн төлөөлөгч : Жи Эн энд Ко.ЗБН</a:t>
                      </a:r>
                      <a:endParaRPr lang="en-US" sz="900" b="1" kern="50">
                        <a:latin typeface="Arial" pitchFamily="34" charset="0"/>
                        <a:ea typeface="바탕"/>
                        <a:cs typeface="Arial" pitchFamily="34" charset="0"/>
                      </a:endParaRPr>
                    </a:p>
                  </a:txBody>
                  <a:tcPr marL="14457" marR="14457" marT="14457" marB="14457"/>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126783">
                <a:tc gridSpan="5">
                  <a:txBody>
                    <a:bodyPr/>
                    <a:lstStyle/>
                    <a:p>
                      <a:pPr marL="71755" marR="71755" algn="ctr">
                        <a:spcBef>
                          <a:spcPts val="565"/>
                        </a:spcBef>
                        <a:spcAft>
                          <a:spcPts val="565"/>
                        </a:spcAft>
                      </a:pPr>
                      <a:r>
                        <a:rPr lang="mn-MN" sz="900" kern="50">
                          <a:latin typeface="Arial" pitchFamily="34" charset="0"/>
                          <a:cs typeface="Arial" pitchFamily="34" charset="0"/>
                        </a:rPr>
                        <a:t>МАГАДЛАН ШҮҮЛТИЙН ТАЙЛАН</a:t>
                      </a:r>
                      <a:endParaRPr lang="en-US" sz="900" b="1" kern="50">
                        <a:latin typeface="Arial" pitchFamily="34" charset="0"/>
                        <a:ea typeface="바탕"/>
                        <a:cs typeface="Arial" pitchFamily="34" charset="0"/>
                      </a:endParaRPr>
                    </a:p>
                  </a:txBody>
                  <a:tcPr marL="14457" marR="14457" marT="14457" marB="14457"/>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964953">
                <a:tc gridSpan="5">
                  <a:txBody>
                    <a:bodyPr/>
                    <a:lstStyle/>
                    <a:p>
                      <a:pPr marL="1130300" marR="71755" lvl="2">
                        <a:spcBef>
                          <a:spcPts val="285"/>
                        </a:spcBef>
                        <a:spcAft>
                          <a:spcPts val="285"/>
                        </a:spcAft>
                      </a:pPr>
                      <a:r>
                        <a:rPr lang="mn-MN" sz="900" kern="50">
                          <a:latin typeface="Arial" pitchFamily="34" charset="0"/>
                          <a:cs typeface="Arial" pitchFamily="34" charset="0"/>
                        </a:rPr>
                        <a:t>- </a:t>
                      </a:r>
                      <a:r>
                        <a:rPr lang="mn-MN" sz="900" u="sng" kern="50">
                          <a:latin typeface="Arial" pitchFamily="34" charset="0"/>
                          <a:cs typeface="Arial" pitchFamily="34" charset="0"/>
                        </a:rPr>
                        <a:t>Анхдагч огноог харгалзан шүүлт хийсэн </a:t>
                      </a:r>
                      <a:endParaRPr lang="en-US" sz="900" kern="50">
                        <a:latin typeface="Arial" pitchFamily="34" charset="0"/>
                        <a:cs typeface="Arial" pitchFamily="34" charset="0"/>
                      </a:endParaRPr>
                    </a:p>
                    <a:p>
                      <a:pPr marL="1130300" marR="71755" lvl="2">
                        <a:spcBef>
                          <a:spcPts val="285"/>
                        </a:spcBef>
                        <a:spcAft>
                          <a:spcPts val="285"/>
                        </a:spcAft>
                      </a:pPr>
                      <a:r>
                        <a:rPr lang="mn-MN" sz="900" kern="50">
                          <a:latin typeface="Arial" pitchFamily="34" charset="0"/>
                          <a:cs typeface="Arial" pitchFamily="34" charset="0"/>
                        </a:rPr>
                        <a:t>- Давамгайлах огноог харгалзан шүүлт хийсэн</a:t>
                      </a:r>
                      <a:endParaRPr lang="en-US" sz="900" kern="50">
                        <a:latin typeface="Arial" pitchFamily="34" charset="0"/>
                        <a:cs typeface="Arial" pitchFamily="34" charset="0"/>
                      </a:endParaRPr>
                    </a:p>
                    <a:p>
                      <a:pPr marL="1130300" marR="71755" lvl="2">
                        <a:spcBef>
                          <a:spcPts val="285"/>
                        </a:spcBef>
                        <a:spcAft>
                          <a:spcPts val="285"/>
                        </a:spcAft>
                      </a:pPr>
                      <a:r>
                        <a:rPr lang="mn-MN" sz="900" kern="50">
                          <a:latin typeface="Arial" pitchFamily="34" charset="0"/>
                          <a:cs typeface="Arial" pitchFamily="34" charset="0"/>
                        </a:rPr>
                        <a:t>- Шийдлийн нэрд өөрчлөлт оруулсан</a:t>
                      </a:r>
                      <a:endParaRPr lang="en-US" sz="900" kern="50">
                        <a:latin typeface="Arial" pitchFamily="34" charset="0"/>
                        <a:cs typeface="Arial" pitchFamily="34" charset="0"/>
                      </a:endParaRPr>
                    </a:p>
                    <a:p>
                      <a:pPr marL="1130300" marR="71755" lvl="2">
                        <a:spcBef>
                          <a:spcPts val="285"/>
                        </a:spcBef>
                        <a:spcAft>
                          <a:spcPts val="285"/>
                        </a:spcAft>
                      </a:pPr>
                      <a:r>
                        <a:rPr lang="mn-MN" sz="900" kern="50">
                          <a:latin typeface="Arial" pitchFamily="34" charset="0"/>
                          <a:cs typeface="Arial" pitchFamily="34" charset="0"/>
                        </a:rPr>
                        <a:t>- Тодорхойлолтыг хэсэгчлэн засварласан</a:t>
                      </a:r>
                      <a:endParaRPr lang="en-US" sz="900" kern="50">
                        <a:latin typeface="Arial" pitchFamily="34" charset="0"/>
                        <a:cs typeface="Arial" pitchFamily="34" charset="0"/>
                      </a:endParaRPr>
                    </a:p>
                    <a:p>
                      <a:pPr marL="1130300" marR="71755" lvl="2">
                        <a:spcBef>
                          <a:spcPts val="285"/>
                        </a:spcBef>
                        <a:spcAft>
                          <a:spcPts val="285"/>
                        </a:spcAft>
                      </a:pPr>
                      <a:r>
                        <a:rPr lang="mn-MN" sz="900" kern="50">
                          <a:latin typeface="Arial" pitchFamily="34" charset="0"/>
                          <a:cs typeface="Arial" pitchFamily="34" charset="0"/>
                        </a:rPr>
                        <a:t>- Тодорхойлолтод бүрэн засвар оруулсан</a:t>
                      </a:r>
                      <a:endParaRPr lang="en-US" sz="900" kern="50">
                        <a:latin typeface="Arial" pitchFamily="34" charset="0"/>
                        <a:cs typeface="Arial" pitchFamily="34" charset="0"/>
                      </a:endParaRPr>
                    </a:p>
                    <a:p>
                      <a:pPr marL="1130300" marR="71755" lvl="2">
                        <a:spcBef>
                          <a:spcPts val="285"/>
                        </a:spcBef>
                        <a:spcAft>
                          <a:spcPts val="285"/>
                        </a:spcAft>
                      </a:pPr>
                      <a:r>
                        <a:rPr lang="mn-MN" sz="900" kern="50">
                          <a:latin typeface="Arial" pitchFamily="34" charset="0"/>
                          <a:cs typeface="Arial" pitchFamily="34" charset="0"/>
                        </a:rPr>
                        <a:t>- Томъёоллыг хэсэгчлэн засварласан</a:t>
                      </a:r>
                      <a:endParaRPr lang="en-US" sz="900" kern="50">
                        <a:latin typeface="Arial" pitchFamily="34" charset="0"/>
                        <a:cs typeface="Arial" pitchFamily="34" charset="0"/>
                      </a:endParaRPr>
                    </a:p>
                    <a:p>
                      <a:pPr marL="1130300" marR="71755" lvl="2">
                        <a:spcBef>
                          <a:spcPts val="285"/>
                        </a:spcBef>
                        <a:spcAft>
                          <a:spcPts val="285"/>
                        </a:spcAft>
                      </a:pPr>
                      <a:r>
                        <a:rPr lang="mn-MN" sz="900" kern="50">
                          <a:latin typeface="Arial" pitchFamily="34" charset="0"/>
                          <a:cs typeface="Arial" pitchFamily="34" charset="0"/>
                        </a:rPr>
                        <a:t>- Томъёололд өөрчлөлт оруулсан</a:t>
                      </a:r>
                      <a:endParaRPr lang="en-US" sz="900" kern="50">
                        <a:latin typeface="Arial" pitchFamily="34" charset="0"/>
                        <a:cs typeface="Arial" pitchFamily="34" charset="0"/>
                      </a:endParaRPr>
                    </a:p>
                    <a:p>
                      <a:pPr marL="1130300" marR="71755" lvl="2">
                        <a:spcBef>
                          <a:spcPts val="285"/>
                        </a:spcBef>
                        <a:spcAft>
                          <a:spcPts val="285"/>
                        </a:spcAft>
                      </a:pPr>
                      <a:r>
                        <a:rPr lang="mn-MN" sz="900" kern="50">
                          <a:latin typeface="Arial" pitchFamily="34" charset="0"/>
                          <a:cs typeface="Arial" pitchFamily="34" charset="0"/>
                        </a:rPr>
                        <a:t>- Томъёололд хязгаарлалт тогтоосон</a:t>
                      </a:r>
                      <a:endParaRPr lang="en-US" sz="900" kern="50">
                        <a:latin typeface="Arial" pitchFamily="34" charset="0"/>
                        <a:cs typeface="Arial" pitchFamily="34" charset="0"/>
                      </a:endParaRPr>
                    </a:p>
                    <a:p>
                      <a:pPr marL="1130300" marR="71755" lvl="2">
                        <a:spcBef>
                          <a:spcPts val="285"/>
                        </a:spcBef>
                        <a:spcAft>
                          <a:spcPts val="285"/>
                        </a:spcAft>
                      </a:pPr>
                      <a:r>
                        <a:rPr lang="mn-MN" sz="900" kern="50">
                          <a:latin typeface="Arial" pitchFamily="34" charset="0"/>
                          <a:cs typeface="Arial" pitchFamily="34" charset="0"/>
                        </a:rPr>
                        <a:t>- Зураглалд засвар оруулсан</a:t>
                      </a:r>
                      <a:endParaRPr lang="en-US" sz="900" kern="50">
                        <a:latin typeface="Arial" pitchFamily="34" charset="0"/>
                        <a:cs typeface="Arial" pitchFamily="34" charset="0"/>
                      </a:endParaRPr>
                    </a:p>
                    <a:p>
                      <a:pPr marL="1130300" marR="71755" lvl="2">
                        <a:spcBef>
                          <a:spcPts val="285"/>
                        </a:spcBef>
                        <a:spcAft>
                          <a:spcPts val="285"/>
                        </a:spcAft>
                      </a:pPr>
                      <a:r>
                        <a:rPr lang="mn-MN" sz="900" kern="50">
                          <a:latin typeface="Arial" pitchFamily="34" charset="0"/>
                          <a:cs typeface="Arial" pitchFamily="34" charset="0"/>
                        </a:rPr>
                        <a:t>- Зураглалыг шинээр үйлдсэн </a:t>
                      </a:r>
                      <a:endParaRPr lang="en-US" sz="900" kern="50">
                        <a:latin typeface="Arial" pitchFamily="34" charset="0"/>
                        <a:cs typeface="Arial" pitchFamily="34" charset="0"/>
                      </a:endParaRPr>
                    </a:p>
                    <a:p>
                      <a:pPr marL="1130300" marR="71755" lvl="2">
                        <a:spcBef>
                          <a:spcPts val="285"/>
                        </a:spcBef>
                        <a:spcAft>
                          <a:spcPts val="285"/>
                        </a:spcAft>
                      </a:pPr>
                      <a:r>
                        <a:rPr lang="mn-MN" sz="900" kern="50">
                          <a:latin typeface="Arial" pitchFamily="34" charset="0"/>
                          <a:cs typeface="Arial" pitchFamily="34" charset="0"/>
                        </a:rPr>
                        <a:t>- </a:t>
                      </a:r>
                      <a:r>
                        <a:rPr lang="mn-MN" sz="900" u="sng" kern="50">
                          <a:latin typeface="Arial" pitchFamily="34" charset="0"/>
                          <a:cs typeface="Arial" pitchFamily="34" charset="0"/>
                        </a:rPr>
                        <a:t>Ашигтай загварын тодорхойлолт магадлан шүүлтэд тохирно</a:t>
                      </a:r>
                      <a:endParaRPr lang="en-US" sz="900" b="1" kern="50">
                        <a:latin typeface="Arial" pitchFamily="34" charset="0"/>
                        <a:ea typeface="바탕"/>
                        <a:cs typeface="Arial" pitchFamily="34" charset="0"/>
                      </a:endParaRPr>
                    </a:p>
                  </a:txBody>
                  <a:tcPr marL="14457" marR="14457" marT="14457" marB="14457"/>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26783">
                <a:tc gridSpan="5">
                  <a:txBody>
                    <a:bodyPr/>
                    <a:lstStyle/>
                    <a:p>
                      <a:pPr marL="71755" marR="71755">
                        <a:spcBef>
                          <a:spcPts val="565"/>
                        </a:spcBef>
                        <a:spcAft>
                          <a:spcPts val="565"/>
                        </a:spcAft>
                      </a:pPr>
                      <a:r>
                        <a:rPr lang="mn-MN" sz="900" kern="50">
                          <a:latin typeface="Arial" pitchFamily="34" charset="0"/>
                          <a:cs typeface="Arial" pitchFamily="34" charset="0"/>
                        </a:rPr>
                        <a:t>Олон улсын ангилал хайлтаар тогтоосон :</a:t>
                      </a:r>
                      <a:r>
                        <a:rPr lang="en-US" sz="900" kern="50">
                          <a:latin typeface="Arial" pitchFamily="34" charset="0"/>
                          <a:cs typeface="Arial" pitchFamily="34" charset="0"/>
                        </a:rPr>
                        <a:t> </a:t>
                      </a:r>
                      <a:endParaRPr lang="en-US" sz="900" b="1" kern="50">
                        <a:latin typeface="Arial" pitchFamily="34" charset="0"/>
                        <a:ea typeface="바탕"/>
                        <a:cs typeface="Arial" pitchFamily="34" charset="0"/>
                      </a:endParaRPr>
                    </a:p>
                  </a:txBody>
                  <a:tcPr marL="14457" marR="14457" marT="14457" marB="14457"/>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9"/>
                  </a:ext>
                </a:extLst>
              </a:tr>
              <a:tr h="126783">
                <a:tc gridSpan="5">
                  <a:txBody>
                    <a:bodyPr/>
                    <a:lstStyle/>
                    <a:p>
                      <a:pPr marL="2814955" marR="71755" lvl="6">
                        <a:spcBef>
                          <a:spcPts val="565"/>
                        </a:spcBef>
                        <a:spcAft>
                          <a:spcPts val="565"/>
                        </a:spcAft>
                      </a:pPr>
                      <a:r>
                        <a:rPr lang="en-US" sz="900" u="none" strike="noStrike" kern="50">
                          <a:latin typeface="Arial" pitchFamily="34" charset="0"/>
                          <a:cs typeface="Arial" pitchFamily="34" charset="0"/>
                          <a:hlinkClick r:id="rId3"/>
                        </a:rPr>
                        <a:t>H04M 15/08</a:t>
                      </a:r>
                      <a:endParaRPr lang="en-US" sz="900" b="1" kern="50">
                        <a:latin typeface="Arial" pitchFamily="34" charset="0"/>
                        <a:ea typeface="바탕"/>
                        <a:cs typeface="Arial" pitchFamily="34" charset="0"/>
                      </a:endParaRPr>
                    </a:p>
                  </a:txBody>
                  <a:tcPr marL="14457" marR="14457" marT="14457" marB="14457"/>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0"/>
                  </a:ext>
                </a:extLst>
              </a:tr>
              <a:tr h="126783">
                <a:tc gridSpan="5">
                  <a:txBody>
                    <a:bodyPr/>
                    <a:lstStyle/>
                    <a:p>
                      <a:pPr marL="71755" marR="71755">
                        <a:spcBef>
                          <a:spcPts val="565"/>
                        </a:spcBef>
                        <a:spcAft>
                          <a:spcPts val="565"/>
                        </a:spcAft>
                      </a:pPr>
                      <a:r>
                        <a:rPr lang="mn-MN" sz="900" kern="50">
                          <a:latin typeface="Arial" pitchFamily="34" charset="0"/>
                          <a:cs typeface="Arial" pitchFamily="34" charset="0"/>
                        </a:rPr>
                        <a:t>Шийдлийн томъёолол шалгуур хангасан эсэх :</a:t>
                      </a:r>
                      <a:endParaRPr lang="en-US" sz="900" b="1" kern="50">
                        <a:latin typeface="Arial" pitchFamily="34" charset="0"/>
                        <a:ea typeface="바탕"/>
                        <a:cs typeface="Arial" pitchFamily="34" charset="0"/>
                      </a:endParaRPr>
                    </a:p>
                  </a:txBody>
                  <a:tcPr marL="14457" marR="14457" marT="14457" marB="14457"/>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1"/>
                  </a:ext>
                </a:extLst>
              </a:tr>
              <a:tr h="126783">
                <a:tc>
                  <a:txBody>
                    <a:bodyPr/>
                    <a:lstStyle/>
                    <a:p>
                      <a:pPr marL="71755" marR="71755">
                        <a:spcAft>
                          <a:spcPts val="0"/>
                        </a:spcAft>
                      </a:pPr>
                      <a:endParaRPr lang="en-US" sz="900" b="1" kern="50">
                        <a:latin typeface="Arial" pitchFamily="34" charset="0"/>
                        <a:ea typeface="Arial"/>
                        <a:cs typeface="Arial" pitchFamily="34" charset="0"/>
                      </a:endParaRPr>
                    </a:p>
                  </a:txBody>
                  <a:tcPr marL="14457" marR="14457" marT="14457" marB="14457"/>
                </a:tc>
                <a:tc rowSpan="2">
                  <a:txBody>
                    <a:bodyPr/>
                    <a:lstStyle/>
                    <a:p>
                      <a:pPr marL="71755" marR="71755">
                        <a:spcAft>
                          <a:spcPts val="0"/>
                        </a:spcAft>
                      </a:pPr>
                      <a:r>
                        <a:rPr lang="mn-MN" sz="900" kern="50">
                          <a:latin typeface="Arial" pitchFamily="34" charset="0"/>
                          <a:cs typeface="Arial" pitchFamily="34" charset="0"/>
                        </a:rPr>
                        <a:t>Шинэ байдал </a:t>
                      </a:r>
                      <a:endParaRPr lang="en-US" sz="900" b="1" kern="50">
                        <a:latin typeface="Arial" pitchFamily="34" charset="0"/>
                        <a:ea typeface="바탕"/>
                        <a:cs typeface="Arial" pitchFamily="34" charset="0"/>
                      </a:endParaRPr>
                    </a:p>
                  </a:txBody>
                  <a:tcPr marL="14457" marR="14457" marT="14457" marB="14457"/>
                </a:tc>
                <a:tc>
                  <a:txBody>
                    <a:bodyPr/>
                    <a:lstStyle/>
                    <a:p>
                      <a:pPr marL="71755" marR="71755" algn="ctr">
                        <a:spcAft>
                          <a:spcPts val="0"/>
                        </a:spcAft>
                      </a:pPr>
                      <a:r>
                        <a:rPr lang="mn-MN" sz="900" kern="50">
                          <a:latin typeface="Arial" pitchFamily="34" charset="0"/>
                          <a:cs typeface="Arial" pitchFamily="34" charset="0"/>
                        </a:rPr>
                        <a:t>тийм</a:t>
                      </a:r>
                      <a:r>
                        <a:rPr lang="en-US" sz="900" kern="50">
                          <a:latin typeface="Arial" pitchFamily="34" charset="0"/>
                          <a:cs typeface="Arial" pitchFamily="34" charset="0"/>
                        </a:rPr>
                        <a:t> </a:t>
                      </a:r>
                      <a:endParaRPr lang="en-US" sz="900" b="1" kern="50">
                        <a:latin typeface="Arial" pitchFamily="34" charset="0"/>
                        <a:ea typeface="바탕"/>
                        <a:cs typeface="Arial" pitchFamily="34" charset="0"/>
                      </a:endParaRPr>
                    </a:p>
                  </a:txBody>
                  <a:tcPr marL="14457" marR="14457" marT="14457" marB="14457"/>
                </a:tc>
                <a:tc>
                  <a:txBody>
                    <a:bodyPr/>
                    <a:lstStyle/>
                    <a:p>
                      <a:pPr marL="71755" marR="71755">
                        <a:spcAft>
                          <a:spcPts val="0"/>
                        </a:spcAft>
                      </a:pPr>
                      <a:r>
                        <a:rPr lang="mn-MN" sz="900" kern="50">
                          <a:latin typeface="Arial" pitchFamily="34" charset="0"/>
                          <a:cs typeface="Arial" pitchFamily="34" charset="0"/>
                        </a:rPr>
                        <a:t>х</a:t>
                      </a:r>
                      <a:endParaRPr lang="en-US" sz="900" b="1" kern="50">
                        <a:latin typeface="Arial" pitchFamily="34" charset="0"/>
                        <a:ea typeface="바탕"/>
                        <a:cs typeface="Arial" pitchFamily="34" charset="0"/>
                      </a:endParaRPr>
                    </a:p>
                  </a:txBody>
                  <a:tcPr marL="14457" marR="14457" marT="14457" marB="14457"/>
                </a:tc>
                <a:tc>
                  <a:txBody>
                    <a:bodyPr/>
                    <a:lstStyle/>
                    <a:p>
                      <a:pPr marL="71755" marR="71755">
                        <a:spcAft>
                          <a:spcPts val="0"/>
                        </a:spcAft>
                      </a:pPr>
                      <a:endParaRPr lang="en-US" sz="900" b="1" kern="50">
                        <a:latin typeface="Arial" pitchFamily="34" charset="0"/>
                        <a:ea typeface="Arial"/>
                        <a:cs typeface="Arial" pitchFamily="34" charset="0"/>
                      </a:endParaRPr>
                    </a:p>
                  </a:txBody>
                  <a:tcPr marL="14457" marR="14457" marT="14457" marB="14457"/>
                </a:tc>
                <a:extLst>
                  <a:ext uri="{0D108BD9-81ED-4DB2-BD59-A6C34878D82A}">
                    <a16:rowId xmlns:a16="http://schemas.microsoft.com/office/drawing/2014/main" val="10012"/>
                  </a:ext>
                </a:extLst>
              </a:tr>
              <a:tr h="126783">
                <a:tc>
                  <a:txBody>
                    <a:bodyPr/>
                    <a:lstStyle/>
                    <a:p>
                      <a:pPr marL="71755" marR="71755">
                        <a:spcAft>
                          <a:spcPts val="0"/>
                        </a:spcAft>
                      </a:pPr>
                      <a:endParaRPr lang="en-US" sz="900" b="1" kern="50">
                        <a:latin typeface="Arial" pitchFamily="34" charset="0"/>
                        <a:ea typeface="Arial"/>
                        <a:cs typeface="Arial" pitchFamily="34" charset="0"/>
                      </a:endParaRPr>
                    </a:p>
                  </a:txBody>
                  <a:tcPr marL="14457" marR="14457" marT="14457" marB="14457"/>
                </a:tc>
                <a:tc vMerge="1">
                  <a:txBody>
                    <a:bodyPr/>
                    <a:lstStyle/>
                    <a:p>
                      <a:endParaRPr lang="en-US"/>
                    </a:p>
                  </a:txBody>
                  <a:tcPr/>
                </a:tc>
                <a:tc>
                  <a:txBody>
                    <a:bodyPr/>
                    <a:lstStyle/>
                    <a:p>
                      <a:pPr marL="71755" marR="71755" algn="ctr">
                        <a:spcAft>
                          <a:spcPts val="0"/>
                        </a:spcAft>
                      </a:pPr>
                      <a:r>
                        <a:rPr lang="mn-MN" sz="900" kern="50">
                          <a:latin typeface="Arial" pitchFamily="34" charset="0"/>
                          <a:cs typeface="Arial" pitchFamily="34" charset="0"/>
                        </a:rPr>
                        <a:t>үгүй</a:t>
                      </a:r>
                      <a:r>
                        <a:rPr lang="en-US" sz="900" kern="50">
                          <a:latin typeface="Arial" pitchFamily="34" charset="0"/>
                          <a:cs typeface="Arial" pitchFamily="34" charset="0"/>
                        </a:rPr>
                        <a:t> </a:t>
                      </a:r>
                      <a:endParaRPr lang="en-US" sz="900" b="1" kern="50">
                        <a:latin typeface="Arial" pitchFamily="34" charset="0"/>
                        <a:ea typeface="바탕"/>
                        <a:cs typeface="Arial" pitchFamily="34" charset="0"/>
                      </a:endParaRPr>
                    </a:p>
                  </a:txBody>
                  <a:tcPr marL="14457" marR="14457" marT="14457" marB="14457"/>
                </a:tc>
                <a:tc>
                  <a:txBody>
                    <a:bodyPr/>
                    <a:lstStyle/>
                    <a:p>
                      <a:pPr marL="71755" marR="71755">
                        <a:spcAft>
                          <a:spcPts val="0"/>
                        </a:spcAft>
                      </a:pPr>
                      <a:endParaRPr lang="en-US" sz="900" b="1" kern="50">
                        <a:latin typeface="Arial" pitchFamily="34" charset="0"/>
                        <a:ea typeface="Arial"/>
                        <a:cs typeface="Arial" pitchFamily="34" charset="0"/>
                      </a:endParaRPr>
                    </a:p>
                  </a:txBody>
                  <a:tcPr marL="14457" marR="14457" marT="14457" marB="14457"/>
                </a:tc>
                <a:tc>
                  <a:txBody>
                    <a:bodyPr/>
                    <a:lstStyle/>
                    <a:p>
                      <a:pPr marL="71755" marR="71755">
                        <a:spcAft>
                          <a:spcPts val="0"/>
                        </a:spcAft>
                      </a:pPr>
                      <a:endParaRPr lang="en-US" sz="900" b="1" kern="50">
                        <a:latin typeface="Arial" pitchFamily="34" charset="0"/>
                        <a:ea typeface="Arial"/>
                        <a:cs typeface="Arial" pitchFamily="34" charset="0"/>
                      </a:endParaRPr>
                    </a:p>
                  </a:txBody>
                  <a:tcPr marL="14457" marR="14457" marT="14457" marB="14457"/>
                </a:tc>
                <a:extLst>
                  <a:ext uri="{0D108BD9-81ED-4DB2-BD59-A6C34878D82A}">
                    <a16:rowId xmlns:a16="http://schemas.microsoft.com/office/drawing/2014/main" val="10013"/>
                  </a:ext>
                </a:extLst>
              </a:tr>
              <a:tr h="126783">
                <a:tc>
                  <a:txBody>
                    <a:bodyPr/>
                    <a:lstStyle/>
                    <a:p>
                      <a:pPr marL="71755" marR="71755">
                        <a:spcAft>
                          <a:spcPts val="0"/>
                        </a:spcAft>
                      </a:pPr>
                      <a:endParaRPr lang="en-US" sz="900" b="1" kern="50">
                        <a:latin typeface="Arial" pitchFamily="34" charset="0"/>
                        <a:ea typeface="Arial"/>
                        <a:cs typeface="Arial" pitchFamily="34" charset="0"/>
                      </a:endParaRPr>
                    </a:p>
                  </a:txBody>
                  <a:tcPr marL="14457" marR="14457" marT="14457" marB="14457"/>
                </a:tc>
                <a:tc rowSpan="2">
                  <a:txBody>
                    <a:bodyPr/>
                    <a:lstStyle/>
                    <a:p>
                      <a:pPr marL="71755" marR="71755">
                        <a:spcAft>
                          <a:spcPts val="0"/>
                        </a:spcAft>
                      </a:pPr>
                      <a:r>
                        <a:rPr lang="mn-MN" sz="900" kern="50">
                          <a:latin typeface="Arial" pitchFamily="34" charset="0"/>
                          <a:cs typeface="Arial" pitchFamily="34" charset="0"/>
                        </a:rPr>
                        <a:t>Үйлдвэрдлэлд ашиглагдах боломж</a:t>
                      </a:r>
                      <a:r>
                        <a:rPr lang="en-US" sz="900" kern="50">
                          <a:latin typeface="Arial" pitchFamily="34" charset="0"/>
                          <a:cs typeface="Arial" pitchFamily="34" charset="0"/>
                        </a:rPr>
                        <a:t> </a:t>
                      </a:r>
                      <a:endParaRPr lang="en-US" sz="900" b="1" kern="50">
                        <a:latin typeface="Arial" pitchFamily="34" charset="0"/>
                        <a:ea typeface="바탕"/>
                        <a:cs typeface="Arial" pitchFamily="34" charset="0"/>
                      </a:endParaRPr>
                    </a:p>
                  </a:txBody>
                  <a:tcPr marL="14457" marR="14457" marT="14457" marB="14457"/>
                </a:tc>
                <a:tc>
                  <a:txBody>
                    <a:bodyPr/>
                    <a:lstStyle/>
                    <a:p>
                      <a:pPr marL="71755" marR="71755" algn="ctr">
                        <a:spcAft>
                          <a:spcPts val="0"/>
                        </a:spcAft>
                      </a:pPr>
                      <a:r>
                        <a:rPr lang="mn-MN" sz="900" kern="50">
                          <a:latin typeface="Arial" pitchFamily="34" charset="0"/>
                          <a:cs typeface="Arial" pitchFamily="34" charset="0"/>
                        </a:rPr>
                        <a:t>тийм</a:t>
                      </a:r>
                      <a:r>
                        <a:rPr lang="en-US" sz="900" kern="50">
                          <a:latin typeface="Arial" pitchFamily="34" charset="0"/>
                          <a:cs typeface="Arial" pitchFamily="34" charset="0"/>
                        </a:rPr>
                        <a:t> </a:t>
                      </a:r>
                      <a:endParaRPr lang="en-US" sz="900" b="1" kern="50">
                        <a:latin typeface="Arial" pitchFamily="34" charset="0"/>
                        <a:ea typeface="바탕"/>
                        <a:cs typeface="Arial" pitchFamily="34" charset="0"/>
                      </a:endParaRPr>
                    </a:p>
                  </a:txBody>
                  <a:tcPr marL="14457" marR="14457" marT="14457" marB="14457"/>
                </a:tc>
                <a:tc>
                  <a:txBody>
                    <a:bodyPr/>
                    <a:lstStyle/>
                    <a:p>
                      <a:pPr marL="71755" marR="71755">
                        <a:spcAft>
                          <a:spcPts val="0"/>
                        </a:spcAft>
                      </a:pPr>
                      <a:r>
                        <a:rPr lang="mn-MN" sz="900" kern="50">
                          <a:latin typeface="Arial" pitchFamily="34" charset="0"/>
                          <a:cs typeface="Arial" pitchFamily="34" charset="0"/>
                        </a:rPr>
                        <a:t>х</a:t>
                      </a:r>
                      <a:endParaRPr lang="en-US" sz="900" b="1" kern="50">
                        <a:latin typeface="Arial" pitchFamily="34" charset="0"/>
                        <a:ea typeface="바탕"/>
                        <a:cs typeface="Arial" pitchFamily="34" charset="0"/>
                      </a:endParaRPr>
                    </a:p>
                  </a:txBody>
                  <a:tcPr marL="14457" marR="14457" marT="14457" marB="14457"/>
                </a:tc>
                <a:tc>
                  <a:txBody>
                    <a:bodyPr/>
                    <a:lstStyle/>
                    <a:p>
                      <a:pPr marL="71755" marR="71755">
                        <a:spcAft>
                          <a:spcPts val="0"/>
                        </a:spcAft>
                      </a:pPr>
                      <a:endParaRPr lang="en-US" sz="900" b="1" kern="50">
                        <a:latin typeface="Arial" pitchFamily="34" charset="0"/>
                        <a:ea typeface="Arial"/>
                        <a:cs typeface="Arial" pitchFamily="34" charset="0"/>
                      </a:endParaRPr>
                    </a:p>
                  </a:txBody>
                  <a:tcPr marL="14457" marR="14457" marT="14457" marB="14457"/>
                </a:tc>
                <a:extLst>
                  <a:ext uri="{0D108BD9-81ED-4DB2-BD59-A6C34878D82A}">
                    <a16:rowId xmlns:a16="http://schemas.microsoft.com/office/drawing/2014/main" val="10014"/>
                  </a:ext>
                </a:extLst>
              </a:tr>
              <a:tr h="126783">
                <a:tc>
                  <a:txBody>
                    <a:bodyPr/>
                    <a:lstStyle/>
                    <a:p>
                      <a:pPr marL="71755" marR="71755">
                        <a:spcAft>
                          <a:spcPts val="0"/>
                        </a:spcAft>
                      </a:pPr>
                      <a:endParaRPr lang="en-US" sz="900" b="1" kern="50">
                        <a:latin typeface="Arial" pitchFamily="34" charset="0"/>
                        <a:ea typeface="Arial"/>
                        <a:cs typeface="Arial" pitchFamily="34" charset="0"/>
                      </a:endParaRPr>
                    </a:p>
                  </a:txBody>
                  <a:tcPr marL="14457" marR="14457" marT="14457" marB="14457"/>
                </a:tc>
                <a:tc vMerge="1">
                  <a:txBody>
                    <a:bodyPr/>
                    <a:lstStyle/>
                    <a:p>
                      <a:endParaRPr lang="en-US"/>
                    </a:p>
                  </a:txBody>
                  <a:tcPr/>
                </a:tc>
                <a:tc>
                  <a:txBody>
                    <a:bodyPr/>
                    <a:lstStyle/>
                    <a:p>
                      <a:pPr marL="71755" marR="71755" algn="ctr">
                        <a:spcAft>
                          <a:spcPts val="0"/>
                        </a:spcAft>
                      </a:pPr>
                      <a:r>
                        <a:rPr lang="mn-MN" sz="900" kern="50">
                          <a:latin typeface="Arial" pitchFamily="34" charset="0"/>
                          <a:cs typeface="Arial" pitchFamily="34" charset="0"/>
                        </a:rPr>
                        <a:t>үгүй</a:t>
                      </a:r>
                      <a:r>
                        <a:rPr lang="en-US" sz="900" kern="50">
                          <a:latin typeface="Arial" pitchFamily="34" charset="0"/>
                          <a:cs typeface="Arial" pitchFamily="34" charset="0"/>
                        </a:rPr>
                        <a:t> </a:t>
                      </a:r>
                      <a:endParaRPr lang="en-US" sz="900" b="1" kern="50">
                        <a:latin typeface="Arial" pitchFamily="34" charset="0"/>
                        <a:ea typeface="바탕"/>
                        <a:cs typeface="Arial" pitchFamily="34" charset="0"/>
                      </a:endParaRPr>
                    </a:p>
                  </a:txBody>
                  <a:tcPr marL="14457" marR="14457" marT="14457" marB="14457"/>
                </a:tc>
                <a:tc>
                  <a:txBody>
                    <a:bodyPr/>
                    <a:lstStyle/>
                    <a:p>
                      <a:pPr marL="71755" marR="71755">
                        <a:spcAft>
                          <a:spcPts val="0"/>
                        </a:spcAft>
                      </a:pPr>
                      <a:endParaRPr lang="en-US" sz="900" b="1" kern="50">
                        <a:latin typeface="Arial" pitchFamily="34" charset="0"/>
                        <a:ea typeface="Arial"/>
                        <a:cs typeface="Arial" pitchFamily="34" charset="0"/>
                      </a:endParaRPr>
                    </a:p>
                  </a:txBody>
                  <a:tcPr marL="14457" marR="14457" marT="14457" marB="14457"/>
                </a:tc>
                <a:tc>
                  <a:txBody>
                    <a:bodyPr/>
                    <a:lstStyle/>
                    <a:p>
                      <a:pPr marL="71755" marR="71755">
                        <a:spcAft>
                          <a:spcPts val="0"/>
                        </a:spcAft>
                      </a:pPr>
                      <a:endParaRPr lang="en-US" sz="900" b="1" kern="50">
                        <a:latin typeface="Arial" pitchFamily="34" charset="0"/>
                        <a:ea typeface="Arial"/>
                        <a:cs typeface="Arial" pitchFamily="34" charset="0"/>
                      </a:endParaRPr>
                    </a:p>
                  </a:txBody>
                  <a:tcPr marL="14457" marR="14457" marT="14457" marB="14457"/>
                </a:tc>
                <a:extLst>
                  <a:ext uri="{0D108BD9-81ED-4DB2-BD59-A6C34878D82A}">
                    <a16:rowId xmlns:a16="http://schemas.microsoft.com/office/drawing/2014/main" val="10015"/>
                  </a:ext>
                </a:extLst>
              </a:tr>
              <a:tr h="126783">
                <a:tc gridSpan="5">
                  <a:txBody>
                    <a:bodyPr/>
                    <a:lstStyle/>
                    <a:p>
                      <a:pPr marL="71755" marR="71755">
                        <a:spcBef>
                          <a:spcPts val="565"/>
                        </a:spcBef>
                        <a:spcAft>
                          <a:spcPts val="565"/>
                        </a:spcAft>
                      </a:pPr>
                      <a:endParaRPr lang="en-US" sz="900" b="1" kern="50">
                        <a:latin typeface="Arial" pitchFamily="34" charset="0"/>
                        <a:ea typeface="Arial"/>
                        <a:cs typeface="Arial" pitchFamily="34" charset="0"/>
                      </a:endParaRPr>
                    </a:p>
                  </a:txBody>
                  <a:tcPr marL="14457" marR="14457" marT="14457" marB="14457"/>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6"/>
                  </a:ext>
                </a:extLst>
              </a:tr>
              <a:tr h="310600">
                <a:tc gridSpan="5">
                  <a:txBody>
                    <a:bodyPr/>
                    <a:lstStyle/>
                    <a:p>
                      <a:pPr marL="71755" marR="71755">
                        <a:spcBef>
                          <a:spcPts val="565"/>
                        </a:spcBef>
                        <a:spcAft>
                          <a:spcPts val="565"/>
                        </a:spcAft>
                      </a:pPr>
                      <a:r>
                        <a:rPr lang="mn-MN" sz="900" kern="50">
                          <a:latin typeface="Arial" pitchFamily="34" charset="0"/>
                          <a:cs typeface="Arial" pitchFamily="34" charset="0"/>
                        </a:rPr>
                        <a:t>Монгол Улсын Патентийн тухай хуулийн </a:t>
                      </a:r>
                      <a:r>
                        <a:rPr lang="en-US" sz="900" kern="50">
                          <a:latin typeface="Arial" pitchFamily="34" charset="0"/>
                          <a:cs typeface="Arial" pitchFamily="34" charset="0"/>
                        </a:rPr>
                        <a:t>6-</a:t>
                      </a:r>
                      <a:r>
                        <a:rPr lang="mn-MN" sz="900" kern="50">
                          <a:latin typeface="Arial" pitchFamily="34" charset="0"/>
                          <a:cs typeface="Arial" pitchFamily="34" charset="0"/>
                        </a:rPr>
                        <a:t>р  зүйлийн 1 –т заасан заалтыг үндэслэн ашигтай загварт доорхи томъёоллын хүрээнд гэрчилгээ  олгохоор шийдвэрлэв.</a:t>
                      </a:r>
                      <a:endParaRPr lang="en-US" sz="900" b="1" kern="50">
                        <a:latin typeface="Arial" pitchFamily="34" charset="0"/>
                        <a:ea typeface="바탕"/>
                        <a:cs typeface="Arial" pitchFamily="34" charset="0"/>
                      </a:endParaRPr>
                    </a:p>
                  </a:txBody>
                  <a:tcPr marL="14457" marR="14457" marT="14457" marB="14457"/>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7"/>
                  </a:ext>
                </a:extLst>
              </a:tr>
              <a:tr h="126783">
                <a:tc gridSpan="5">
                  <a:txBody>
                    <a:bodyPr/>
                    <a:lstStyle/>
                    <a:p>
                      <a:pPr marL="71755" marR="71755">
                        <a:spcBef>
                          <a:spcPts val="565"/>
                        </a:spcBef>
                        <a:spcAft>
                          <a:spcPts val="565"/>
                        </a:spcAft>
                      </a:pPr>
                      <a:r>
                        <a:rPr lang="mn-MN" sz="900" kern="50">
                          <a:latin typeface="Arial" pitchFamily="34" charset="0"/>
                          <a:cs typeface="Arial" pitchFamily="34" charset="0"/>
                        </a:rPr>
                        <a:t>Томъёолол : </a:t>
                      </a:r>
                      <a:endParaRPr lang="en-US" sz="900" b="1" kern="50">
                        <a:latin typeface="Arial" pitchFamily="34" charset="0"/>
                        <a:ea typeface="바탕"/>
                        <a:cs typeface="Arial" pitchFamily="34" charset="0"/>
                      </a:endParaRPr>
                    </a:p>
                  </a:txBody>
                  <a:tcPr marL="14457" marR="14457" marT="14457" marB="14457"/>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8"/>
                  </a:ext>
                </a:extLst>
              </a:tr>
            </a:tbl>
          </a:graphicData>
        </a:graphic>
      </p:graphicFrame>
      <p:graphicFrame>
        <p:nvGraphicFramePr>
          <p:cNvPr id="166913" name="Object 1"/>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4" imgW="32961960" imgH="6570720" progId="">
                  <p:embed/>
                </p:oleObj>
              </mc:Choice>
              <mc:Fallback>
                <p:oleObj name="CorelDRAW" r:id="rId4" imgW="32961960" imgH="6570720" progId="">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Rot="1" noChangeArrowheads="1"/>
          </p:cNvSpPr>
          <p:nvPr/>
        </p:nvSpPr>
        <p:spPr>
          <a:xfrm>
            <a:off x="1714480" y="214290"/>
            <a:ext cx="6000792" cy="944562"/>
          </a:xfrm>
          <a:prstGeom prst="rect">
            <a:avLst/>
          </a:prstGeom>
        </p:spPr>
        <p:txBody>
          <a:bodyPr vert="horz" lIns="91440" tIns="45720" rIns="91440" bIns="45720" rtlCol="0" anchor="ctr">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mn-MN" sz="2400" b="1" u="none" strike="noStrike" kern="1200" spc="50" normalizeH="0" baseline="0" noProof="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j-ea"/>
                <a:cs typeface="Arial" pitchFamily="34" charset="0"/>
              </a:rPr>
              <a:t>Бүтээгдэхүүний загвар</a:t>
            </a:r>
            <a:endParaRPr kumimoji="0" lang="en-US" sz="2400" b="1" u="none" strike="noStrike" kern="1200" spc="50" normalizeH="0" baseline="0" noProof="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j-ea"/>
              <a:cs typeface="Arial" pitchFamily="34" charset="0"/>
            </a:endParaRPr>
          </a:p>
        </p:txBody>
      </p:sp>
      <p:grpSp>
        <p:nvGrpSpPr>
          <p:cNvPr id="5" name="Group 13"/>
          <p:cNvGrpSpPr/>
          <p:nvPr/>
        </p:nvGrpSpPr>
        <p:grpSpPr>
          <a:xfrm>
            <a:off x="678450" y="1357298"/>
            <a:ext cx="7474950" cy="4270484"/>
            <a:chOff x="678450" y="1447800"/>
            <a:chExt cx="7703550" cy="4422884"/>
          </a:xfrm>
        </p:grpSpPr>
        <p:pic>
          <p:nvPicPr>
            <p:cNvPr id="6" name="Picture 7" descr="D:\My Documents\1.Burtgel-Statistik 2009\18. Presentation\Industrial design\1470.jpg"/>
            <p:cNvPicPr>
              <a:picLocks noChangeAspect="1" noChangeArrowheads="1"/>
            </p:cNvPicPr>
            <p:nvPr/>
          </p:nvPicPr>
          <p:blipFill>
            <a:blip r:embed="rId3" cstate="print"/>
            <a:srcRect/>
            <a:stretch>
              <a:fillRect/>
            </a:stretch>
          </p:blipFill>
          <p:spPr bwMode="auto">
            <a:xfrm>
              <a:off x="1293778" y="1828800"/>
              <a:ext cx="1601822" cy="1392621"/>
            </a:xfrm>
            <a:prstGeom prst="rect">
              <a:avLst/>
            </a:prstGeom>
            <a:ln>
              <a:noFill/>
            </a:ln>
            <a:effectLst>
              <a:outerShdw blurRad="292100" dist="139700" dir="2700000" algn="tl" rotWithShape="0">
                <a:srgbClr val="333333">
                  <a:alpha val="65000"/>
                </a:srgbClr>
              </a:outerShdw>
            </a:effectLst>
          </p:spPr>
        </p:pic>
        <p:pic>
          <p:nvPicPr>
            <p:cNvPr id="7" name="Picture 9" descr="D:\My Documents\1.Burtgel-Statistik 2009\18. Presentation\Industrial design\1419-01.jpg"/>
            <p:cNvPicPr>
              <a:picLocks noChangeAspect="1" noChangeArrowheads="1"/>
            </p:cNvPicPr>
            <p:nvPr/>
          </p:nvPicPr>
          <p:blipFill>
            <a:blip r:embed="rId4" cstate="print"/>
            <a:srcRect/>
            <a:stretch>
              <a:fillRect/>
            </a:stretch>
          </p:blipFill>
          <p:spPr bwMode="auto">
            <a:xfrm>
              <a:off x="6153839" y="4038600"/>
              <a:ext cx="2228161" cy="1640888"/>
            </a:xfrm>
            <a:prstGeom prst="rect">
              <a:avLst/>
            </a:prstGeom>
            <a:ln>
              <a:noFill/>
            </a:ln>
            <a:effectLst>
              <a:outerShdw blurRad="292100" dist="139700" dir="2700000" algn="tl" rotWithShape="0">
                <a:srgbClr val="333333">
                  <a:alpha val="65000"/>
                </a:srgbClr>
              </a:outerShdw>
            </a:effectLst>
          </p:spPr>
        </p:pic>
        <p:pic>
          <p:nvPicPr>
            <p:cNvPr id="8" name="Picture 1" descr="D:\My Documents\1.Burtgel-Statistik 2009\18. Presentation\New Folder\KOZO-Lamps[1].jpg"/>
            <p:cNvPicPr>
              <a:picLocks noChangeAspect="1" noChangeArrowheads="1"/>
            </p:cNvPicPr>
            <p:nvPr/>
          </p:nvPicPr>
          <p:blipFill>
            <a:blip r:embed="rId5" cstate="print"/>
            <a:srcRect/>
            <a:stretch>
              <a:fillRect/>
            </a:stretch>
          </p:blipFill>
          <p:spPr bwMode="auto">
            <a:xfrm>
              <a:off x="3852494" y="3505200"/>
              <a:ext cx="1726436" cy="2365484"/>
            </a:xfrm>
            <a:prstGeom prst="rect">
              <a:avLst/>
            </a:prstGeom>
            <a:ln>
              <a:noFill/>
            </a:ln>
            <a:effectLst>
              <a:outerShdw blurRad="292100" dist="139700" dir="2700000" algn="tl" rotWithShape="0">
                <a:srgbClr val="333333">
                  <a:alpha val="65000"/>
                </a:srgbClr>
              </a:outerShdw>
            </a:effectLst>
          </p:spPr>
        </p:pic>
        <p:pic>
          <p:nvPicPr>
            <p:cNvPr id="9" name="Picture 2" descr="http://www.yankodesign.com/images/design_news/2007/10/22/canon_snap.jpg"/>
            <p:cNvPicPr>
              <a:picLocks noChangeAspect="1" noChangeArrowheads="1"/>
            </p:cNvPicPr>
            <p:nvPr/>
          </p:nvPicPr>
          <p:blipFill>
            <a:blip r:embed="rId6" cstate="print"/>
            <a:srcRect/>
            <a:stretch>
              <a:fillRect/>
            </a:stretch>
          </p:blipFill>
          <p:spPr bwMode="auto">
            <a:xfrm>
              <a:off x="678450" y="3962400"/>
              <a:ext cx="2293350" cy="1524000"/>
            </a:xfrm>
            <a:prstGeom prst="rect">
              <a:avLst/>
            </a:prstGeom>
            <a:ln>
              <a:noFill/>
            </a:ln>
            <a:effectLst>
              <a:outerShdw blurRad="292100" dist="139700" dir="2700000" algn="tl" rotWithShape="0">
                <a:srgbClr val="333333">
                  <a:alpha val="65000"/>
                </a:srgbClr>
              </a:outerShdw>
            </a:effectLst>
          </p:spPr>
        </p:pic>
        <p:pic>
          <p:nvPicPr>
            <p:cNvPr id="10" name="Picture 6" descr="http://www.yankodesign.com/images/design_news/2007/08/06/showe_bar2.jpg"/>
            <p:cNvPicPr>
              <a:picLocks noChangeAspect="1" noChangeArrowheads="1"/>
            </p:cNvPicPr>
            <p:nvPr/>
          </p:nvPicPr>
          <p:blipFill>
            <a:blip r:embed="rId7" cstate="print"/>
            <a:srcRect/>
            <a:stretch>
              <a:fillRect/>
            </a:stretch>
          </p:blipFill>
          <p:spPr bwMode="auto">
            <a:xfrm>
              <a:off x="5867400" y="1675423"/>
              <a:ext cx="2514600" cy="1601177"/>
            </a:xfrm>
            <a:prstGeom prst="rect">
              <a:avLst/>
            </a:prstGeom>
            <a:noFill/>
          </p:spPr>
        </p:pic>
        <p:pic>
          <p:nvPicPr>
            <p:cNvPr id="11" name="Picture 3" descr="D:\My Documents\1.Burtgel-Statistik 2009\18. Presentation\Industrial design\1514-02.jpg"/>
            <p:cNvPicPr>
              <a:picLocks noChangeAspect="1" noChangeArrowheads="1"/>
            </p:cNvPicPr>
            <p:nvPr/>
          </p:nvPicPr>
          <p:blipFill>
            <a:blip r:embed="rId8" cstate="print"/>
            <a:srcRect/>
            <a:stretch>
              <a:fillRect/>
            </a:stretch>
          </p:blipFill>
          <p:spPr bwMode="auto">
            <a:xfrm>
              <a:off x="3581400" y="1447800"/>
              <a:ext cx="1604809" cy="1912883"/>
            </a:xfrm>
            <a:prstGeom prst="rect">
              <a:avLst/>
            </a:prstGeom>
            <a:ln>
              <a:noFill/>
            </a:ln>
            <a:effectLst>
              <a:outerShdw blurRad="292100" dist="139700" dir="2700000" algn="tl" rotWithShape="0">
                <a:srgbClr val="333333">
                  <a:alpha val="65000"/>
                </a:srgbClr>
              </a:outerShdw>
            </a:effectLst>
          </p:spPr>
        </p:pic>
      </p:grpSp>
      <p:graphicFrame>
        <p:nvGraphicFramePr>
          <p:cNvPr id="194562" name="Object 2"/>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9" imgW="32961960" imgH="6570720" progId="">
                  <p:embed/>
                </p:oleObj>
              </mc:Choice>
              <mc:Fallback>
                <p:oleObj name="CorelDRAW" r:id="rId9" imgW="32961960" imgH="6570720" progId="">
                  <p:embed/>
                  <p:pic>
                    <p:nvPicPr>
                      <p:cNvPr id="0" name="Picture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766762" y="1385902"/>
            <a:ext cx="7591452" cy="4114800"/>
            <a:chOff x="711961" y="1524000"/>
            <a:chExt cx="7971725" cy="4264526"/>
          </a:xfrm>
        </p:grpSpPr>
        <p:pic>
          <p:nvPicPr>
            <p:cNvPr id="5" name="Picture 8" descr="D:\My Documents\1.Burtgel-Statistik 2009\18. Presentation\Industrial design\1379.JPG"/>
            <p:cNvPicPr>
              <a:picLocks noChangeAspect="1" noChangeArrowheads="1"/>
            </p:cNvPicPr>
            <p:nvPr/>
          </p:nvPicPr>
          <p:blipFill>
            <a:blip r:embed="rId3" cstate="print"/>
            <a:srcRect/>
            <a:stretch>
              <a:fillRect/>
            </a:stretch>
          </p:blipFill>
          <p:spPr bwMode="auto">
            <a:xfrm>
              <a:off x="6629400" y="1576137"/>
              <a:ext cx="2054286" cy="1700463"/>
            </a:xfrm>
            <a:prstGeom prst="rect">
              <a:avLst/>
            </a:prstGeom>
            <a:ln>
              <a:noFill/>
            </a:ln>
            <a:effectLst>
              <a:outerShdw blurRad="292100" dist="139700" dir="2700000" algn="tl" rotWithShape="0">
                <a:srgbClr val="333333">
                  <a:alpha val="65000"/>
                </a:srgbClr>
              </a:outerShdw>
            </a:effectLst>
          </p:spPr>
        </p:pic>
        <p:pic>
          <p:nvPicPr>
            <p:cNvPr id="6" name="Picture 3" descr="D:\My Documents\1.Burtgel-Statistik 2009\18. Presentation\Industrial design\1348.JPG"/>
            <p:cNvPicPr>
              <a:picLocks noChangeAspect="1" noChangeArrowheads="1"/>
            </p:cNvPicPr>
            <p:nvPr/>
          </p:nvPicPr>
          <p:blipFill>
            <a:blip r:embed="rId4" cstate="print"/>
            <a:srcRect/>
            <a:stretch>
              <a:fillRect/>
            </a:stretch>
          </p:blipFill>
          <p:spPr bwMode="auto">
            <a:xfrm>
              <a:off x="5029200" y="3733800"/>
              <a:ext cx="869880" cy="2054726"/>
            </a:xfrm>
            <a:prstGeom prst="rect">
              <a:avLst/>
            </a:prstGeom>
            <a:ln>
              <a:noFill/>
            </a:ln>
            <a:effectLst>
              <a:outerShdw blurRad="292100" dist="139700" dir="2700000" algn="tl" rotWithShape="0">
                <a:srgbClr val="333333">
                  <a:alpha val="65000"/>
                </a:srgbClr>
              </a:outerShdw>
            </a:effectLst>
          </p:spPr>
        </p:pic>
        <p:pic>
          <p:nvPicPr>
            <p:cNvPr id="7" name="Picture 7" descr="m003_000"/>
            <p:cNvPicPr>
              <a:picLocks noGrp="1" noChangeAspect="1" noChangeArrowheads="1"/>
            </p:cNvPicPr>
            <p:nvPr>
              <p:ph idx="1"/>
            </p:nvPr>
          </p:nvPicPr>
          <p:blipFill>
            <a:blip r:embed="rId5" cstate="print"/>
            <a:srcRect/>
            <a:stretch>
              <a:fillRect/>
            </a:stretch>
          </p:blipFill>
          <p:spPr>
            <a:xfrm>
              <a:off x="711961" y="4041273"/>
              <a:ext cx="1752600" cy="1341438"/>
            </a:xfrm>
            <a:prstGeom prst="rect">
              <a:avLst/>
            </a:prstGeom>
            <a:ln>
              <a:noFill/>
            </a:ln>
            <a:effectLst>
              <a:outerShdw blurRad="292100" dist="139700" dir="2700000" algn="tl" rotWithShape="0">
                <a:srgbClr val="333333">
                  <a:alpha val="65000"/>
                </a:srgbClr>
              </a:outerShdw>
            </a:effectLst>
          </p:spPr>
        </p:pic>
        <p:pic>
          <p:nvPicPr>
            <p:cNvPr id="8" name="Picture 4" descr="D:\My Documents\1.Burtgel-Statistik 2009\18. Presentation\Industrial design\1362-03.jpg"/>
            <p:cNvPicPr>
              <a:picLocks noChangeAspect="1" noChangeArrowheads="1"/>
            </p:cNvPicPr>
            <p:nvPr/>
          </p:nvPicPr>
          <p:blipFill>
            <a:blip r:embed="rId6" cstate="print"/>
            <a:srcRect/>
            <a:stretch>
              <a:fillRect/>
            </a:stretch>
          </p:blipFill>
          <p:spPr bwMode="auto">
            <a:xfrm>
              <a:off x="6422618" y="4085390"/>
              <a:ext cx="1806982" cy="1346200"/>
            </a:xfrm>
            <a:prstGeom prst="rect">
              <a:avLst/>
            </a:prstGeom>
            <a:ln>
              <a:noFill/>
            </a:ln>
            <a:effectLst>
              <a:outerShdw blurRad="292100" dist="139700" dir="2700000" algn="tl" rotWithShape="0">
                <a:srgbClr val="333333">
                  <a:alpha val="65000"/>
                </a:srgbClr>
              </a:outerShdw>
            </a:effectLst>
          </p:spPr>
        </p:pic>
        <p:pic>
          <p:nvPicPr>
            <p:cNvPr id="9" name="Picture 7"/>
            <p:cNvPicPr>
              <a:picLocks noChangeAspect="1" noChangeArrowheads="1"/>
            </p:cNvPicPr>
            <p:nvPr/>
          </p:nvPicPr>
          <p:blipFill>
            <a:blip r:embed="rId7" cstate="print"/>
            <a:srcRect/>
            <a:stretch>
              <a:fillRect/>
            </a:stretch>
          </p:blipFill>
          <p:spPr bwMode="auto">
            <a:xfrm>
              <a:off x="2743201" y="3657600"/>
              <a:ext cx="1752600" cy="2060846"/>
            </a:xfrm>
            <a:prstGeom prst="rect">
              <a:avLst/>
            </a:prstGeom>
            <a:ln>
              <a:noFill/>
            </a:ln>
            <a:effectLst>
              <a:outerShdw blurRad="292100" dist="139700" dir="2700000" algn="tl" rotWithShape="0">
                <a:srgbClr val="333333">
                  <a:alpha val="65000"/>
                </a:srgbClr>
              </a:outerShdw>
            </a:effectLst>
          </p:spPr>
        </p:pic>
        <p:pic>
          <p:nvPicPr>
            <p:cNvPr id="10" name="Picture 5" descr="http://www.wipo.int/ipdl/IPDL-IMAGES/HAGUE-BULL-IMAGES/200411/066028/m001_001.jpg"/>
            <p:cNvPicPr>
              <a:picLocks noChangeAspect="1" noChangeArrowheads="1"/>
            </p:cNvPicPr>
            <p:nvPr/>
          </p:nvPicPr>
          <p:blipFill>
            <a:blip r:embed="rId8" r:link="rId9" cstate="print">
              <a:lum bright="-12000" contrast="30000"/>
            </a:blip>
            <a:srcRect/>
            <a:stretch>
              <a:fillRect/>
            </a:stretch>
          </p:blipFill>
          <p:spPr bwMode="auto">
            <a:xfrm>
              <a:off x="762001" y="1600200"/>
              <a:ext cx="1600200" cy="1580777"/>
            </a:xfrm>
            <a:prstGeom prst="rect">
              <a:avLst/>
            </a:prstGeom>
            <a:ln>
              <a:noFill/>
            </a:ln>
            <a:effectLst>
              <a:outerShdw blurRad="292100" dist="139700" dir="2700000" algn="tl" rotWithShape="0">
                <a:srgbClr val="333333">
                  <a:alpha val="65000"/>
                </a:srgbClr>
              </a:outerShdw>
            </a:effectLst>
          </p:spPr>
        </p:pic>
        <p:pic>
          <p:nvPicPr>
            <p:cNvPr id="11" name="Picture 11" descr="http://www.wipo.int/ipdl/IPDL-IMAGES/HAGUE-BULL-IMAGES/200407/065543/s001_001.jpg">
              <a:hlinkClick r:id="rId10"/>
            </p:cNvPr>
            <p:cNvPicPr>
              <a:picLocks noChangeAspect="1" noChangeArrowheads="1"/>
            </p:cNvPicPr>
            <p:nvPr/>
          </p:nvPicPr>
          <p:blipFill>
            <a:blip r:embed="rId11" r:link="rId12" cstate="print"/>
            <a:srcRect/>
            <a:stretch>
              <a:fillRect/>
            </a:stretch>
          </p:blipFill>
          <p:spPr bwMode="auto">
            <a:xfrm>
              <a:off x="2743200" y="1524000"/>
              <a:ext cx="1219597" cy="1709217"/>
            </a:xfrm>
            <a:prstGeom prst="rect">
              <a:avLst/>
            </a:prstGeom>
            <a:ln>
              <a:noFill/>
            </a:ln>
            <a:effectLst>
              <a:outerShdw blurRad="292100" dist="139700" dir="2700000" algn="tl" rotWithShape="0">
                <a:srgbClr val="333333">
                  <a:alpha val="65000"/>
                </a:srgbClr>
              </a:outerShdw>
            </a:effectLst>
          </p:spPr>
        </p:pic>
        <p:pic>
          <p:nvPicPr>
            <p:cNvPr id="12" name="Picture 9" descr="http://www.wipo.int/ipdl/IPDL-IMAGES/HAGUE-BULL-IMAGES/200502/066327/s001_003.jpg">
              <a:hlinkClick r:id="rId13"/>
            </p:cNvPr>
            <p:cNvPicPr>
              <a:picLocks noChangeAspect="1" noChangeArrowheads="1"/>
            </p:cNvPicPr>
            <p:nvPr/>
          </p:nvPicPr>
          <p:blipFill>
            <a:blip r:embed="rId14" r:link="rId15" cstate="print"/>
            <a:srcRect/>
            <a:stretch>
              <a:fillRect/>
            </a:stretch>
          </p:blipFill>
          <p:spPr bwMode="auto">
            <a:xfrm>
              <a:off x="4419600" y="1752600"/>
              <a:ext cx="1852818" cy="1524000"/>
            </a:xfrm>
            <a:prstGeom prst="rect">
              <a:avLst/>
            </a:prstGeom>
            <a:ln>
              <a:noFill/>
            </a:ln>
            <a:effectLst>
              <a:outerShdw blurRad="292100" dist="139700" dir="2700000" algn="tl" rotWithShape="0">
                <a:srgbClr val="333333">
                  <a:alpha val="65000"/>
                </a:srgbClr>
              </a:outerShdw>
            </a:effectLst>
          </p:spPr>
        </p:pic>
      </p:grpSp>
      <p:sp>
        <p:nvSpPr>
          <p:cNvPr id="13" name="Rectangle 2"/>
          <p:cNvSpPr txBox="1">
            <a:spLocks noRot="1" noChangeArrowheads="1"/>
          </p:cNvSpPr>
          <p:nvPr/>
        </p:nvSpPr>
        <p:spPr>
          <a:xfrm>
            <a:off x="1714480" y="214290"/>
            <a:ext cx="6000792" cy="944562"/>
          </a:xfrm>
          <a:prstGeom prst="rect">
            <a:avLst/>
          </a:prstGeom>
        </p:spPr>
        <p:txBody>
          <a:bodyPr vert="horz" lIns="91440" tIns="45720" rIns="91440" bIns="45720" rtlCol="0" anchor="ctr">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mn-MN" sz="2400" b="1" u="none" strike="noStrike" kern="1200" spc="50" normalizeH="0" baseline="0" noProof="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j-ea"/>
                <a:cs typeface="Arial" pitchFamily="34" charset="0"/>
              </a:rPr>
              <a:t>Бүтээгдэхүүний загвар</a:t>
            </a:r>
            <a:endParaRPr kumimoji="0" lang="en-US" sz="2400" b="1" u="none" strike="noStrike" kern="1200" spc="50" normalizeH="0" baseline="0" noProof="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j-ea"/>
              <a:cs typeface="Arial" pitchFamily="34" charset="0"/>
            </a:endParaRPr>
          </a:p>
        </p:txBody>
      </p:sp>
      <p:graphicFrame>
        <p:nvGraphicFramePr>
          <p:cNvPr id="195586" name="Object 2"/>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16" imgW="32961960" imgH="6570720" progId="">
                  <p:embed/>
                </p:oleObj>
              </mc:Choice>
              <mc:Fallback>
                <p:oleObj name="CorelDRAW" r:id="rId16" imgW="32961960" imgH="6570720" progId="">
                  <p:embed/>
                  <p:pic>
                    <p:nvPicPr>
                      <p:cNvPr id="0" name="Picture 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Picture 2" descr="http://www.yankodesign.com/images/design_news/2007/11/09/ultraser.jpg"/>
          <p:cNvPicPr>
            <a:picLocks noChangeAspect="1" noChangeArrowheads="1"/>
          </p:cNvPicPr>
          <p:nvPr/>
        </p:nvPicPr>
        <p:blipFill>
          <a:blip r:embed="rId3" cstate="print"/>
          <a:srcRect/>
          <a:stretch>
            <a:fillRect/>
          </a:stretch>
        </p:blipFill>
        <p:spPr bwMode="auto">
          <a:xfrm>
            <a:off x="1500166" y="1214422"/>
            <a:ext cx="2589878" cy="1571635"/>
          </a:xfrm>
          <a:prstGeom prst="rect">
            <a:avLst/>
          </a:prstGeom>
          <a:ln>
            <a:noFill/>
          </a:ln>
          <a:effectLst>
            <a:outerShdw blurRad="190500" algn="tl" rotWithShape="0">
              <a:srgbClr val="000000">
                <a:alpha val="70000"/>
              </a:srgbClr>
            </a:outerShdw>
          </a:effectLst>
        </p:spPr>
      </p:pic>
      <p:pic>
        <p:nvPicPr>
          <p:cNvPr id="75780" name="Picture 4" descr="http://www.yankodesign.com/images/design_news/2007/11/09/ultraser4.jpg"/>
          <p:cNvPicPr>
            <a:picLocks noChangeAspect="1" noChangeArrowheads="1"/>
          </p:cNvPicPr>
          <p:nvPr/>
        </p:nvPicPr>
        <p:blipFill>
          <a:blip r:embed="rId4" cstate="print"/>
          <a:srcRect/>
          <a:stretch>
            <a:fillRect/>
          </a:stretch>
        </p:blipFill>
        <p:spPr bwMode="auto">
          <a:xfrm>
            <a:off x="4648200" y="1219200"/>
            <a:ext cx="3160731" cy="1566858"/>
          </a:xfrm>
          <a:prstGeom prst="rect">
            <a:avLst/>
          </a:prstGeom>
          <a:ln>
            <a:noFill/>
          </a:ln>
          <a:effectLst>
            <a:outerShdw blurRad="190500" algn="tl" rotWithShape="0">
              <a:srgbClr val="000000">
                <a:alpha val="70000"/>
              </a:srgbClr>
            </a:outerShdw>
          </a:effectLst>
        </p:spPr>
      </p:pic>
      <p:pic>
        <p:nvPicPr>
          <p:cNvPr id="75782" name="Picture 6" descr="http://www.yankodesign.com/images/design_news/2007/08/06/showe_bar2.jpg"/>
          <p:cNvPicPr>
            <a:picLocks noChangeAspect="1" noChangeArrowheads="1"/>
          </p:cNvPicPr>
          <p:nvPr/>
        </p:nvPicPr>
        <p:blipFill>
          <a:blip r:embed="rId5" cstate="print"/>
          <a:srcRect/>
          <a:stretch>
            <a:fillRect/>
          </a:stretch>
        </p:blipFill>
        <p:spPr bwMode="auto">
          <a:xfrm>
            <a:off x="2890846" y="3643314"/>
            <a:ext cx="2895600" cy="1843780"/>
          </a:xfrm>
          <a:prstGeom prst="rect">
            <a:avLst/>
          </a:prstGeom>
          <a:ln>
            <a:noFill/>
          </a:ln>
          <a:effectLst>
            <a:outerShdw blurRad="190500" algn="tl" rotWithShape="0">
              <a:srgbClr val="000000">
                <a:alpha val="70000"/>
              </a:srgbClr>
            </a:outerShdw>
          </a:effectLst>
        </p:spPr>
      </p:pic>
      <p:sp>
        <p:nvSpPr>
          <p:cNvPr id="7" name="Title 6"/>
          <p:cNvSpPr>
            <a:spLocks noGrp="1"/>
          </p:cNvSpPr>
          <p:nvPr>
            <p:ph type="ctrTitle"/>
          </p:nvPr>
        </p:nvSpPr>
        <p:spPr>
          <a:xfrm>
            <a:off x="2819400" y="3071810"/>
            <a:ext cx="2895600" cy="536575"/>
          </a:xfrm>
        </p:spPr>
        <p:txBody>
          <a:bodyPr>
            <a:normAutofit/>
          </a:bodyPr>
          <a:lstStyle/>
          <a:p>
            <a:r>
              <a:rPr lang="mn-MN" sz="1400">
                <a:solidFill>
                  <a:srgbClr val="2D18AC"/>
                </a:solidFill>
                <a:latin typeface="Arial" pitchFamily="34" charset="0"/>
                <a:cs typeface="Arial" pitchFamily="34" charset="0"/>
              </a:rPr>
              <a:t>Дизайнер : </a:t>
            </a:r>
            <a:r>
              <a:rPr lang="en-US" sz="1400" b="1">
                <a:solidFill>
                  <a:srgbClr val="2D18AC"/>
                </a:solidFill>
                <a:latin typeface="Arial" pitchFamily="34" charset="0"/>
                <a:cs typeface="Arial" pitchFamily="34" charset="0"/>
              </a:rPr>
              <a:t>Jaehyung Hong</a:t>
            </a:r>
            <a:br>
              <a:rPr lang="en-US" sz="1400" b="1">
                <a:solidFill>
                  <a:srgbClr val="2D18AC"/>
                </a:solidFill>
                <a:latin typeface="Arial" pitchFamily="34" charset="0"/>
                <a:cs typeface="Arial" pitchFamily="34" charset="0"/>
              </a:rPr>
            </a:br>
            <a:endParaRPr lang="en-US" sz="1400">
              <a:solidFill>
                <a:srgbClr val="2D18AC"/>
              </a:solidFill>
              <a:latin typeface="Arial" pitchFamily="34" charset="0"/>
              <a:cs typeface="Arial" pitchFamily="34" charset="0"/>
            </a:endParaRPr>
          </a:p>
        </p:txBody>
      </p:sp>
      <p:sp>
        <p:nvSpPr>
          <p:cNvPr id="9" name="Title 6"/>
          <p:cNvSpPr txBox="1">
            <a:spLocks/>
          </p:cNvSpPr>
          <p:nvPr/>
        </p:nvSpPr>
        <p:spPr>
          <a:xfrm>
            <a:off x="2890846" y="5500702"/>
            <a:ext cx="2895600" cy="536575"/>
          </a:xfrm>
          <a:prstGeom prst="rect">
            <a:avLst/>
          </a:prstGeom>
        </p:spPr>
        <p:txBody>
          <a:bodyPr vert="horz" lIns="91440" tIns="45720" rIns="91440" bIns="45720" rtlCol="0" anchor="ctr">
            <a:normAutofit/>
          </a:bodyPr>
          <a:lstStyle/>
          <a:p>
            <a:pPr lvl="0" algn="ctr">
              <a:spcBef>
                <a:spcPct val="0"/>
              </a:spcBef>
            </a:pPr>
            <a:r>
              <a:rPr lang="mn-MN" sz="1400">
                <a:solidFill>
                  <a:srgbClr val="2D18AC"/>
                </a:solidFill>
                <a:latin typeface="Arial" pitchFamily="34" charset="0"/>
                <a:cs typeface="Arial" pitchFamily="34" charset="0"/>
              </a:rPr>
              <a:t>Дизайнер: </a:t>
            </a:r>
            <a:r>
              <a:rPr lang="en-US" sz="1400" b="1">
                <a:solidFill>
                  <a:srgbClr val="2D18AC"/>
                </a:solidFill>
                <a:latin typeface="Arial" pitchFamily="34" charset="0"/>
                <a:cs typeface="Arial" pitchFamily="34" charset="0"/>
              </a:rPr>
              <a:t>Hae Lim</a:t>
            </a:r>
            <a:endParaRPr kumimoji="0" lang="en-US" sz="1400" b="0" i="0" u="none" strike="noStrike" kern="1200" cap="none" spc="0" normalizeH="0" baseline="0" noProof="0">
              <a:ln>
                <a:noFill/>
              </a:ln>
              <a:solidFill>
                <a:srgbClr val="2D18AC"/>
              </a:solidFill>
              <a:effectLst/>
              <a:uLnTx/>
              <a:uFillTx/>
              <a:latin typeface="Arial" pitchFamily="34" charset="0"/>
              <a:ea typeface="+mj-ea"/>
              <a:cs typeface="Arial" pitchFamily="34" charset="0"/>
            </a:endParaRPr>
          </a:p>
        </p:txBody>
      </p:sp>
      <p:sp>
        <p:nvSpPr>
          <p:cNvPr id="8" name="Rectangle 2"/>
          <p:cNvSpPr txBox="1">
            <a:spLocks noRot="1" noChangeArrowheads="1"/>
          </p:cNvSpPr>
          <p:nvPr/>
        </p:nvSpPr>
        <p:spPr>
          <a:xfrm>
            <a:off x="1643042" y="214290"/>
            <a:ext cx="6000792" cy="730248"/>
          </a:xfrm>
          <a:prstGeom prst="rect">
            <a:avLst/>
          </a:prstGeom>
        </p:spPr>
        <p:txBody>
          <a:bodyPr vert="horz" lIns="91440" tIns="45720" rIns="91440" bIns="45720" rtlCol="0" anchor="ctr">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mn-MN" sz="2400" b="1" u="none" strike="noStrike" kern="1200" spc="50" normalizeH="0" baseline="0" noProof="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j-ea"/>
                <a:cs typeface="Arial" pitchFamily="34" charset="0"/>
              </a:rPr>
              <a:t>Бүтээгдэхүүний загвар</a:t>
            </a:r>
            <a:endParaRPr kumimoji="0" lang="en-US" sz="2400" b="1" u="none" strike="noStrike" kern="1200" spc="50" normalizeH="0" baseline="0" noProof="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j-ea"/>
              <a:cs typeface="Arial" pitchFamily="34" charset="0"/>
            </a:endParaRPr>
          </a:p>
        </p:txBody>
      </p:sp>
      <p:graphicFrame>
        <p:nvGraphicFramePr>
          <p:cNvPr id="139265" name="Object 1"/>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6" imgW="32961960" imgH="6570720" progId="">
                  <p:embed/>
                </p:oleObj>
              </mc:Choice>
              <mc:Fallback>
                <p:oleObj name="CorelDRAW" r:id="rId6" imgW="32961960" imgH="6570720" progId="">
                  <p:embed/>
                  <p:pic>
                    <p:nvPicPr>
                      <p:cNvPr id="0" name="Picture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Rot="1" noChangeArrowheads="1"/>
          </p:cNvSpPr>
          <p:nvPr>
            <p:ph idx="1"/>
          </p:nvPr>
        </p:nvSpPr>
        <p:spPr>
          <a:xfrm>
            <a:off x="457200" y="1323996"/>
            <a:ext cx="7972452" cy="5105400"/>
          </a:xfrm>
        </p:spPr>
        <p:txBody>
          <a:bodyPr>
            <a:normAutofit/>
          </a:bodyPr>
          <a:lstStyle/>
          <a:p>
            <a:r>
              <a:rPr lang="en-US" sz="1800" b="1">
                <a:solidFill>
                  <a:srgbClr val="2D18AC"/>
                </a:solidFill>
                <a:latin typeface="Arial" pitchFamily="34" charset="0"/>
                <a:cs typeface="Arial" pitchFamily="34" charset="0"/>
              </a:rPr>
              <a:t>Хосолмол  тэмдэг:</a:t>
            </a:r>
            <a:endParaRPr lang="mn-MN" sz="1800" b="1">
              <a:solidFill>
                <a:srgbClr val="2D18AC"/>
              </a:solidFill>
              <a:latin typeface="Arial" pitchFamily="34" charset="0"/>
              <a:cs typeface="Arial" pitchFamily="34" charset="0"/>
            </a:endParaRPr>
          </a:p>
          <a:p>
            <a:pPr>
              <a:buFont typeface="Wingdings" pitchFamily="2" charset="2"/>
              <a:buNone/>
            </a:pPr>
            <a:r>
              <a:rPr lang="en-US" sz="2400">
                <a:latin typeface="Arial" pitchFamily="34" charset="0"/>
                <a:cs typeface="Arial" pitchFamily="34" charset="0"/>
              </a:rPr>
              <a:t>       </a:t>
            </a:r>
            <a:r>
              <a:rPr lang="mn-MN" sz="2400">
                <a:latin typeface="Arial" pitchFamily="34" charset="0"/>
                <a:cs typeface="Arial" pitchFamily="34" charset="0"/>
              </a:rPr>
              <a:t>            </a:t>
            </a:r>
          </a:p>
          <a:p>
            <a:pPr>
              <a:buFont typeface="Wingdings" pitchFamily="2" charset="2"/>
              <a:buNone/>
            </a:pPr>
            <a:endParaRPr lang="mn-MN" sz="1600">
              <a:latin typeface="Arial" pitchFamily="34" charset="0"/>
              <a:cs typeface="Arial" pitchFamily="34" charset="0"/>
            </a:endParaRPr>
          </a:p>
          <a:p>
            <a:pPr>
              <a:buFont typeface="Wingdings" pitchFamily="2" charset="2"/>
              <a:buNone/>
            </a:pPr>
            <a:endParaRPr lang="mn-MN" sz="1600">
              <a:latin typeface="Arial" pitchFamily="34" charset="0"/>
              <a:cs typeface="Arial" pitchFamily="34" charset="0"/>
            </a:endParaRPr>
          </a:p>
          <a:p>
            <a:endParaRPr lang="en-US" sz="2000" b="1">
              <a:latin typeface="Arial" pitchFamily="34" charset="0"/>
              <a:cs typeface="Arial" pitchFamily="34" charset="0"/>
            </a:endParaRPr>
          </a:p>
          <a:p>
            <a:r>
              <a:rPr lang="en-US" sz="1800" b="1">
                <a:solidFill>
                  <a:srgbClr val="2D18AC"/>
                </a:solidFill>
                <a:latin typeface="Arial" pitchFamily="34" charset="0"/>
                <a:cs typeface="Arial" pitchFamily="34" charset="0"/>
              </a:rPr>
              <a:t>3 хэмжээст тэмдэг:</a:t>
            </a:r>
            <a:endParaRPr lang="mn-MN" sz="1800" b="1">
              <a:solidFill>
                <a:srgbClr val="2D18AC"/>
              </a:solidFill>
              <a:latin typeface="Arial" pitchFamily="34" charset="0"/>
              <a:cs typeface="Arial" pitchFamily="34" charset="0"/>
            </a:endParaRPr>
          </a:p>
          <a:p>
            <a:endParaRPr lang="mn-MN" sz="1800">
              <a:latin typeface="Arial" pitchFamily="34" charset="0"/>
              <a:cs typeface="Arial" pitchFamily="34" charset="0"/>
            </a:endParaRPr>
          </a:p>
          <a:p>
            <a:pPr>
              <a:buNone/>
            </a:pPr>
            <a:endParaRPr lang="mn-MN" sz="1800">
              <a:latin typeface="Arial" pitchFamily="34" charset="0"/>
              <a:cs typeface="Arial" pitchFamily="34" charset="0"/>
            </a:endParaRPr>
          </a:p>
          <a:p>
            <a:endParaRPr lang="mn-MN" sz="1800" b="1">
              <a:latin typeface="Arial" pitchFamily="34" charset="0"/>
              <a:cs typeface="Arial" pitchFamily="34" charset="0"/>
            </a:endParaRPr>
          </a:p>
          <a:p>
            <a:endParaRPr lang="mn-MN" sz="1800" b="1">
              <a:latin typeface="Arial" pitchFamily="34" charset="0"/>
              <a:cs typeface="Arial" pitchFamily="34" charset="0"/>
            </a:endParaRPr>
          </a:p>
          <a:p>
            <a:r>
              <a:rPr lang="mn-MN" sz="1800" b="1">
                <a:solidFill>
                  <a:srgbClr val="2D18AC"/>
                </a:solidFill>
                <a:latin typeface="Arial" pitchFamily="34" charset="0"/>
                <a:cs typeface="Arial" pitchFamily="34" charset="0"/>
              </a:rPr>
              <a:t>Өнгөөр илэрхийлсэн тэмдэг:</a:t>
            </a:r>
            <a:endParaRPr lang="en-US" sz="1800" b="1">
              <a:solidFill>
                <a:srgbClr val="2D18AC"/>
              </a:solidFill>
              <a:latin typeface="Arial" pitchFamily="34" charset="0"/>
              <a:cs typeface="Arial" pitchFamily="34" charset="0"/>
            </a:endParaRPr>
          </a:p>
          <a:p>
            <a:pPr>
              <a:buNone/>
            </a:pPr>
            <a:r>
              <a:rPr lang="mn-MN" sz="1400">
                <a:latin typeface="Arial" pitchFamily="34" charset="0"/>
                <a:cs typeface="Arial" pitchFamily="34" charset="0"/>
              </a:rPr>
              <a:t>                                                     </a:t>
            </a:r>
          </a:p>
          <a:p>
            <a:endParaRPr lang="mn-MN" sz="1400">
              <a:latin typeface="Arial" pitchFamily="34" charset="0"/>
              <a:cs typeface="Arial" pitchFamily="34" charset="0"/>
            </a:endParaRPr>
          </a:p>
        </p:txBody>
      </p:sp>
      <p:sp>
        <p:nvSpPr>
          <p:cNvPr id="19" name="Rectangle 2"/>
          <p:cNvSpPr txBox="1">
            <a:spLocks noRot="1" noChangeArrowheads="1"/>
          </p:cNvSpPr>
          <p:nvPr/>
        </p:nvSpPr>
        <p:spPr>
          <a:xfrm>
            <a:off x="1714480" y="214290"/>
            <a:ext cx="6000792" cy="944562"/>
          </a:xfrm>
          <a:prstGeom prst="rect">
            <a:avLst/>
          </a:prstGeom>
        </p:spPr>
        <p:txBody>
          <a:bodyPr vert="horz" lIns="91440" tIns="45720" rIns="91440" bIns="45720" rtlCol="0" anchor="ctr">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mn-MN" sz="2400" b="1" u="none" strike="noStrike" kern="1200" spc="50" normalizeH="0" baseline="0" noProof="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j-ea"/>
                <a:cs typeface="Arial" pitchFamily="34" charset="0"/>
              </a:rPr>
              <a:t>Бараа,</a:t>
            </a:r>
            <a:r>
              <a:rPr kumimoji="0" lang="mn-MN" sz="2400" b="1" u="none" strike="noStrike" kern="1200" spc="50" normalizeH="0" noProof="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j-ea"/>
                <a:cs typeface="Arial" pitchFamily="34" charset="0"/>
              </a:rPr>
              <a:t> үйлчилгээний</a:t>
            </a:r>
            <a:r>
              <a:rPr kumimoji="0" lang="mn-MN" sz="2400" b="1" u="none" strike="noStrike" kern="1200" spc="50" normalizeH="0" baseline="0" noProof="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j-ea"/>
                <a:cs typeface="Arial" pitchFamily="34" charset="0"/>
              </a:rPr>
              <a:t> тэмдэг</a:t>
            </a:r>
            <a:endParaRPr kumimoji="0" lang="en-US" sz="2400" b="1" u="none" strike="noStrike" kern="1200" spc="50" normalizeH="0" baseline="0" noProof="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j-ea"/>
              <a:cs typeface="Arial" pitchFamily="34" charset="0"/>
            </a:endParaRPr>
          </a:p>
        </p:txBody>
      </p:sp>
      <p:grpSp>
        <p:nvGrpSpPr>
          <p:cNvPr id="29" name="Group 28"/>
          <p:cNvGrpSpPr/>
          <p:nvPr/>
        </p:nvGrpSpPr>
        <p:grpSpPr>
          <a:xfrm>
            <a:off x="3428992" y="5143512"/>
            <a:ext cx="5000660" cy="571504"/>
            <a:chOff x="3714744" y="5429264"/>
            <a:chExt cx="5000660" cy="571504"/>
          </a:xfrm>
        </p:grpSpPr>
        <p:pic>
          <p:nvPicPr>
            <p:cNvPr id="10245" name="Picture 5" descr="D:\My Documents\1.Burtgel-Statistik 2009\18. Presentation\Industrial design\3912.jpg"/>
            <p:cNvPicPr>
              <a:picLocks noChangeAspect="1" noChangeArrowheads="1"/>
            </p:cNvPicPr>
            <p:nvPr/>
          </p:nvPicPr>
          <p:blipFill>
            <a:blip r:embed="rId3" cstate="print"/>
            <a:srcRect/>
            <a:stretch>
              <a:fillRect/>
            </a:stretch>
          </p:blipFill>
          <p:spPr bwMode="auto">
            <a:xfrm>
              <a:off x="3714744" y="5495080"/>
              <a:ext cx="785818" cy="505687"/>
            </a:xfrm>
            <a:prstGeom prst="rect">
              <a:avLst/>
            </a:prstGeom>
            <a:ln>
              <a:noFill/>
            </a:ln>
            <a:effectLst>
              <a:outerShdw blurRad="292100" dist="139700" dir="2700000" algn="tl" rotWithShape="0">
                <a:srgbClr val="333333">
                  <a:alpha val="65000"/>
                </a:srgbClr>
              </a:outerShdw>
            </a:effectLst>
          </p:spPr>
        </p:pic>
        <p:pic>
          <p:nvPicPr>
            <p:cNvPr id="10246" name="Picture 6" descr="D:\My Documents\1.Burtgel-Statistik 2009\18. Presentation\Industrial design\3913.jpg"/>
            <p:cNvPicPr>
              <a:picLocks noChangeAspect="1" noChangeArrowheads="1"/>
            </p:cNvPicPr>
            <p:nvPr/>
          </p:nvPicPr>
          <p:blipFill>
            <a:blip r:embed="rId4" cstate="print"/>
            <a:srcRect/>
            <a:stretch>
              <a:fillRect/>
            </a:stretch>
          </p:blipFill>
          <p:spPr bwMode="auto">
            <a:xfrm>
              <a:off x="4786314" y="5500702"/>
              <a:ext cx="817696" cy="500066"/>
            </a:xfrm>
            <a:prstGeom prst="rect">
              <a:avLst/>
            </a:prstGeom>
            <a:ln>
              <a:noFill/>
            </a:ln>
            <a:effectLst>
              <a:outerShdw blurRad="292100" dist="139700" dir="2700000" algn="tl" rotWithShape="0">
                <a:srgbClr val="333333">
                  <a:alpha val="65000"/>
                </a:srgbClr>
              </a:outerShdw>
            </a:effectLst>
          </p:spPr>
        </p:pic>
        <p:pic>
          <p:nvPicPr>
            <p:cNvPr id="25" name="Picture 24"/>
            <p:cNvPicPr/>
            <p:nvPr/>
          </p:nvPicPr>
          <p:blipFill>
            <a:blip r:embed="rId5" cstate="print"/>
            <a:srcRect/>
            <a:stretch>
              <a:fillRect/>
            </a:stretch>
          </p:blipFill>
          <p:spPr bwMode="auto">
            <a:xfrm>
              <a:off x="5857884" y="5500702"/>
              <a:ext cx="928694" cy="500066"/>
            </a:xfrm>
            <a:prstGeom prst="rect">
              <a:avLst/>
            </a:prstGeom>
            <a:ln>
              <a:noFill/>
            </a:ln>
            <a:effectLst>
              <a:outerShdw blurRad="292100" dist="139700" dir="2700000" algn="tl" rotWithShape="0">
                <a:srgbClr val="333333">
                  <a:alpha val="65000"/>
                </a:srgbClr>
              </a:outerShdw>
            </a:effectLst>
          </p:spPr>
        </p:pic>
        <p:pic>
          <p:nvPicPr>
            <p:cNvPr id="26" name="Picture 25"/>
            <p:cNvPicPr/>
            <p:nvPr/>
          </p:nvPicPr>
          <p:blipFill>
            <a:blip r:embed="rId6" cstate="print"/>
            <a:srcRect/>
            <a:stretch>
              <a:fillRect/>
            </a:stretch>
          </p:blipFill>
          <p:spPr bwMode="auto">
            <a:xfrm>
              <a:off x="7000892" y="5429264"/>
              <a:ext cx="571504" cy="571504"/>
            </a:xfrm>
            <a:prstGeom prst="rect">
              <a:avLst/>
            </a:prstGeom>
            <a:ln>
              <a:noFill/>
            </a:ln>
            <a:effectLst>
              <a:outerShdw blurRad="292100" dist="139700" dir="2700000" algn="tl" rotWithShape="0">
                <a:srgbClr val="333333">
                  <a:alpha val="65000"/>
                </a:srgbClr>
              </a:outerShdw>
            </a:effectLst>
          </p:spPr>
        </p:pic>
        <p:pic>
          <p:nvPicPr>
            <p:cNvPr id="27" name="Picture 26"/>
            <p:cNvPicPr/>
            <p:nvPr/>
          </p:nvPicPr>
          <p:blipFill>
            <a:blip r:embed="rId7" cstate="print"/>
            <a:srcRect/>
            <a:stretch>
              <a:fillRect/>
            </a:stretch>
          </p:blipFill>
          <p:spPr bwMode="auto">
            <a:xfrm>
              <a:off x="7858148" y="5500702"/>
              <a:ext cx="857256" cy="500066"/>
            </a:xfrm>
            <a:prstGeom prst="rect">
              <a:avLst/>
            </a:prstGeom>
            <a:ln>
              <a:noFill/>
            </a:ln>
            <a:effectLst>
              <a:outerShdw blurRad="292100" dist="139700" dir="2700000" algn="tl" rotWithShape="0">
                <a:srgbClr val="333333">
                  <a:alpha val="65000"/>
                </a:srgbClr>
              </a:outerShdw>
            </a:effectLst>
          </p:spPr>
        </p:pic>
      </p:grpSp>
      <p:pic>
        <p:nvPicPr>
          <p:cNvPr id="10243" name="Picture 3" descr="D:\My Documents\1.Burtgel-Statistik 2009\18. Presentation\Industrial design\4726.JPG"/>
          <p:cNvPicPr>
            <a:picLocks noChangeAspect="1" noChangeArrowheads="1"/>
          </p:cNvPicPr>
          <p:nvPr/>
        </p:nvPicPr>
        <p:blipFill>
          <a:blip r:embed="rId8" cstate="print"/>
          <a:srcRect/>
          <a:stretch>
            <a:fillRect/>
          </a:stretch>
        </p:blipFill>
        <p:spPr bwMode="auto">
          <a:xfrm>
            <a:off x="6355140" y="2331453"/>
            <a:ext cx="930576" cy="526043"/>
          </a:xfrm>
          <a:prstGeom prst="rect">
            <a:avLst/>
          </a:prstGeom>
          <a:ln>
            <a:noFill/>
          </a:ln>
          <a:effectLst>
            <a:outerShdw blurRad="292100" dist="139700" dir="2700000" algn="tl" rotWithShape="0">
              <a:srgbClr val="333333">
                <a:alpha val="65000"/>
              </a:srgbClr>
            </a:outerShdw>
          </a:effectLst>
        </p:spPr>
      </p:pic>
      <p:pic>
        <p:nvPicPr>
          <p:cNvPr id="10247" name="Picture 25" descr="Лавлав.МН"/>
          <p:cNvPicPr>
            <a:picLocks noChangeAspect="1" noChangeArrowheads="1"/>
          </p:cNvPicPr>
          <p:nvPr/>
        </p:nvPicPr>
        <p:blipFill>
          <a:blip r:embed="rId9" cstate="print"/>
          <a:srcRect/>
          <a:stretch>
            <a:fillRect/>
          </a:stretch>
        </p:blipFill>
        <p:spPr bwMode="auto">
          <a:xfrm>
            <a:off x="5072066" y="2350686"/>
            <a:ext cx="883233" cy="506810"/>
          </a:xfrm>
          <a:prstGeom prst="rect">
            <a:avLst/>
          </a:prstGeom>
          <a:ln>
            <a:noFill/>
          </a:ln>
          <a:effectLst>
            <a:outerShdw blurRad="292100" dist="139700" dir="2700000" algn="tl" rotWithShape="0">
              <a:srgbClr val="333333">
                <a:alpha val="65000"/>
              </a:srgbClr>
            </a:outerShdw>
          </a:effectLst>
        </p:spPr>
      </p:pic>
      <p:pic>
        <p:nvPicPr>
          <p:cNvPr id="21" name="Picture 20"/>
          <p:cNvPicPr/>
          <p:nvPr/>
        </p:nvPicPr>
        <p:blipFill>
          <a:blip r:embed="rId5" cstate="print"/>
          <a:srcRect/>
          <a:stretch>
            <a:fillRect/>
          </a:stretch>
        </p:blipFill>
        <p:spPr bwMode="auto">
          <a:xfrm>
            <a:off x="5014544" y="1630061"/>
            <a:ext cx="1072498" cy="467594"/>
          </a:xfrm>
          <a:prstGeom prst="rect">
            <a:avLst/>
          </a:prstGeom>
          <a:ln>
            <a:noFill/>
          </a:ln>
          <a:effectLst>
            <a:outerShdw blurRad="292100" dist="139700" dir="2700000" algn="tl" rotWithShape="0">
              <a:srgbClr val="333333">
                <a:alpha val="65000"/>
              </a:srgbClr>
            </a:outerShdw>
          </a:effectLst>
        </p:spPr>
      </p:pic>
      <p:pic>
        <p:nvPicPr>
          <p:cNvPr id="22" name="Picture 21"/>
          <p:cNvPicPr/>
          <p:nvPr/>
        </p:nvPicPr>
        <p:blipFill>
          <a:blip r:embed="rId10" cstate="print"/>
          <a:srcRect/>
          <a:stretch>
            <a:fillRect/>
          </a:stretch>
        </p:blipFill>
        <p:spPr bwMode="auto">
          <a:xfrm>
            <a:off x="7538069" y="1571612"/>
            <a:ext cx="670314" cy="584493"/>
          </a:xfrm>
          <a:prstGeom prst="rect">
            <a:avLst/>
          </a:prstGeom>
          <a:ln>
            <a:noFill/>
          </a:ln>
          <a:effectLst>
            <a:outerShdw blurRad="292100" dist="139700" dir="2700000" algn="tl" rotWithShape="0">
              <a:srgbClr val="333333">
                <a:alpha val="65000"/>
              </a:srgbClr>
            </a:outerShdw>
          </a:effectLst>
        </p:spPr>
      </p:pic>
      <p:pic>
        <p:nvPicPr>
          <p:cNvPr id="23" name="Picture 22"/>
          <p:cNvPicPr/>
          <p:nvPr/>
        </p:nvPicPr>
        <p:blipFill>
          <a:blip r:embed="rId7" cstate="print"/>
          <a:srcRect/>
          <a:stretch>
            <a:fillRect/>
          </a:stretch>
        </p:blipFill>
        <p:spPr bwMode="auto">
          <a:xfrm>
            <a:off x="6276307" y="1630061"/>
            <a:ext cx="1038986" cy="467594"/>
          </a:xfrm>
          <a:prstGeom prst="rect">
            <a:avLst/>
          </a:prstGeom>
          <a:ln>
            <a:noFill/>
          </a:ln>
          <a:effectLst>
            <a:outerShdw blurRad="292100" dist="139700" dir="2700000" algn="tl" rotWithShape="0">
              <a:srgbClr val="333333">
                <a:alpha val="65000"/>
              </a:srgbClr>
            </a:outerShdw>
          </a:effectLst>
        </p:spPr>
      </p:pic>
      <p:pic>
        <p:nvPicPr>
          <p:cNvPr id="24" name="Picture 23"/>
          <p:cNvPicPr/>
          <p:nvPr/>
        </p:nvPicPr>
        <p:blipFill>
          <a:blip r:embed="rId11" cstate="print"/>
          <a:srcRect/>
          <a:stretch>
            <a:fillRect/>
          </a:stretch>
        </p:blipFill>
        <p:spPr bwMode="auto">
          <a:xfrm>
            <a:off x="3579291" y="2344441"/>
            <a:ext cx="992709" cy="513055"/>
          </a:xfrm>
          <a:prstGeom prst="rect">
            <a:avLst/>
          </a:prstGeom>
          <a:ln>
            <a:noFill/>
          </a:ln>
          <a:effectLst>
            <a:outerShdw blurRad="292100" dist="139700" dir="2700000" algn="tl" rotWithShape="0">
              <a:srgbClr val="333333">
                <a:alpha val="65000"/>
              </a:srgbClr>
            </a:outerShdw>
          </a:effectLst>
        </p:spPr>
      </p:pic>
      <p:pic>
        <p:nvPicPr>
          <p:cNvPr id="124930" name="Picture 2" descr="http://resource.news.mn/company/photo/2012/4/189d0efac689d931/303bcad538f0515cbig.jpg"/>
          <p:cNvPicPr>
            <a:picLocks noChangeAspect="1" noChangeArrowheads="1"/>
          </p:cNvPicPr>
          <p:nvPr/>
        </p:nvPicPr>
        <p:blipFill>
          <a:blip r:embed="rId12" cstate="print"/>
          <a:srcRect/>
          <a:stretch>
            <a:fillRect/>
          </a:stretch>
        </p:blipFill>
        <p:spPr bwMode="auto">
          <a:xfrm>
            <a:off x="3500430" y="1630061"/>
            <a:ext cx="1324850" cy="370685"/>
          </a:xfrm>
          <a:prstGeom prst="rect">
            <a:avLst/>
          </a:prstGeom>
          <a:ln>
            <a:noFill/>
          </a:ln>
          <a:effectLst>
            <a:outerShdw blurRad="292100" dist="139700" dir="2700000" algn="tl" rotWithShape="0">
              <a:srgbClr val="333333">
                <a:alpha val="65000"/>
              </a:srgbClr>
            </a:outerShdw>
          </a:effectLst>
        </p:spPr>
      </p:pic>
      <p:graphicFrame>
        <p:nvGraphicFramePr>
          <p:cNvPr id="124934" name="Object 6"/>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13" imgW="32961960" imgH="6570720" progId="">
                  <p:embed/>
                </p:oleObj>
              </mc:Choice>
              <mc:Fallback>
                <p:oleObj name="CorelDRAW" r:id="rId13" imgW="32961960" imgH="6570720" progId="">
                  <p:embed/>
                  <p:pic>
                    <p:nvPicPr>
                      <p:cNvPr id="0" name="Picture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2" name="Picture 11" descr="696222"/>
          <p:cNvPicPr>
            <a:picLocks noChangeAspect="1" noChangeArrowheads="1"/>
          </p:cNvPicPr>
          <p:nvPr/>
        </p:nvPicPr>
        <p:blipFill>
          <a:blip r:embed="rId15" cstate="print"/>
          <a:srcRect/>
          <a:stretch>
            <a:fillRect/>
          </a:stretch>
        </p:blipFill>
        <p:spPr>
          <a:xfrm>
            <a:off x="7286644" y="3571876"/>
            <a:ext cx="1056590" cy="714380"/>
          </a:xfrm>
          <a:prstGeom prst="rect">
            <a:avLst/>
          </a:prstGeom>
          <a:ln>
            <a:noFill/>
          </a:ln>
          <a:effectLst>
            <a:outerShdw blurRad="292100" dist="139700" dir="2700000" algn="tl" rotWithShape="0">
              <a:srgbClr val="333333">
                <a:alpha val="65000"/>
              </a:srgbClr>
            </a:outerShdw>
          </a:effectLst>
        </p:spPr>
      </p:pic>
      <p:pic>
        <p:nvPicPr>
          <p:cNvPr id="124933" name="Picture 1" descr="http://www.crc.gov.mn/images/logo_new.png"/>
          <p:cNvPicPr>
            <a:picLocks noChangeAspect="1" noChangeArrowheads="1"/>
          </p:cNvPicPr>
          <p:nvPr/>
        </p:nvPicPr>
        <p:blipFill>
          <a:blip r:embed="rId16" cstate="print"/>
          <a:srcRect r="72011"/>
          <a:stretch>
            <a:fillRect/>
          </a:stretch>
        </p:blipFill>
        <p:spPr bwMode="auto">
          <a:xfrm>
            <a:off x="6143636" y="3486156"/>
            <a:ext cx="914400" cy="800100"/>
          </a:xfrm>
          <a:prstGeom prst="rect">
            <a:avLst/>
          </a:prstGeom>
          <a:noFill/>
          <a:ln w="9525">
            <a:noFill/>
            <a:miter lim="800000"/>
            <a:headEnd/>
            <a:tailEnd/>
          </a:ln>
        </p:spPr>
      </p:pic>
      <p:pic>
        <p:nvPicPr>
          <p:cNvPr id="124936" name="Picture 8" descr="http://cdn.cheatcc.com/news_images/Microsoft.jpg">
            <a:hlinkClick r:id="rId17"/>
          </p:cNvPr>
          <p:cNvPicPr>
            <a:picLocks noChangeAspect="1" noChangeArrowheads="1"/>
          </p:cNvPicPr>
          <p:nvPr/>
        </p:nvPicPr>
        <p:blipFill>
          <a:blip r:embed="rId18" cstate="print"/>
          <a:srcRect/>
          <a:stretch>
            <a:fillRect/>
          </a:stretch>
        </p:blipFill>
        <p:spPr bwMode="auto">
          <a:xfrm>
            <a:off x="4857752" y="3500438"/>
            <a:ext cx="1000132" cy="731577"/>
          </a:xfrm>
          <a:prstGeom prst="rect">
            <a:avLst/>
          </a:prstGeom>
          <a:ln>
            <a:noFill/>
          </a:ln>
          <a:effectLst>
            <a:outerShdw blurRad="292100" dist="139700" dir="2700000" algn="tl" rotWithShape="0">
              <a:srgbClr val="333333">
                <a:alpha val="65000"/>
              </a:srgbClr>
            </a:outerShdw>
          </a:effectLst>
        </p:spPr>
      </p:pic>
      <p:pic>
        <p:nvPicPr>
          <p:cNvPr id="124938" name="Picture 10" descr="http://topnews.com.sg/images/att-logo_0.jpg">
            <a:hlinkClick r:id="rId19"/>
          </p:cNvPr>
          <p:cNvPicPr>
            <a:picLocks noChangeAspect="1" noChangeArrowheads="1"/>
          </p:cNvPicPr>
          <p:nvPr/>
        </p:nvPicPr>
        <p:blipFill>
          <a:blip r:embed="rId20" cstate="print"/>
          <a:srcRect/>
          <a:stretch>
            <a:fillRect/>
          </a:stretch>
        </p:blipFill>
        <p:spPr bwMode="auto">
          <a:xfrm>
            <a:off x="3571868" y="3429000"/>
            <a:ext cx="857256" cy="857256"/>
          </a:xfrm>
          <a:prstGeom prst="rect">
            <a:avLst/>
          </a:prstGeom>
          <a:ln>
            <a:noFill/>
          </a:ln>
          <a:effectLst>
            <a:outerShdw blurRad="292100" dist="139700" dir="2700000" algn="tl" rotWithShape="0">
              <a:srgbClr val="333333">
                <a:alpha val="65000"/>
              </a:srgbClr>
            </a:outerShdw>
          </a:effectLst>
        </p:spPr>
      </p:pic>
      <p:sp>
        <p:nvSpPr>
          <p:cNvPr id="124940" name="AutoShape 12" descr="data:image/jpeg;base64,/9j/4AAQSkZJRgABAQAAAQABAAD/2wCEAAkGBxQSEhQUEhQUFhUUFxQYFxUUFBYWFxcWFBcYFxYXFBQYHCggGBolHBQUITEhJSkrLi4uFx8zODMsNygtLisBCgoKDg0OGhAQGiwkHyQsLCwsLCwsLCwsLCwsLCwsLCwsLCwsLCwsLCwsLCwsLCwsLCwsLCwsLCwsLCwsLCwsLP/AABEIANgA6QMBEQACEQEDEQH/xAAcAAAABwEBAAAAAAAAAAAAAAAAAQIDBAUGBwj/xABMEAABAwEDBwcGCQsDBQEAAAABAAIDEQQSIQUGMUFRYXEHEyIygZGxUnKhstHwFCMkMzRCU7PBFRZDVGKCg5LC0uFzk9NEY6LD8YT/xAAbAQACAwEBAQAAAAAAAAAAAAAAAQIDBAUGB//EADsRAAIBAgMEBggFBAIDAAAAAAABAgMRBCExBRJBURMyYXGBkRUiM1KhsdHwFCNCweEkNFOyctIGYpL/2gAMAwEAAhEDEQA/AOg515+R2KURFjnmlXOF4hhwoHXWkjAg6FCU7ZGqhhpVFvNO3YrkOx8orJfm2sd5r71OIGI7VB1HyNEcDSbsqng1Z/EmMzvc7QyM/vFLpix7MS4vyD/Op/kM/wDJLpmHo6PNhfnVJ5LPT7UdMxrZsebEnOuTZH6fajpWS9Gx7RP51yf9vuP9yOmY/Rke0Sc65Nsfcfal0rGtmQ7RJzrl8qPuR0rJei48mJOdknls/lCOlYei4cmJOdr/ALRncEdMx+i4+6/MQc73fas7m+xHTMfouPuvzEHPF32ze5vsS6Vj9Fx934iDni77cfyt9iOlfMfouHu/EQc8T9v6G+xLpXzJejI+78RDs8j9ue4exHSvmSWy4+6viGzPkt/Sk8WA/gn0rE9kxfAlxcobR1gD2OamqxVLYrfVZOh5Q7Mes144UI9JCmq6M8tjVlo0/P6GrstobIxr2mrXAEHccdCuTucmUXGTi+A6gQEABAAQAEABAAQAEABAAQBxrlD+nzfueo1ZavWO/s52oLvZlZomuxc1rt5GPYdIVefA3tqXWV+8XFlPmHNcXSObXFhdeBFNrwSBuBT3mtSt4eLV6eT73by0GIsqyOAN4959qhc6Nkhf5Qk8t3eUDyC+Gv8AKPeUBkJNrf5RQGQPhDtpQO4RmO1AXC507UguDnTtKYXCMp2+lA7iXSnae/ikK4kynagY0Zt/vggYg2jegQn4R796AuGLQgBRnQNanc+SqQuybCSSTWUYmuAkcAOFAFsou8EeR2qksVK3Z8jXq05wEABABVQAKoANAAQAEABAAQBxrlEHy6XhH6jVmqdY72z/AGK72ZghVm5FTlvQFGRdR1G7EcB760kanqSapiDqkAEACqAAEAHRAwkAEUAIcffvSJWEOcgBh7/fuSAZc9ACb6BBh6AuOh2CGNM7jyfZRZZ8lQPkNG1lFRj+kf7FspNKCueU2lCU8XNRXL5Fi3P2yHRIKbSHgd92il0seZQtn4l6U35BT5/WRteneOyOjsdlcAFF14I0UtjYubzjbvM1lXlBmfhC1sYxxPTf6RQdxVUsQ3odnD7ApRzqtyfkvr8jKW7K0sprJI95/acSOwauyiocm9WdqlhqVJWhFLwLrMrO51nlDJ5HcwQRQ0IjdWocBi6mkHjVWUqu67PQ5m1dlqvDfpRW/wCV+zlc6+0rceLFIACAAgAIA4zyh/T5v4fqNWap1jvYD2K72ZlxVZuKjLegKEi+jqIsPV99qSNTJCZEUCgAFAwgEAGgA6pgJSAIoGNv9/SkAy9yBkZ7/fuSYDDnouRbEhyLiuKa5AXL3J+SLS5hdHZi+utzR6A4hS3JMoljaNPJyVxm1ZOyiBjBKGt0AHqg6Q0A4VUlSXEyS2o7/lpFJPaZGTVkZI1l4VY4C8QNIvFv4Ke5AoljMZJt73lYchykxtoY4MkdC14JY94vuZhVpeANmzWhRjxG8TiLerJ3+9DcNmslrLnWJ7430qLJOKhxGkRS3jQ7AfRqjKmn1fI0YbaVejZYhXXvLh3or5KgkODmuHWa4Frhr6VdXBUNcD0FOpGpFSg7rsEiT30f5KRYdAzGz4uEQ2t5uG6I5HfVOi646SDh0itVGvwkeb2rshSXS4eOed1z7V9F5HUQVrPKBoACAAgDjPKD9Pm/h/dtWap1jvYD2C8TMuVZuKrLWge+pQkX0dRmxdX32pI1MkpkQ0AHRAAQMJAAKADQAlyAGZD796QyPIUDIkhUWRuMkoK2wqp2Fcuc2HUke4Uq1hIqAaGo2qynqc/aUmqas+JfxZ42tr6CQUDgKGNhwrD+z+27v3BaTzzNTk7Oa0Opec04gYxs/WYotQ8mV3cEERWULTz4AljieCWA1Z5Vskg0j9hg7cUrFkKso6MzDs3rO9wHNNbe5nqlw+dtEkJoL3ksaeNdqjuI0LF1Vx+7lb+QWtLHxlzTSJwoa0LxGTSv+ofQk4LgXRxU2rS+9foQrTbp5Z2CR19/Qa2rWgm9obgBrdr2qqcXJ9p1cJXjh43WUXqSXtLSQ4FrgSHNNbwI0h1dBVDyPQwnGcVKLumIr7j2pEmd15P8sOtVja+QgyNLmOOs3eqTvLS09q6NGTlG7PA7Uw0cPiZRh1XmvH+TTK054EABAHGeUL6fN/D+7astXrHewHsF4mZKrNxU5a0BKRfQ1GbGcPfaoo1MkApiFBAgIGBAAKQBpgBIYlyAGJD796AI0h9+1ICJIkRY0SmilsIJiJVitzoS4tpi0gg7CnF2ZRiaUasLMvc38nfCqurdIIO7C5u/7Y7ytCm2cPE4ZUnqWdoyvDZHXZC+oIPRbUYTRzf+qnapq7MTaQ/Yc7rNI5oaZKgs0xkdW0vtH9d3sqm0wTRrbBmxLIGyMcylIqA1FeamfNs185TsSJXRkMuWz4FIyKZtQwRC8w1rzQYNBA082NetQlOxtoYaU43iybmXkey5QnbM11obzJYbpEbQTHQjQXGlRuTjFN3IVcROmnSsi25UcghhFsZ9YtZK2mFaUbJhwAPYqsRT/UdXYWNd/wAPLta+hgQsx6dnU+RkfF2nzo/Vdj77Fsw2jPK/+Q9en3P5nSVpPOgQAEAca5Qfp038P7tqy1esd7AexXiZlyrNqKnLWgdvgoyNFEYsQw99qSNUiSEyIaADQMFEACiQBJgGkAhyBjEnv6UgI0iAIsiRCQy5SKJBIEB2hNahLqs2/J91Xq2ByNocDP59H40q6Jx5FZm3863ipMij0xm58wzgokzjvK4PlFVTPU7OCfqMu+Q9uEnE/grqehzcZlVZ1O2WVkrHRyAOY8FrgRXAqxpNWZnhOUJKUXZo4HbbG+KR8UmDonFruzQe0UPaubKO67M+g4etGtSjNcUdxzByT8HscYI6cg5x+4vAIHYKDsW+lHdieL2niOnxMnwWS8PrqaRWHPAgAIA43yg/Tpv4f3bVmqdY72A9ivEzBVZtKnLmge+oqEjRR1GbFoSRqkSEyIYQAEDDQAKpACqBhIAQ5AWGX+/pSAjSIERZEEJDJTKWEgQDoTQSXqs3PJ71Xq2ByNo8DOZ/fOlXROPIrM2PnW8QpMSPTebw+IZwUSRx3lcHx6qnqdfBP1WX3IiOhIeP4K2loYcd7U6m9wAJJAABJJwAA0klWmO1zi89qZlHKx5sdCWWNgPlNjDWuduq1pPCiwytOpkevw18LgXvapN+L0XnY720LcePDQAEABAHG+UH6dN/D9RqzVesd7AexXiZkqs2FRlzQ331KEjTRGbFoCSNTJCZEAQMCQBoANAAQMIoAQ4oAZk9/SkBGkSERnpkWMlBU0EmRAdBQtQkvVZuOT0dF6ugcbaGqM5n586VejkSK3NgfGt4hNiiem8gfMN4KJI49yuD45VzOrg9GXvIe4GOTcT+BVlLQy4/r3JnK/nOYYxZIz0pm1kOyOtA0edQ13DeoV52W6X7Lw2/LpJcNO/+DE8m7qZQsuNPjR6WkU7dCz0366O7jF/SVO49HhdA8YGgAIACAOO8oI+XS/w/Uas1XrHe2f7Fd7MyQqzaU+XNXb4FRkaKGoxY+r77VFGpklMQKIAOiQAogAIABQAkoYxtxSuAy8pAMyIEyO8IuRGnBMgxFEEbC2BBNIs7AydtHROkAJoLry28dgFcU03wM9ZUFlJJslzZMtEgqQ6Q7DGXn1Sp3nwZz3PBcaf35jOTsny3wGMbGa9Z0LWgdtxO9TmLf2d7j8v5OiWeHKDIvpV4gaIn1p2BoTTlYrdTA3yg/vxM3ZMgWy3yubPI5gb9eZrqHcMMVFRnJ6mieLwdJepTv9+J1jNDIHwKziG815qSXNbdrWm/HQtdOLirHFxNZVpuUVZcjgOcduNotc8tSQ+V5bXyLxDBwDQ0dixTldtnpsLT3KcY9iJeatoEVqgkIvBksbqVpWjhr0KMXaSZrqwcqM46Xi/kengukeFDQAEABAHHeUIfLpeDPUas1TrHd2f7Fd7M0VWbiny5oHvqKhI0UNRixDopI1MkJkQ0DBVAAJSAKqACqgYlxSbHYZe5IBpzkCY2UCG3hMQyWoK2hcNnc40aCeGrigTairss7JkwE0cXOPkRC8eF7R3VTsUzxNldZdrNdZMjy83c5oxMIArI5l7TWo+s047NasSaORXq05S3pTu+waGadkL7rxapH6iya9Vx0AAsFTuBVylwMXRqWafmVc+ZoD+hLMwVFG3q6NuOOhNSZU49pe2TMSCZrjK60XowTSEgOdqwrXuRFkWXOb2QYbNUxzWt7X1aBM9r2tOygpdcO9FyWaRu4bVdADsKazh/hWJlVji3KBmybPO+aOjoJXlzS0joF5qWOA0CpIB2AY1WKrDdd+B6nZ2KjVpqD6yXmZmHBVHXjkekMysqi02OF4JJDWseXaecYAH1OvHGu9dCnLeimeJx9B0MRKPC913PQvVYYwIACAOP8oX02XhH6gWap1ju7P8AY+LMuVWbewqcuDAe+oqMjRQ1I9j6qijWyQmINABEpDCqgAVQARSY0NuKiBHe5Mi3bUYdM3yh3hOz5EHUguK80Dnm+U09oTUJPgVyxVFazj5oW2Nzuq1581jj4BPo5cit4yh768yXZslPcC5zHgA0oWkGuyhFR3JbrWovxVN9R3NFk3N4lodLVjK4Mbpce3X376KcYGGtile0M3zLaHK0FnBDBd1c3EOkd75XVr6VO8YmboalV3+L/ZFjkqO22jCCzxwRk15yRpLsfrAvxJ3gUTW89FYjUhh6fXk5PkjbZLyMyAGhLpCOlI/pOJ3amjcAArlGxzqlVz7FyMzl7JEMJjL5JcThdjqMDrx3qDVgUmy9yDkxrQ2VryQ9taFtMHAb+CnFcSMpcC0lsjHYloPEA+hSsiNyLbY5BUta17dbK3X/ALriaHgacVFonFrR5FI5sM95lMaUexzaObX7SI6v2hgdpUMnkXKVSlZ+T/k5/nNmeYTfhFWn6ta/yO+twOKzTp20O/g9pqfq1Nef1JXJ/nV8FcY5CeZeQaA0o80F6oxpQaNydKpuu3Au2lgfxMFOC9ZfFHRsu51ssscc7CXxOIqaktunWCdBWxM8k4mss8we1rmmrXAEHaCKhTIDiAOQcoQ+WycGeoFmqdY7mAf5PizMhla/u+KIaEsQk5rw/wBkUOeRdAWgt7+B1hShSVTsIVMfPDtJesnz1GM3L07ScG04lE6EYLU04XaNXESaSSt3v6FyMnbXjsH+VVaPL78jbet7y8n/ANg3WEUPSOG4I9XkP855b3wRAfGK9d3Y0KG9HkWKnV9/4L6Cmhg1vPcPAI3o8g6CXGb+H0Cc0EgAO7z+CN/kkPoI2zk/N/sMPgBrp/md7Ut9/aQ1Qp9v/wBS+pYZpWGKS2RskY17SJKteLwNI3EVB3qdOTuzn7TpwhQUoqzv+zOiNyDZW9WzWccIY/7VPefM89a4i1CKEdGGO8dDWsY3ia0S3mJ2RGs+V5S4N5qNt4gA3jpOro1oldiTLeOR90mQBlNYcXV4YA1rQKRZBbzKqK46pZ0gCesaAurShIwArpppoe2NrFrnvZcA/wAkPtFL0wY3Q4tArTyWN0NFPcoZbTqwh+m/3xINsc2ym7Y7O4uGmeRhc6ussqKBR00NdJOsr1p2XCKyK+yWW02uZolfMQSLxc5wAGsgVoOxNJyeZoqTo0INwSOvCRowGr8FquecsQ8oyVuUrg7VvwxUZMlFWHrDMObZuaBhowGpNMjJZkjnQnvCsKDwfai6DNFZlvJcUoBebr29SVhuyMO4jTw1qE0i6lUlDTTinoypyYZrxjtbGyw4jnh1TUihkjPVO0jDXgow1sydV08pU8ny+jM3ntmZSQy2WletJEcMPLjOzURq04KFWjfOJ09n7VdO0KunMYyfbG2qytydaKte0m6aAVANbhGpwqeIARTn+l6j2jgk08RR6r1S4dvcdcyJZOZgii8hjW47hRazgE5AHIeUL6bJwj9ULNV6x3MB7HxZnrGcXDzfFOOn3yHiOuvD/ZFFypOF5o9HuVfQ4nMxn6e4g5jv+Lf2eKMTojXsf2su41WT4g6WNrtDnsaeDnAHxWRHerNxpyktUmX0WRLhtZez4tjJTGS4E9E1aaA16u0KSjqc54zfVNRfrNq+XMIZLi+HMiEbbrmtJGnTHe8Ut1bw+nqPCSqXzTfzEENibZ2thhLpWCR5eGhpBqQ0XsG4Ap20BOVR1JSk7Rdla/nkIy1H8HhkkYwNeZ2xt0P5phaH0BppNQFGWWYUZdPUhBu63b8ru9ilzofWCzTENEknONeQAL/NuAa8gYV3qEnlc2YW8a1Skn6qs12X4ETMj6fF5sv3bkqepVtZ/wBOv+X7M6c5WHnUUuX3UMZNKVdp7EEGR8kUltAIuBsdXOcKAAXSP89hQsxItrXefhoaK4GoN0DSdYJx3gYChJJkW5aLx+hgsr5ZeXlrCWNZVoa03ajaQNtBhqVFRts9BgcNT6O8ldkeHLczRS+T52NOFdCipM1TwdKTziT4s7LQ0YFvaHf3J7zKns6jyLnIGc8088Ubg2j3NBIvg0Jxp0lODuzHisBTpU5SV8jpgsg1Od2laN1HAuM22yi7Wrq1GveEnEaYuGxtujToGsp7qBseFmG/vKe6hXD5ge5KLILgFnbsRZCH27FJARLSy7dNMBoJ1bq7EwKPLmbMVq6IIjku1ikGkY9Rw+s2ujW2tBTQoTpqfeb8Hj54Z31jxRJzTyraWP8AglsjfzjR0ZQC5r2jQS8Cnb2HHSU5SvuyRZjqFCUfxGHkrPWOjT7v28sjX1VxyjknKD9Nk4M9QLNV6x3MB7HxZmWGhrvb4hENPvkPEdby/wBkU/KrHR0ZxxGvThtwGK00OJzMW7tePzInJ9DejlNdAHijE6I0bKlu1X3GnsJuyxuFHXXsNARjRwNNyxrU9FVSlTkuafyJ7bdd+FOu/OiVpF4dEyurpA6VK+gp8zGqKlGnG/Vs++1yUcrXX3zHHz8bA3necdQi7QER0oXUNNKLkPw147qk9yT0tn58iKzKzOZaHsjeYaCO+HXqHVg4BwFBgUr5ZlssO+kbi2t7W1rfLIhZTy64yS1MT2PDXFjmEsc5gaBQXqtNBpr/AIUpE6eDjuRspJpuzTzS8tChzgygZnMdUUaxoDWtutj01a1uzRjrVUndmzD0FSi0lx1ebfayRmO75bH5snqFSp6mDa6/IXevkzp73gKw86MFoeaOGGmiBEptnaxtGihOJNK0Okcaaaf/ABTSsEdblHli3iMOZjV9C7GpDNTa7TTu4quUjdg8O5vfei+f8GAyjIHSyEaC99OFTTwVU9Tu4JWp+L+Yy1QNbFUQBdZmfTrP/qNVlPrIxbQ/t59x3ABbDyImVtQgaBHoHAIELQASADQAbSmAb21BCYiNzYpdAoTWh2E4+OKEPiWNgtF9tTpGBG8aVJMTVmSaJisck5QPpsnBnqBZqvWO3gPY+LKzI0DXiQOAOMA3i9MwGh1YEp0ynHycZRt95ma5XbGIjCA4kFpIvaQKnCutaKCtc59ap0jTYOSTJ5mbO0EDojEiv1tiddXSLMJWVKW81c3kOZVRUyjsYf7ll6M6j2vyh8f4HfzJZrld2NH4ko3CPpefCK8x1mZkOt8p/lH9KNxEXtetyXx+oo5oWfXzh/fH4BG4it7Vr9nkMPzRslcY3HjJJ+DktyIvSmK974L6CXZs2QfoG9pcfFyW5HkL0hiX+t/Aj/k2GKWExxsYb7xVrQDTmZMK9gQklexTUr1amU5Nlgw1cd34qJULsjzz4FOiGOc48CAABvPgmtREu22kRsL3aGguO86qcTo4qUnZEqcHUkox1eRm83ckm0OfPOKtc4kNOhx1k/sClAN27GmOeZ0sXWVJKjT4amMy5G1tpna0Ua2WQADQKOOA3VqlU18jo7L/ALdd7+ZDCrOkLQIu8yz8tg89virKXWRh2h7CfcdvC2HkwpNBQAUWjtPiUAxaBAQAEABAC2qQWEvbXDuSAbs8l2UbJMD549o8DtUkw4FupETk2f8A9Nk4M9QLNV6x28B7HxZXZBHznGz/AH7FKmZ9odaJnOWb/p/Nd4rRROZIe5Dj0p/MHrJ1tEOJ1c9EE1oBidgA0lUEg452urdcDTTQ1pxQAiO2sc1zg6rWipNDgLoeDTe0g9qLAMQW9shIbWoxxBGst8QUNcwIUWUmyF4bXoHWNNa0LTrBulRcbDIVgyoJ2XgC3q4Gh68bJBo3SDtqoyyJJjdpd8ZD57/upFEZKgGJ41SEyfZAAKnWceDcfEhSiDKjOJplMcIwMrxXc1uju0/uqububsFanvVX+lfFl/ZmBrQ1oo1oAaNwTMbbbbZxzK7q2i0HbPP965VVOsem2av6ePj8xhoUDexSYZFtmfKBbbOS4ACQVJIoO1WU4veWRhx04PDzs1pzO1i3RfaR/wA7fatlmeTA63Rfax/zt9qN18hXG4rfFj8bH/uN2DfxRuvkDFflOH7aL/cZ7U918guOwWpklbj2PppuOa6ldFaHBJprUB5IAIAU1NAG5AkRbaMCRqo8cW6fQmSWpL/KQ2hO6I7rObZ+j5bJwZ6gVFXrHawHsfFkDIAxk42f79ilT0KNoaxM3yz/AKDg7xWijxOZId5Dh0p/Mb6ylW0QROtrOSI1hsDIQRGKA3a1JNbrQ0VJ10Hahu4WDisjGNLWtAaQARiagNDADXVdAHYgBPMtbUtAB2gb6+JPekBXSRNbW61ra4mgAqd9NKiSRDkNNCTJIiSu+Mh89/3T0uYFqyMltRpFcNqiDJLHdVu4V7ST7FLgIj2eO9a3H7OMAcX4+BcFXxNTe7h0ub+RbEUCZlOK2v52XfNMe+V5VU+serwH9vHuEtUDYJl6p4HwU4dZFNf2Uu5/Ir2xNujot0D6o2cFW5O+ppjRp7q9Vackao5hyCWWNwYBE6FokMRDJDM9sYuEjGhfU8Fb0c7vP5nN/H4bcjJQWd8vVurc+8asOZ7pTI1nM1jtBgNW0FWh7nSVpg0CNxppQoTd8+NidTF4emotw1jvaLyBZc145XMEMkT2O5wue6Ix822IXnPLDUllDgRpOGCSi3oyU8TTpxbqUrNWyVne+iutHzuNW3IsbImzROZJE55ZXmubc14F665hJ0jEGvcotNK6eRdSqJ1HSnDdklfg7rvsuPA2fI+wB1roAMLPoFPtVqoNuGfM8/tuKWIVl+lfNnSFacgNABtTQCigQ27S3tHeE0MovyU/ae9InvGYz8+mS/ueo1VVOsdfA+xXeylsFt5onCodzddouSNfht6qISS1Fi8PKqk48Ck5XrXHK2zuicCAHV1EGuhwOIK1UTjVIuLs8h3kTkDXTVIHQbpIA629SrLJCidPmyxAwEuniFNsjPCqo3WSuQn522Mf9Qw+bed4Ao3WSUZPREaXPaxj9I48IpP7UW7V5k1QqvSL8mQrRn5ZRoEx4R08XBR9XmixYOu/0MpbXygxV6ME54mNv9RUW4riWrAYj3Pl9Sukz9GPyd+74xv4BR3o8yfo6vxS8yHJnu4uYRA3oknGU41aW6mftJb0e0nHZtVvVffgToc/Z7tGxRDe4vd4EKG/EvWyJvWa8jQRZym4HujBeYo34GjKljQRQ1I6Tq61O63bmX8DPf3U+Nr9pGsGXpWHnDdcZWgvBBAqK0u0xAFaUxUFJGutgd6KhF6fEk2rPKVrSRFFhtLj4URvRKY7Mm3beXkYcuJJJ0uc5xptcSTTvVUnd3O9h6fRU4wvoKDUi4RLg13mu8FOn113lGIf5M+5/IgNHRHD8FQ9TfHqo2c2dLjNaHh7PjpLPdBdI5sfNPZJfa0tFRVlDoV7q3b8DkR2fHo4RcX6qlfJJu91Z59uWocudYiIfZ442l88ksrC97w8lrmHSBdY4SPIAqcRsojprZrmEdnOp6tVuyiknkraPhe7Q+3ORkQbFCG80yZzaPllkD4ZWFjwCWgsjoRQDEEa9b6S2S/cj+AnUbnUvdx4JKzTvweb+pUZRykx0LIYWXI2ve8tLzI9z6Boc591opdwAA21VUpZWRvoUJKq6tR3k0lpZW1tbPO+pr+SDTa//wA/hKtWH6nief25/cr/AIr5s6OrjjAQCDCYC0xDTtXFCGP3VKwrnM8+vpsv7n3bVnq9Y7eB9ivEzcirNqKTOBgLRUA8Qk21oW0qcZu0kmQLNC2nVb3BLflzNX4eknlFeSH2tGoDuRdklCK0QpIkE5ADMiAIsiRFkORMrYgJEUTLKVEuiaqwyXo2b4LvbGQPwVmq8DBJbspP/wB18SRAKxx+YFDgXPrMatTei7ghkoalO0KJqFhAMbm0HgfBTp9ePeUYhflS7n8izzWsLJbXBG9gcxzwC0jSNm3QERgnOxXia04Ydyi80jrX5m2H9Vi/8vatHRQ5HnPSOK/yMP8AM+w/qsXcfajoocg9IYr/ACMKTNGxfq0XceO1HRQ5DW0cV/kYr80LD+rRdx9qOihyF6Rxf+RgyJkyKz2i0NhYGNMdmJDa0rWcVx3AdytUFGCsjNVr1K0t6o7svEisCADamAspiGjpHb4JoY9zwUriszmefH02b9z7tqzVesdvA+xXiZ16rNpS5e6o4pM0YfUg2c4KCNjauOhwTsRUk+IkyjHd+NU7CdSKy5Ae78fRT2pDlKwxI7d70qmQ3+wjvJ2bP8pWI78nnYiyV2II+s08sxrHw/yjIh64/ZyVF2LYb/E0+Q5aMjr9V7mng8A+1WRMldNb0Xq0n4os4cI6eQ5zfTUKNuBLevaXNXBpFdvgkSTuUhZQkbCR3KBtTyAUANy6DwPgp0+uu8qxHspdz+ReZj/T7P5/9JU4e0MuN/tJdy/Y7HBYy1hbzj3VpRzjUilMK6TWhrrxK1XPJiLRYL7Wt52UXWlt5riC40AvOI0nA95TUrAPzQEvDw4gAEXB1STXE+juCV8rDsFZIbt7pON5xPSJNK40bXQKUwQ3cCNZfpVo/wBKy+taFJ9VC4lioDDQINqaGGUwGr2JPkjxxPoA700IjfkyTajdC5gc9j8tn4x/dsVFTrHcwXsF4/Mz71WbEU2XeqOKTNWH1K6LRo1e4UVoXzSvpfIcHDV46k2RV/d4B4+CRL1uQRDvR6UZCe+/L4jbwccUZCalzGXBA7EWVBFjLgggw43YpMnFl7kOSpewaXtq3zmYj0Xk48iFbJxnyfwZorxIDh+kAB3PZp9Hgm+Zlpeq3B/pfwYuNmkHSD/8UWXsrcpQ0NdviosvpPKxBckWCHCvvtUk7O5GcVKLi+JbZlwl1tgAkkaS7rNEV4YHRejI7wVfTqJy6q+P1OZjqMo4eX5knbg93/rc6wM33frtu/3Yf+FaukXur4/U8xuvmH+b7v123f7sX/Cn0i91fH6huvmwfm+79dt3+7F/xI6Re6vj9Q3XzfwFwZIczAWq1mvlOhd6XRGmtJzT/Svj9R2fMl2HJ4jc99+R7nhgJkLNDL10AMa0fXd3qMpXysCRMURgQAoJgE40QAizsrQeUanhp8AApLQT1LVSInIM9T8utHGL7pqy1Osd/Bewj4/MoXKBrRUZcGA4pSNOH6xXRvpQAaVFI0zk00ktRQmwqcO86q7E7EFWSV5K33fkEZdO4dtcR+CN0OmWbS0/n6Bvfp0ClMfFFgcnZ3y7RmSTAe9fFOxVKb3E7/z8xqcGppsb44oQT39527PmRpga69VO819CEV1N5yuuy3nmNY6/fckyUHJr1ggok0TLFaCxzXN0tII4hLTMm4qcXF8TcWKj8GdWUCSI+S8fV41BaeCtSvkc6pJwtN6xyl3feYtztDtmDhr3jiFA0Kzy4cAWuziRvpCTQ4S3WUEkZBxUTWpXGHBAy9zDp8Og84+qVZS6yMO0f7eX3xO1hajyoEAGgBDwgBQKBBoANMA6piGJXVN3tdw2dqES4E2wM0uOvAcNfvuCkQJiYHH8+m0t02/mz2c20fgVmqdY72Bf5C8TPlyrNZU5cPRHFKRpw+pAiGg8VA2NK9xXNjRTD/FE7kOjjpYGA9+PtRckopASCy0EuQIZemRYw9IiyO9MhYaKCIuNyTJxZpc2rf8AoXGlTejJ1P1t3B1B2gKUHwKcRC3r2y0fd/Bo5p6/GU3SDY4fWp4qUuZlpJwfRvT9L/YadLc806CNSgaLb3eR7fBe6Q9GtJonTlbJlW9iVi+5eZgw/Lod189zHKdPrGHaUv6eR2NajzAAgA0CAgBLTRAxV5AhSYDU8t0bTqG0oCwVmiJNNZxcdnDho4qaQNlw1tBQaAmRDQBRZz5sRWxvS6EjR0JW6RucPrN3HsooyipF1GvOk7xOPZZsEtlkMc7aHU4dR41FpWaUWju4fEwqopMsOqAq5HRoLMiRaFE1sUmARKQBVQIQ4oEMvKBWGXvG0IIMKOzPeaMY9x/ZaXeAUrFM5xjq15kuHNq2P6tltB/gv9iahJ8CmWJorWS8ywgzAyi6lLJJj5RY3vvOCfRS5FX4/Dr9Ra2XkvyidMTGedKz+klPoZie1sOub8DQ2nNm2WaMSTNY4jB/NuLg4ai7AUd3g9yk4SSuzMsVQqvcV0uF+D+hVFgpVvSjOrW07CNSqaNMarT3Z68+DIxaWYjpMKRpupa6keaMOxbp2exBJSa1L/k7ipaqn6rHenBWU1mc/ac/yrdp04Sq84Ngc6gVhQlQFhQcgAy0oAUCmIbmnDeJ0Aa0DEQxkmpxcdA2e+1SSE2W1mguCmk6z76lIiPIACAAgCDljJMVqjMczQ4HQdYO1p1JNXJRk4u6OT5e5O5I3EMEkkZrd5tt5wOwg7tRw36lRKkdbDbTlTWeZS2fMLKDiALO5oOFXuiaBvIvkjuKh0DN0ttUlpF+f8Gvs/JCKDnLU6usMiAFddC4lS/DrmZpbclwgvFk6Hkkso601odurGPBikqEeZU9tV3pGPx+pOi5LrANLZXedK4erRPoIFUtr4l8V5ImQ8nmTm/9M0+c+R3i5S6KHIpltLFP9b+BOizQsLdFks/bCw+IT6OHIqli68tZvzJ8GS4WYMiiaP2Y2jwClZFLqTerfmSwKJkQ0ABAAQAl7ARQgEHAg4gjYQgDA5y5lua4zWTA6XR6j2HSOP8AkUTpcYnRoYxOO5VzXMzdhhbMXNex0T29fokt4u2dveVWlc1znKjZxlvReha5HzfgLsXMftBxadjo36K4dUgqUYRKa2LqW4r74mkhsQiJEcUbWn6zW0rTbvU0raGCVRy6zbHTUCpHoPprROxC4sA7D6PanZi3giSPc+xFh3H45HDAtokRHnO2phYg2rKAYD79w1pErDOT4JZnVILGayeu7+wcMdlBipRRFs0tns4YKBTIjyAAgAIACAAgAIACAAgAIACAAgAIACAAgAIACAAgAIACAK625HjkcH0uvH1m6TucPrDcVFxTJqpJK3AyuU8y7Q95cy0NNTWjmhnpY3HtVbpPgzbTxdJRtKHx+pPyHkG0xFwllD2HQ28TQ/yDxUoxa1Ka1WlNLdjb77y2bkuhvACuOs61KxmuO/BX7u9PMBqfJrnihpTYCR30SsFxUeTi0ACmH7RKLBcDrA46x2EhOwXHIsmj61OAHiUWC5OawDAJiFIACAAgAIA//9k="/>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4942" name="AutoShape 14" descr="data:image/jpeg;base64,/9j/4AAQSkZJRgABAQAAAQABAAD/2wCEAAkGBxQSEhQUEhQUFhUUFxQYFxUUFBYWFxcWFBcYFxYXFBQYHCggGBolHBQUITEhJSkrLi4uFx8zODMsNygtLisBCgoKDg0OGhAQGiwkHyQsLCwsLCwsLCwsLCwsLCwsLCwsLCwsLCwsLCwsLCwsLCwsLCwsLCwsLCwsLCwsLCwsLP/AABEIANgA6QMBEQACEQEDEQH/xAAcAAAABwEBAAAAAAAAAAAAAAAAAQIDBAUGBwj/xABMEAABAwEDBwcGCQsDBQEAAAABAAIDEQQSIQUGMUFRYXEHEyIygZGxUnKhstHwFCMkMzRCU7PBFRZDVGKCg5LC0uFzk9NEY6LD8YT/xAAbAQACAwEBAQAAAAAAAAAAAAAAAQIDBAUGB//EADsRAAIBAgMEBggFBAIDAAAAAAABAgMRBCExBRJBURMyYXGBkRUiM1KhsdHwFCNCweEkNFOyctIGYpL/2gAMAwEAAhEDEQA/AOg515+R2KURFjnmlXOF4hhwoHXWkjAg6FCU7ZGqhhpVFvNO3YrkOx8orJfm2sd5r71OIGI7VB1HyNEcDSbsqng1Z/EmMzvc7QyM/vFLpix7MS4vyD/Op/kM/wDJLpmHo6PNhfnVJ5LPT7UdMxrZsebEnOuTZH6fajpWS9Gx7RP51yf9vuP9yOmY/Rke0Sc65Nsfcfal0rGtmQ7RJzrl8qPuR0rJei48mJOdknls/lCOlYei4cmJOdr/ALRncEdMx+i4+6/MQc73fas7m+xHTMfouPuvzEHPF32ze5vsS6Vj9Fx934iDni77cfyt9iOlfMfouHu/EQc8T9v6G+xLpXzJejI+78RDs8j9ue4exHSvmSWy4+6viGzPkt/Sk8WA/gn0rE9kxfAlxcobR1gD2OamqxVLYrfVZOh5Q7Mes144UI9JCmq6M8tjVlo0/P6GrstobIxr2mrXAEHccdCuTucmUXGTi+A6gQEABAAQAEABAAQAEABAAQBxrlD+nzfueo1ZavWO/s52oLvZlZomuxc1rt5GPYdIVefA3tqXWV+8XFlPmHNcXSObXFhdeBFNrwSBuBT3mtSt4eLV6eT73by0GIsqyOAN4959qhc6Nkhf5Qk8t3eUDyC+Gv8AKPeUBkJNrf5RQGQPhDtpQO4RmO1AXC507UguDnTtKYXCMp2+lA7iXSnae/ikK4kynagY0Zt/vggYg2jegQn4R796AuGLQgBRnQNanc+SqQuybCSSTWUYmuAkcAOFAFsou8EeR2qksVK3Z8jXq05wEABABVQAKoANAAQAEABAAQBxrlEHy6XhH6jVmqdY72z/AGK72ZghVm5FTlvQFGRdR1G7EcB760kanqSapiDqkAEACqAAEAHRAwkAEUAIcffvSJWEOcgBh7/fuSAZc9ACb6BBh6AuOh2CGNM7jyfZRZZ8lQPkNG1lFRj+kf7FspNKCueU2lCU8XNRXL5Fi3P2yHRIKbSHgd92il0seZQtn4l6U35BT5/WRteneOyOjsdlcAFF14I0UtjYubzjbvM1lXlBmfhC1sYxxPTf6RQdxVUsQ3odnD7ApRzqtyfkvr8jKW7K0sprJI95/acSOwauyiocm9WdqlhqVJWhFLwLrMrO51nlDJ5HcwQRQ0IjdWocBi6mkHjVWUqu67PQ5m1dlqvDfpRW/wCV+zlc6+0rceLFIACAAgAIA4zyh/T5v4fqNWap1jvYD2K72ZlxVZuKjLegKEi+jqIsPV99qSNTJCZEUCgAFAwgEAGgA6pgJSAIoGNv9/SkAy9yBkZ7/fuSYDDnouRbEhyLiuKa5AXL3J+SLS5hdHZi+utzR6A4hS3JMoljaNPJyVxm1ZOyiBjBKGt0AHqg6Q0A4VUlSXEyS2o7/lpFJPaZGTVkZI1l4VY4C8QNIvFv4Ke5AoljMZJt73lYchykxtoY4MkdC14JY94vuZhVpeANmzWhRjxG8TiLerJ3+9DcNmslrLnWJ7430qLJOKhxGkRS3jQ7AfRqjKmn1fI0YbaVejZYhXXvLh3or5KgkODmuHWa4Frhr6VdXBUNcD0FOpGpFSg7rsEiT30f5KRYdAzGz4uEQ2t5uG6I5HfVOi646SDh0itVGvwkeb2rshSXS4eOed1z7V9F5HUQVrPKBoACAAgDjPKD9Pm/h/dtWap1jvYD2C8TMuVZuKrLWge+pQkX0dRmxdX32pI1MkpkQ0AHRAAQMJAAKADQAlyAGZD796QyPIUDIkhUWRuMkoK2wqp2Fcuc2HUke4Uq1hIqAaGo2qynqc/aUmqas+JfxZ42tr6CQUDgKGNhwrD+z+27v3BaTzzNTk7Oa0Opec04gYxs/WYotQ8mV3cEERWULTz4AljieCWA1Z5Vskg0j9hg7cUrFkKso6MzDs3rO9wHNNbe5nqlw+dtEkJoL3ksaeNdqjuI0LF1Vx+7lb+QWtLHxlzTSJwoa0LxGTSv+ofQk4LgXRxU2rS+9foQrTbp5Z2CR19/Qa2rWgm9obgBrdr2qqcXJ9p1cJXjh43WUXqSXtLSQ4FrgSHNNbwI0h1dBVDyPQwnGcVKLumIr7j2pEmd15P8sOtVja+QgyNLmOOs3eqTvLS09q6NGTlG7PA7Uw0cPiZRh1XmvH+TTK054EABAHGeUL6fN/D+7astXrHewHsF4mZKrNxU5a0BKRfQ1GbGcPfaoo1MkApiFBAgIGBAAKQBpgBIYlyAGJD796AI0h9+1ICJIkRY0SmilsIJiJVitzoS4tpi0gg7CnF2ZRiaUasLMvc38nfCqurdIIO7C5u/7Y7ytCm2cPE4ZUnqWdoyvDZHXZC+oIPRbUYTRzf+qnapq7MTaQ/Yc7rNI5oaZKgs0xkdW0vtH9d3sqm0wTRrbBmxLIGyMcylIqA1FeamfNs185TsSJXRkMuWz4FIyKZtQwRC8w1rzQYNBA082NetQlOxtoYaU43iybmXkey5QnbM11obzJYbpEbQTHQjQXGlRuTjFN3IVcROmnSsi25UcghhFsZ9YtZK2mFaUbJhwAPYqsRT/UdXYWNd/wAPLta+hgQsx6dnU+RkfF2nzo/Vdj77Fsw2jPK/+Q9en3P5nSVpPOgQAEAca5Qfp038P7tqy1esd7AexXiZlyrNqKnLWgdvgoyNFEYsQw99qSNUiSEyIaADQMFEACiQBJgGkAhyBjEnv6UgI0iAIsiRCQy5SKJBIEB2hNahLqs2/J91Xq2ByNocDP59H40q6Jx5FZm3863ipMij0xm58wzgokzjvK4PlFVTPU7OCfqMu+Q9uEnE/grqehzcZlVZ1O2WVkrHRyAOY8FrgRXAqxpNWZnhOUJKUXZo4HbbG+KR8UmDonFruzQe0UPaubKO67M+g4etGtSjNcUdxzByT8HscYI6cg5x+4vAIHYKDsW+lHdieL2niOnxMnwWS8PrqaRWHPAgAIA43yg/Tpv4f3bVmqdY72A9ivEzBVZtKnLmge+oqEjRR1GbFoSRqkSEyIYQAEDDQAKpACqBhIAQ5AWGX+/pSAjSIERZEEJDJTKWEgQDoTQSXqs3PJ71Xq2ByNo8DOZ/fOlXROPIrM2PnW8QpMSPTebw+IZwUSRx3lcHx6qnqdfBP1WX3IiOhIeP4K2loYcd7U6m9wAJJAABJJwAA0klWmO1zi89qZlHKx5sdCWWNgPlNjDWuduq1pPCiwytOpkevw18LgXvapN+L0XnY720LcePDQAEABAHG+UH6dN/D9RqzVesd7AexXiZkqs2FRlzQ331KEjTRGbFoCSNTJCZEAQMCQBoANAAQMIoAQ4oAZk9/SkBGkSERnpkWMlBU0EmRAdBQtQkvVZuOT0dF6ugcbaGqM5n586VejkSK3NgfGt4hNiiem8gfMN4KJI49yuD45VzOrg9GXvIe4GOTcT+BVlLQy4/r3JnK/nOYYxZIz0pm1kOyOtA0edQ13DeoV52W6X7Lw2/LpJcNO/+DE8m7qZQsuNPjR6WkU7dCz0366O7jF/SVO49HhdA8YGgAIACAOO8oI+XS/w/Uas1XrHe2f7Fd7MyQqzaU+XNXb4FRkaKGoxY+r77VFGpklMQKIAOiQAogAIABQAkoYxtxSuAy8pAMyIEyO8IuRGnBMgxFEEbC2BBNIs7AydtHROkAJoLry28dgFcU03wM9ZUFlJJslzZMtEgqQ6Q7DGXn1Sp3nwZz3PBcaf35jOTsny3wGMbGa9Z0LWgdtxO9TmLf2d7j8v5OiWeHKDIvpV4gaIn1p2BoTTlYrdTA3yg/vxM3ZMgWy3yubPI5gb9eZrqHcMMVFRnJ6mieLwdJepTv9+J1jNDIHwKziG815qSXNbdrWm/HQtdOLirHFxNZVpuUVZcjgOcduNotc8tSQ+V5bXyLxDBwDQ0dixTldtnpsLT3KcY9iJeatoEVqgkIvBksbqVpWjhr0KMXaSZrqwcqM46Xi/kengukeFDQAEABAHHeUIfLpeDPUas1TrHd2f7Fd7M0VWbiny5oHvqKhI0UNRixDopI1MkJkQ0DBVAAJSAKqACqgYlxSbHYZe5IBpzkCY2UCG3hMQyWoK2hcNnc40aCeGrigTairss7JkwE0cXOPkRC8eF7R3VTsUzxNldZdrNdZMjy83c5oxMIArI5l7TWo+s047NasSaORXq05S3pTu+waGadkL7rxapH6iya9Vx0AAsFTuBVylwMXRqWafmVc+ZoD+hLMwVFG3q6NuOOhNSZU49pe2TMSCZrjK60XowTSEgOdqwrXuRFkWXOb2QYbNUxzWt7X1aBM9r2tOygpdcO9FyWaRu4bVdADsKazh/hWJlVji3KBmybPO+aOjoJXlzS0joF5qWOA0CpIB2AY1WKrDdd+B6nZ2KjVpqD6yXmZmHBVHXjkekMysqi02OF4JJDWseXaecYAH1OvHGu9dCnLeimeJx9B0MRKPC913PQvVYYwIACAOP8oX02XhH6gWap1ju7P8AY+LMuVWbewqcuDAe+oqMjRQ1I9j6qijWyQmINABEpDCqgAVQARSY0NuKiBHe5Mi3bUYdM3yh3hOz5EHUguK80Dnm+U09oTUJPgVyxVFazj5oW2Nzuq1581jj4BPo5cit4yh768yXZslPcC5zHgA0oWkGuyhFR3JbrWovxVN9R3NFk3N4lodLVjK4Mbpce3X376KcYGGtile0M3zLaHK0FnBDBd1c3EOkd75XVr6VO8YmboalV3+L/ZFjkqO22jCCzxwRk15yRpLsfrAvxJ3gUTW89FYjUhh6fXk5PkjbZLyMyAGhLpCOlI/pOJ3amjcAArlGxzqlVz7FyMzl7JEMJjL5JcThdjqMDrx3qDVgUmy9yDkxrQ2VryQ9taFtMHAb+CnFcSMpcC0lsjHYloPEA+hSsiNyLbY5BUta17dbK3X/ALriaHgacVFonFrR5FI5sM95lMaUexzaObX7SI6v2hgdpUMnkXKVSlZ+T/k5/nNmeYTfhFWn6ta/yO+twOKzTp20O/g9pqfq1Nef1JXJ/nV8FcY5CeZeQaA0o80F6oxpQaNydKpuu3Au2lgfxMFOC9ZfFHRsu51ssscc7CXxOIqaktunWCdBWxM8k4mss8we1rmmrXAEHaCKhTIDiAOQcoQ+WycGeoFmqdY7mAf5PizMhla/u+KIaEsQk5rw/wBkUOeRdAWgt7+B1hShSVTsIVMfPDtJesnz1GM3L07ScG04lE6EYLU04XaNXESaSSt3v6FyMnbXjsH+VVaPL78jbet7y8n/ANg3WEUPSOG4I9XkP855b3wRAfGK9d3Y0KG9HkWKnV9/4L6Cmhg1vPcPAI3o8g6CXGb+H0Cc0EgAO7z+CN/kkPoI2zk/N/sMPgBrp/md7Ut9/aQ1Qp9v/wBS+pYZpWGKS2RskY17SJKteLwNI3EVB3qdOTuzn7TpwhQUoqzv+zOiNyDZW9WzWccIY/7VPefM89a4i1CKEdGGO8dDWsY3ia0S3mJ2RGs+V5S4N5qNt4gA3jpOro1oldiTLeOR90mQBlNYcXV4YA1rQKRZBbzKqK46pZ0gCesaAurShIwArpppoe2NrFrnvZcA/wAkPtFL0wY3Q4tArTyWN0NFPcoZbTqwh+m/3xINsc2ym7Y7O4uGmeRhc6ussqKBR00NdJOsr1p2XCKyK+yWW02uZolfMQSLxc5wAGsgVoOxNJyeZoqTo0INwSOvCRowGr8FquecsQ8oyVuUrg7VvwxUZMlFWHrDMObZuaBhowGpNMjJZkjnQnvCsKDwfai6DNFZlvJcUoBebr29SVhuyMO4jTw1qE0i6lUlDTTinoypyYZrxjtbGyw4jnh1TUihkjPVO0jDXgow1sydV08pU8ny+jM3ntmZSQy2WletJEcMPLjOzURq04KFWjfOJ09n7VdO0KunMYyfbG2qytydaKte0m6aAVANbhGpwqeIARTn+l6j2jgk08RR6r1S4dvcdcyJZOZgii8hjW47hRazgE5AHIeUL6bJwj9ULNV6x3MB7HxZnrGcXDzfFOOn3yHiOuvD/ZFFypOF5o9HuVfQ4nMxn6e4g5jv+Lf2eKMTojXsf2su41WT4g6WNrtDnsaeDnAHxWRHerNxpyktUmX0WRLhtZez4tjJTGS4E9E1aaA16u0KSjqc54zfVNRfrNq+XMIZLi+HMiEbbrmtJGnTHe8Ut1bw+nqPCSqXzTfzEENibZ2thhLpWCR5eGhpBqQ0XsG4Ap20BOVR1JSk7Rdla/nkIy1H8HhkkYwNeZ2xt0P5phaH0BppNQFGWWYUZdPUhBu63b8ru9ilzofWCzTENEknONeQAL/NuAa8gYV3qEnlc2YW8a1Skn6qs12X4ETMj6fF5sv3bkqepVtZ/wBOv+X7M6c5WHnUUuX3UMZNKVdp7EEGR8kUltAIuBsdXOcKAAXSP89hQsxItrXefhoaK4GoN0DSdYJx3gYChJJkW5aLx+hgsr5ZeXlrCWNZVoa03ajaQNtBhqVFRts9BgcNT6O8ldkeHLczRS+T52NOFdCipM1TwdKTziT4s7LQ0YFvaHf3J7zKns6jyLnIGc8088Ubg2j3NBIvg0Jxp0lODuzHisBTpU5SV8jpgsg1Od2laN1HAuM22yi7Wrq1GveEnEaYuGxtujToGsp7qBseFmG/vKe6hXD5ge5KLILgFnbsRZCH27FJARLSy7dNMBoJ1bq7EwKPLmbMVq6IIjku1ikGkY9Rw+s2ujW2tBTQoTpqfeb8Hj54Z31jxRJzTyraWP8AglsjfzjR0ZQC5r2jQS8Cnb2HHSU5SvuyRZjqFCUfxGHkrPWOjT7v28sjX1VxyjknKD9Nk4M9QLNV6x3MB7HxZmWGhrvb4hENPvkPEdby/wBkU/KrHR0ZxxGvThtwGK00OJzMW7tePzInJ9DejlNdAHijE6I0bKlu1X3GnsJuyxuFHXXsNARjRwNNyxrU9FVSlTkuafyJ7bdd+FOu/OiVpF4dEyurpA6VK+gp8zGqKlGnG/Vs++1yUcrXX3zHHz8bA3necdQi7QER0oXUNNKLkPw147qk9yT0tn58iKzKzOZaHsjeYaCO+HXqHVg4BwFBgUr5ZlssO+kbi2t7W1rfLIhZTy64yS1MT2PDXFjmEsc5gaBQXqtNBpr/AIUpE6eDjuRspJpuzTzS8tChzgygZnMdUUaxoDWtutj01a1uzRjrVUndmzD0FSi0lx1ebfayRmO75bH5snqFSp6mDa6/IXevkzp73gKw86MFoeaOGGmiBEptnaxtGihOJNK0Okcaaaf/ABTSsEdblHli3iMOZjV9C7GpDNTa7TTu4quUjdg8O5vfei+f8GAyjIHSyEaC99OFTTwVU9Tu4JWp+L+Yy1QNbFUQBdZmfTrP/qNVlPrIxbQ/t59x3ABbDyImVtQgaBHoHAIELQASADQAbSmAb21BCYiNzYpdAoTWh2E4+OKEPiWNgtF9tTpGBG8aVJMTVmSaJisck5QPpsnBnqBZqvWO3gPY+LKzI0DXiQOAOMA3i9MwGh1YEp0ynHycZRt95ma5XbGIjCA4kFpIvaQKnCutaKCtc59ap0jTYOSTJ5mbO0EDojEiv1tiddXSLMJWVKW81c3kOZVRUyjsYf7ll6M6j2vyh8f4HfzJZrld2NH4ko3CPpefCK8x1mZkOt8p/lH9KNxEXtetyXx+oo5oWfXzh/fH4BG4it7Vr9nkMPzRslcY3HjJJ+DktyIvSmK974L6CXZs2QfoG9pcfFyW5HkL0hiX+t/Aj/k2GKWExxsYb7xVrQDTmZMK9gQklexTUr1amU5Nlgw1cd34qJULsjzz4FOiGOc48CAABvPgmtREu22kRsL3aGguO86qcTo4qUnZEqcHUkox1eRm83ckm0OfPOKtc4kNOhx1k/sClAN27GmOeZ0sXWVJKjT4amMy5G1tpna0Ua2WQADQKOOA3VqlU18jo7L/ALdd7+ZDCrOkLQIu8yz8tg89virKXWRh2h7CfcdvC2HkwpNBQAUWjtPiUAxaBAQAEABAC2qQWEvbXDuSAbs8l2UbJMD549o8DtUkw4FupETk2f8A9Nk4M9QLNV6x28B7HxZXZBHznGz/AH7FKmZ9odaJnOWb/p/Nd4rRROZIe5Dj0p/MHrJ1tEOJ1c9EE1oBidgA0lUEg452urdcDTTQ1pxQAiO2sc1zg6rWipNDgLoeDTe0g9qLAMQW9shIbWoxxBGst8QUNcwIUWUmyF4bXoHWNNa0LTrBulRcbDIVgyoJ2XgC3q4Gh68bJBo3SDtqoyyJJjdpd8ZD57/upFEZKgGJ41SEyfZAAKnWceDcfEhSiDKjOJplMcIwMrxXc1uju0/uqububsFanvVX+lfFl/ZmBrQ1oo1oAaNwTMbbbbZxzK7q2i0HbPP965VVOsem2av6ePj8xhoUDexSYZFtmfKBbbOS4ACQVJIoO1WU4veWRhx04PDzs1pzO1i3RfaR/wA7fatlmeTA63Rfax/zt9qN18hXG4rfFj8bH/uN2DfxRuvkDFflOH7aL/cZ7U918guOwWpklbj2PppuOa6ldFaHBJprUB5IAIAU1NAG5AkRbaMCRqo8cW6fQmSWpL/KQ2hO6I7rObZ+j5bJwZ6gVFXrHawHsfFkDIAxk42f79ilT0KNoaxM3yz/AKDg7xWijxOZId5Dh0p/Mb6ylW0QROtrOSI1hsDIQRGKA3a1JNbrQ0VJ10Hahu4WDisjGNLWtAaQARiagNDADXVdAHYgBPMtbUtAB2gb6+JPekBXSRNbW61ra4mgAqd9NKiSRDkNNCTJIiSu+Mh89/3T0uYFqyMltRpFcNqiDJLHdVu4V7ST7FLgIj2eO9a3H7OMAcX4+BcFXxNTe7h0ub+RbEUCZlOK2v52XfNMe+V5VU+serwH9vHuEtUDYJl6p4HwU4dZFNf2Uu5/Ir2xNujot0D6o2cFW5O+ppjRp7q9Vackao5hyCWWNwYBE6FokMRDJDM9sYuEjGhfU8Fb0c7vP5nN/H4bcjJQWd8vVurc+8asOZ7pTI1nM1jtBgNW0FWh7nSVpg0CNxppQoTd8+NidTF4emotw1jvaLyBZc145XMEMkT2O5wue6Ix822IXnPLDUllDgRpOGCSi3oyU8TTpxbqUrNWyVne+iutHzuNW3IsbImzROZJE55ZXmubc14F665hJ0jEGvcotNK6eRdSqJ1HSnDdklfg7rvsuPA2fI+wB1roAMLPoFPtVqoNuGfM8/tuKWIVl+lfNnSFacgNABtTQCigQ27S3tHeE0MovyU/ae9InvGYz8+mS/ueo1VVOsdfA+xXeylsFt5onCodzddouSNfht6qISS1Fi8PKqk48Ck5XrXHK2zuicCAHV1EGuhwOIK1UTjVIuLs8h3kTkDXTVIHQbpIA629SrLJCidPmyxAwEuniFNsjPCqo3WSuQn522Mf9Qw+bed4Ao3WSUZPREaXPaxj9I48IpP7UW7V5k1QqvSL8mQrRn5ZRoEx4R08XBR9XmixYOu/0MpbXygxV6ME54mNv9RUW4riWrAYj3Pl9Sukz9GPyd+74xv4BR3o8yfo6vxS8yHJnu4uYRA3oknGU41aW6mftJb0e0nHZtVvVffgToc/Z7tGxRDe4vd4EKG/EvWyJvWa8jQRZym4HujBeYo34GjKljQRQ1I6Tq61O63bmX8DPf3U+Nr9pGsGXpWHnDdcZWgvBBAqK0u0xAFaUxUFJGutgd6KhF6fEk2rPKVrSRFFhtLj4URvRKY7Mm3beXkYcuJJJ0uc5xptcSTTvVUnd3O9h6fRU4wvoKDUi4RLg13mu8FOn113lGIf5M+5/IgNHRHD8FQ9TfHqo2c2dLjNaHh7PjpLPdBdI5sfNPZJfa0tFRVlDoV7q3b8DkR2fHo4RcX6qlfJJu91Z59uWocudYiIfZ442l88ksrC97w8lrmHSBdY4SPIAqcRsojprZrmEdnOp6tVuyiknkraPhe7Q+3ORkQbFCG80yZzaPllkD4ZWFjwCWgsjoRQDEEa9b6S2S/cj+AnUbnUvdx4JKzTvweb+pUZRykx0LIYWXI2ve8tLzI9z6Boc591opdwAA21VUpZWRvoUJKq6tR3k0lpZW1tbPO+pr+SDTa//wA/hKtWH6nief25/cr/AIr5s6OrjjAQCDCYC0xDTtXFCGP3VKwrnM8+vpsv7n3bVnq9Y7eB9ivEzcirNqKTOBgLRUA8Qk21oW0qcZu0kmQLNC2nVb3BLflzNX4eknlFeSH2tGoDuRdklCK0QpIkE5ADMiAIsiRFkORMrYgJEUTLKVEuiaqwyXo2b4LvbGQPwVmq8DBJbspP/wB18SRAKxx+YFDgXPrMatTei7ghkoalO0KJqFhAMbm0HgfBTp9ePeUYhflS7n8izzWsLJbXBG9gcxzwC0jSNm3QERgnOxXia04Ydyi80jrX5m2H9Vi/8vatHRQ5HnPSOK/yMP8AM+w/qsXcfajoocg9IYr/ACMKTNGxfq0XceO1HRQ5DW0cV/kYr80LD+rRdx9qOihyF6Rxf+RgyJkyKz2i0NhYGNMdmJDa0rWcVx3AdytUFGCsjNVr1K0t6o7svEisCADamAspiGjpHb4JoY9zwUriszmefH02b9z7tqzVesdvA+xXiZ16rNpS5e6o4pM0YfUg2c4KCNjauOhwTsRUk+IkyjHd+NU7CdSKy5Ae78fRT2pDlKwxI7d70qmQ3+wjvJ2bP8pWI78nnYiyV2II+s08sxrHw/yjIh64/ZyVF2LYb/E0+Q5aMjr9V7mng8A+1WRMldNb0Xq0n4os4cI6eQ5zfTUKNuBLevaXNXBpFdvgkSTuUhZQkbCR3KBtTyAUANy6DwPgp0+uu8qxHspdz+ReZj/T7P5/9JU4e0MuN/tJdy/Y7HBYy1hbzj3VpRzjUilMK6TWhrrxK1XPJiLRYL7Wt52UXWlt5riC40AvOI0nA95TUrAPzQEvDw4gAEXB1STXE+juCV8rDsFZIbt7pON5xPSJNK40bXQKUwQ3cCNZfpVo/wBKy+taFJ9VC4lioDDQINqaGGUwGr2JPkjxxPoA700IjfkyTajdC5gc9j8tn4x/dsVFTrHcwXsF4/Mz71WbEU2XeqOKTNWH1K6LRo1e4UVoXzSvpfIcHDV46k2RV/d4B4+CRL1uQRDvR6UZCe+/L4jbwccUZCalzGXBA7EWVBFjLgggw43YpMnFl7kOSpewaXtq3zmYj0Xk48iFbJxnyfwZorxIDh+kAB3PZp9Hgm+Zlpeq3B/pfwYuNmkHSD/8UWXsrcpQ0NdviosvpPKxBckWCHCvvtUk7O5GcVKLi+JbZlwl1tgAkkaS7rNEV4YHRejI7wVfTqJy6q+P1OZjqMo4eX5knbg93/rc6wM33frtu/3Yf+FaukXur4/U8xuvmH+b7v123f7sX/Cn0i91fH6huvmwfm+79dt3+7F/xI6Re6vj9Q3XzfwFwZIczAWq1mvlOhd6XRGmtJzT/Svj9R2fMl2HJ4jc99+R7nhgJkLNDL10AMa0fXd3qMpXysCRMURgQAoJgE40QAizsrQeUanhp8AApLQT1LVSInIM9T8utHGL7pqy1Osd/Bewj4/MoXKBrRUZcGA4pSNOH6xXRvpQAaVFI0zk00ktRQmwqcO86q7E7EFWSV5K33fkEZdO4dtcR+CN0OmWbS0/n6Bvfp0ClMfFFgcnZ3y7RmSTAe9fFOxVKb3E7/z8xqcGppsb44oQT39527PmRpga69VO819CEV1N5yuuy3nmNY6/fckyUHJr1ggok0TLFaCxzXN0tII4hLTMm4qcXF8TcWKj8GdWUCSI+S8fV41BaeCtSvkc6pJwtN6xyl3feYtztDtmDhr3jiFA0Kzy4cAWuziRvpCTQ4S3WUEkZBxUTWpXGHBAy9zDp8Og84+qVZS6yMO0f7eX3xO1hajyoEAGgBDwgBQKBBoANMA6piGJXVN3tdw2dqES4E2wM0uOvAcNfvuCkQJiYHH8+m0t02/mz2c20fgVmqdY72Bf5C8TPlyrNZU5cPRHFKRpw+pAiGg8VA2NK9xXNjRTD/FE7kOjjpYGA9+PtRckopASCy0EuQIZemRYw9IiyO9MhYaKCIuNyTJxZpc2rf8AoXGlTejJ1P1t3B1B2gKUHwKcRC3r2y0fd/Bo5p6/GU3SDY4fWp4qUuZlpJwfRvT9L/YadLc806CNSgaLb3eR7fBe6Q9GtJonTlbJlW9iVi+5eZgw/Lod189zHKdPrGHaUv6eR2NajzAAgA0CAgBLTRAxV5AhSYDU8t0bTqG0oCwVmiJNNZxcdnDho4qaQNlw1tBQaAmRDQBRZz5sRWxvS6EjR0JW6RucPrN3HsooyipF1GvOk7xOPZZsEtlkMc7aHU4dR41FpWaUWju4fEwqopMsOqAq5HRoLMiRaFE1sUmARKQBVQIQ4oEMvKBWGXvG0IIMKOzPeaMY9x/ZaXeAUrFM5xjq15kuHNq2P6tltB/gv9iahJ8CmWJorWS8ywgzAyi6lLJJj5RY3vvOCfRS5FX4/Dr9Ra2XkvyidMTGedKz+klPoZie1sOub8DQ2nNm2WaMSTNY4jB/NuLg4ai7AUd3g9yk4SSuzMsVQqvcV0uF+D+hVFgpVvSjOrW07CNSqaNMarT3Z68+DIxaWYjpMKRpupa6keaMOxbp2exBJSa1L/k7ipaqn6rHenBWU1mc/ac/yrdp04Sq84Ngc6gVhQlQFhQcgAy0oAUCmIbmnDeJ0Aa0DEQxkmpxcdA2e+1SSE2W1mguCmk6z76lIiPIACAAgCDljJMVqjMczQ4HQdYO1p1JNXJRk4u6OT5e5O5I3EMEkkZrd5tt5wOwg7tRw36lRKkdbDbTlTWeZS2fMLKDiALO5oOFXuiaBvIvkjuKh0DN0ttUlpF+f8Gvs/JCKDnLU6usMiAFddC4lS/DrmZpbclwgvFk6Hkkso601odurGPBikqEeZU9tV3pGPx+pOi5LrANLZXedK4erRPoIFUtr4l8V5ImQ8nmTm/9M0+c+R3i5S6KHIpltLFP9b+BOizQsLdFks/bCw+IT6OHIqli68tZvzJ8GS4WYMiiaP2Y2jwClZFLqTerfmSwKJkQ0ABAAQAl7ARQgEHAg4gjYQgDA5y5lua4zWTA6XR6j2HSOP8AkUTpcYnRoYxOO5VzXMzdhhbMXNex0T29fokt4u2dveVWlc1znKjZxlvReha5HzfgLsXMftBxadjo36K4dUgqUYRKa2LqW4r74mkhsQiJEcUbWn6zW0rTbvU0raGCVRy6zbHTUCpHoPprROxC4sA7D6PanZi3giSPc+xFh3H45HDAtokRHnO2phYg2rKAYD79w1pErDOT4JZnVILGayeu7+wcMdlBipRRFs0tns4YKBTIjyAAgAIACAAgAIACAAgAIACAAgAIACAAgAIACAAgAIACAK625HjkcH0uvH1m6TucPrDcVFxTJqpJK3AyuU8y7Q95cy0NNTWjmhnpY3HtVbpPgzbTxdJRtKHx+pPyHkG0xFwllD2HQ28TQ/yDxUoxa1Ka1WlNLdjb77y2bkuhvACuOs61KxmuO/BX7u9PMBqfJrnihpTYCR30SsFxUeTi0ACmH7RKLBcDrA46x2EhOwXHIsmj61OAHiUWC5OawDAJiFIACAAgAIA//9k="/>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Rot="1" noChangeArrowheads="1"/>
          </p:cNvSpPr>
          <p:nvPr>
            <p:ph idx="1"/>
          </p:nvPr>
        </p:nvSpPr>
        <p:spPr>
          <a:xfrm>
            <a:off x="976314" y="1490682"/>
            <a:ext cx="7096148" cy="4724400"/>
          </a:xfrm>
        </p:spPr>
        <p:txBody>
          <a:bodyPr>
            <a:normAutofit fontScale="70000" lnSpcReduction="20000"/>
          </a:bodyPr>
          <a:lstStyle/>
          <a:p>
            <a:pPr>
              <a:lnSpc>
                <a:spcPct val="80000"/>
              </a:lnSpc>
              <a:buFont typeface="Wingdings" pitchFamily="2" charset="2"/>
              <a:buChar char="§"/>
            </a:pPr>
            <a:r>
              <a:rPr lang="en-US" sz="1900" b="1">
                <a:solidFill>
                  <a:srgbClr val="2D18AC"/>
                </a:solidFill>
                <a:latin typeface="Arial" pitchFamily="34" charset="0"/>
                <a:cs typeface="Arial" pitchFamily="34" charset="0"/>
              </a:rPr>
              <a:t>Үгэн тэмдэг:</a:t>
            </a:r>
            <a:r>
              <a:rPr lang="mn-MN" sz="3000" b="1">
                <a:solidFill>
                  <a:srgbClr val="2D18AC"/>
                </a:solidFill>
                <a:latin typeface="Arial" pitchFamily="34" charset="0"/>
                <a:cs typeface="Arial" pitchFamily="34" charset="0"/>
              </a:rPr>
              <a:t>            </a:t>
            </a:r>
            <a:endParaRPr lang="en-US" sz="3000" b="1">
              <a:solidFill>
                <a:srgbClr val="2D18AC"/>
              </a:solidFill>
              <a:latin typeface="Arial" pitchFamily="34" charset="0"/>
              <a:cs typeface="Arial" pitchFamily="34" charset="0"/>
            </a:endParaRPr>
          </a:p>
          <a:p>
            <a:pPr lvl="1">
              <a:lnSpc>
                <a:spcPct val="80000"/>
              </a:lnSpc>
              <a:buFontTx/>
              <a:buNone/>
            </a:pPr>
            <a:r>
              <a:rPr lang="en-US" sz="4000" b="1" i="1">
                <a:latin typeface="Arial" pitchFamily="34" charset="0"/>
                <a:cs typeface="Arial" pitchFamily="34" charset="0"/>
              </a:rPr>
              <a:t>            </a:t>
            </a:r>
            <a:endParaRPr lang="mn-MN" sz="4000" b="1" i="1">
              <a:latin typeface="Arial" pitchFamily="34" charset="0"/>
              <a:cs typeface="Arial" pitchFamily="34" charset="0"/>
            </a:endParaRPr>
          </a:p>
          <a:p>
            <a:pPr lvl="1">
              <a:lnSpc>
                <a:spcPct val="80000"/>
              </a:lnSpc>
              <a:buFontTx/>
              <a:buNone/>
            </a:pPr>
            <a:endParaRPr lang="en-US" sz="2400" i="1">
              <a:latin typeface="Arial" pitchFamily="34" charset="0"/>
              <a:cs typeface="Arial" pitchFamily="34" charset="0"/>
            </a:endParaRPr>
          </a:p>
          <a:p>
            <a:pPr>
              <a:lnSpc>
                <a:spcPct val="80000"/>
              </a:lnSpc>
              <a:buFont typeface="Wingdings" pitchFamily="2" charset="2"/>
              <a:buChar char="§"/>
            </a:pPr>
            <a:r>
              <a:rPr lang="en-US" sz="1900" b="1">
                <a:solidFill>
                  <a:srgbClr val="2D18AC"/>
                </a:solidFill>
                <a:latin typeface="Arial" pitchFamily="34" charset="0"/>
                <a:cs typeface="Arial" pitchFamily="34" charset="0"/>
              </a:rPr>
              <a:t>Дүрсийн тэмдэг:</a:t>
            </a:r>
          </a:p>
          <a:p>
            <a:pPr>
              <a:lnSpc>
                <a:spcPct val="80000"/>
              </a:lnSpc>
              <a:buFont typeface="Wingdings" pitchFamily="2" charset="2"/>
              <a:buChar char="§"/>
            </a:pPr>
            <a:endParaRPr lang="en-US" sz="1800">
              <a:latin typeface="Arial" pitchFamily="34" charset="0"/>
              <a:cs typeface="Arial" pitchFamily="34" charset="0"/>
            </a:endParaRPr>
          </a:p>
          <a:p>
            <a:pPr>
              <a:lnSpc>
                <a:spcPct val="80000"/>
              </a:lnSpc>
              <a:buFont typeface="Wingdings" pitchFamily="2" charset="2"/>
              <a:buChar char="§"/>
            </a:pPr>
            <a:endParaRPr lang="mn-MN" sz="1800">
              <a:latin typeface="Arial" pitchFamily="34" charset="0"/>
              <a:cs typeface="Arial" pitchFamily="34" charset="0"/>
            </a:endParaRPr>
          </a:p>
          <a:p>
            <a:pPr>
              <a:lnSpc>
                <a:spcPct val="80000"/>
              </a:lnSpc>
              <a:buFont typeface="Wingdings" pitchFamily="2" charset="2"/>
              <a:buChar char="§"/>
            </a:pPr>
            <a:endParaRPr lang="en-US" sz="1800">
              <a:latin typeface="Arial" pitchFamily="34" charset="0"/>
              <a:cs typeface="Arial" pitchFamily="34" charset="0"/>
            </a:endParaRPr>
          </a:p>
          <a:p>
            <a:pPr>
              <a:lnSpc>
                <a:spcPct val="80000"/>
              </a:lnSpc>
              <a:buFont typeface="Wingdings" pitchFamily="2" charset="2"/>
              <a:buChar char="§"/>
            </a:pPr>
            <a:endParaRPr lang="en-US" sz="1800">
              <a:latin typeface="Arial" pitchFamily="34" charset="0"/>
              <a:cs typeface="Arial" pitchFamily="34" charset="0"/>
            </a:endParaRPr>
          </a:p>
          <a:p>
            <a:pPr>
              <a:lnSpc>
                <a:spcPct val="80000"/>
              </a:lnSpc>
              <a:buNone/>
            </a:pPr>
            <a:endParaRPr lang="en-US" sz="1800">
              <a:latin typeface="Arial" pitchFamily="34" charset="0"/>
              <a:cs typeface="Arial" pitchFamily="34" charset="0"/>
            </a:endParaRPr>
          </a:p>
          <a:p>
            <a:pPr>
              <a:lnSpc>
                <a:spcPct val="80000"/>
              </a:lnSpc>
              <a:buFont typeface="Wingdings" pitchFamily="2" charset="2"/>
              <a:buChar char="§"/>
            </a:pPr>
            <a:endParaRPr lang="mn-MN" sz="1800">
              <a:latin typeface="Arial" pitchFamily="34" charset="0"/>
              <a:cs typeface="Arial" pitchFamily="34" charset="0"/>
            </a:endParaRPr>
          </a:p>
          <a:p>
            <a:pPr>
              <a:lnSpc>
                <a:spcPct val="80000"/>
              </a:lnSpc>
              <a:buFont typeface="Wingdings" pitchFamily="2" charset="2"/>
              <a:buChar char="§"/>
            </a:pPr>
            <a:endParaRPr lang="mn-MN" sz="1800">
              <a:latin typeface="Arial" pitchFamily="34" charset="0"/>
              <a:cs typeface="Arial" pitchFamily="34" charset="0"/>
            </a:endParaRPr>
          </a:p>
          <a:p>
            <a:pPr>
              <a:lnSpc>
                <a:spcPct val="80000"/>
              </a:lnSpc>
              <a:buFont typeface="Wingdings" pitchFamily="2" charset="2"/>
              <a:buChar char="§"/>
            </a:pPr>
            <a:r>
              <a:rPr lang="mn-MN" sz="1900" b="1">
                <a:solidFill>
                  <a:srgbClr val="2D18AC"/>
                </a:solidFill>
                <a:latin typeface="Arial" pitchFamily="34" charset="0"/>
                <a:cs typeface="Arial" pitchFamily="34" charset="0"/>
              </a:rPr>
              <a:t>Дуут тэмдэг:</a:t>
            </a:r>
            <a:endParaRPr lang="en-US" sz="1900" b="1">
              <a:solidFill>
                <a:srgbClr val="2D18AC"/>
              </a:solidFill>
              <a:latin typeface="Arial" pitchFamily="34" charset="0"/>
              <a:cs typeface="Arial" pitchFamily="34" charset="0"/>
            </a:endParaRPr>
          </a:p>
          <a:p>
            <a:pPr>
              <a:lnSpc>
                <a:spcPct val="80000"/>
              </a:lnSpc>
            </a:pPr>
            <a:endParaRPr lang="en-US" sz="1800">
              <a:latin typeface="Arial" pitchFamily="34" charset="0"/>
              <a:cs typeface="Arial" pitchFamily="34" charset="0"/>
            </a:endParaRPr>
          </a:p>
          <a:p>
            <a:pPr>
              <a:lnSpc>
                <a:spcPct val="80000"/>
              </a:lnSpc>
            </a:pPr>
            <a:endParaRPr lang="en-US" sz="1800">
              <a:latin typeface="Arial" pitchFamily="34" charset="0"/>
              <a:cs typeface="Arial" pitchFamily="34" charset="0"/>
            </a:endParaRPr>
          </a:p>
          <a:p>
            <a:pPr>
              <a:lnSpc>
                <a:spcPct val="80000"/>
              </a:lnSpc>
            </a:pPr>
            <a:endParaRPr lang="en-US" sz="1800">
              <a:latin typeface="Arial" pitchFamily="34" charset="0"/>
              <a:cs typeface="Arial" pitchFamily="34" charset="0"/>
            </a:endParaRPr>
          </a:p>
          <a:p>
            <a:pPr>
              <a:lnSpc>
                <a:spcPct val="80000"/>
              </a:lnSpc>
            </a:pPr>
            <a:endParaRPr lang="en-US" sz="1800">
              <a:latin typeface="Arial" pitchFamily="34" charset="0"/>
              <a:cs typeface="Arial" pitchFamily="34" charset="0"/>
            </a:endParaRPr>
          </a:p>
          <a:p>
            <a:pPr>
              <a:lnSpc>
                <a:spcPct val="80000"/>
              </a:lnSpc>
            </a:pPr>
            <a:endParaRPr lang="en-US" sz="1800">
              <a:latin typeface="Arial" pitchFamily="34" charset="0"/>
              <a:cs typeface="Arial" pitchFamily="34" charset="0"/>
            </a:endParaRPr>
          </a:p>
          <a:p>
            <a:pPr>
              <a:lnSpc>
                <a:spcPct val="80000"/>
              </a:lnSpc>
            </a:pPr>
            <a:endParaRPr lang="en-US" sz="1800">
              <a:latin typeface="Arial" pitchFamily="34" charset="0"/>
              <a:cs typeface="Arial" pitchFamily="34" charset="0"/>
            </a:endParaRPr>
          </a:p>
          <a:p>
            <a:pPr>
              <a:lnSpc>
                <a:spcPct val="80000"/>
              </a:lnSpc>
            </a:pPr>
            <a:endParaRPr lang="mn-MN" sz="1800">
              <a:latin typeface="Arial" pitchFamily="34" charset="0"/>
              <a:cs typeface="Arial" pitchFamily="34" charset="0"/>
            </a:endParaRPr>
          </a:p>
          <a:p>
            <a:pPr>
              <a:lnSpc>
                <a:spcPct val="80000"/>
              </a:lnSpc>
              <a:buFont typeface="Wingdings" pitchFamily="2" charset="2"/>
              <a:buNone/>
            </a:pPr>
            <a:r>
              <a:rPr lang="mn-MN" sz="1600">
                <a:latin typeface="Arial" pitchFamily="34" charset="0"/>
                <a:cs typeface="Arial" pitchFamily="34" charset="0"/>
              </a:rPr>
              <a:t>                                 </a:t>
            </a:r>
            <a:endParaRPr lang="en-US" sz="1600">
              <a:latin typeface="Arial" pitchFamily="34" charset="0"/>
              <a:cs typeface="Arial" pitchFamily="34" charset="0"/>
            </a:endParaRPr>
          </a:p>
        </p:txBody>
      </p:sp>
      <p:pic>
        <p:nvPicPr>
          <p:cNvPr id="6" name="Picture 5"/>
          <p:cNvPicPr>
            <a:picLocks noChangeAspect="1" noChangeArrowheads="1"/>
          </p:cNvPicPr>
          <p:nvPr/>
        </p:nvPicPr>
        <p:blipFill>
          <a:blip r:embed="rId3" cstate="print"/>
          <a:srcRect/>
          <a:stretch>
            <a:fillRect/>
          </a:stretch>
        </p:blipFill>
        <p:spPr bwMode="auto">
          <a:xfrm>
            <a:off x="6500826" y="3000372"/>
            <a:ext cx="879422" cy="858693"/>
          </a:xfrm>
          <a:prstGeom prst="rect">
            <a:avLst/>
          </a:prstGeom>
          <a:ln>
            <a:noFill/>
          </a:ln>
          <a:effectLst>
            <a:outerShdw blurRad="292100" dist="139700" dir="2700000" algn="tl" rotWithShape="0">
              <a:srgbClr val="333333">
                <a:alpha val="65000"/>
              </a:srgbClr>
            </a:outerShdw>
          </a:effectLst>
        </p:spPr>
      </p:pic>
      <p:pic>
        <p:nvPicPr>
          <p:cNvPr id="11266" name="Picture 13" descr="Дэлхийн байгаль хамгаалах сан"/>
          <p:cNvPicPr>
            <a:picLocks noChangeAspect="1" noChangeArrowheads="1"/>
          </p:cNvPicPr>
          <p:nvPr/>
        </p:nvPicPr>
        <p:blipFill>
          <a:blip r:embed="rId4" cstate="print"/>
          <a:srcRect/>
          <a:stretch>
            <a:fillRect/>
          </a:stretch>
        </p:blipFill>
        <p:spPr bwMode="auto">
          <a:xfrm>
            <a:off x="5429256" y="2928934"/>
            <a:ext cx="738336" cy="996946"/>
          </a:xfrm>
          <a:prstGeom prst="rect">
            <a:avLst/>
          </a:prstGeom>
          <a:ln>
            <a:noFill/>
          </a:ln>
          <a:effectLst>
            <a:outerShdw blurRad="292100" dist="139700" dir="2700000" algn="tl" rotWithShape="0">
              <a:srgbClr val="333333">
                <a:alpha val="65000"/>
              </a:srgbClr>
            </a:outerShdw>
          </a:effectLst>
        </p:spPr>
      </p:pic>
      <p:pic>
        <p:nvPicPr>
          <p:cNvPr id="11268" name="Picture 19" descr="Заг"/>
          <p:cNvPicPr>
            <a:picLocks noChangeAspect="1" noChangeArrowheads="1"/>
          </p:cNvPicPr>
          <p:nvPr/>
        </p:nvPicPr>
        <p:blipFill>
          <a:blip r:embed="rId5" cstate="print"/>
          <a:srcRect/>
          <a:stretch>
            <a:fillRect/>
          </a:stretch>
        </p:blipFill>
        <p:spPr bwMode="auto">
          <a:xfrm>
            <a:off x="7572396" y="3071810"/>
            <a:ext cx="729521" cy="736023"/>
          </a:xfrm>
          <a:prstGeom prst="rect">
            <a:avLst/>
          </a:prstGeom>
          <a:ln>
            <a:noFill/>
          </a:ln>
          <a:effectLst>
            <a:outerShdw blurRad="292100" dist="139700" dir="2700000" algn="tl" rotWithShape="0">
              <a:srgbClr val="333333">
                <a:alpha val="65000"/>
              </a:srgbClr>
            </a:outerShdw>
          </a:effectLst>
        </p:spPr>
      </p:pic>
      <p:pic>
        <p:nvPicPr>
          <p:cNvPr id="71682" name="Picture 2" descr="http://upload.wikimedia.org/wikipedia/en/thumb/f/f2/MGM_logo.png/200px-MGM_logo.png">
            <a:hlinkClick r:id="rId6" tooltip="MGM logo.png"/>
          </p:cNvPr>
          <p:cNvPicPr>
            <a:picLocks noChangeAspect="1" noChangeArrowheads="1"/>
          </p:cNvPicPr>
          <p:nvPr/>
        </p:nvPicPr>
        <p:blipFill>
          <a:blip r:embed="rId7" cstate="print">
            <a:lum bright="-10000" contrast="30000"/>
          </a:blip>
          <a:srcRect/>
          <a:stretch>
            <a:fillRect/>
          </a:stretch>
        </p:blipFill>
        <p:spPr bwMode="auto">
          <a:xfrm>
            <a:off x="3810000" y="4500570"/>
            <a:ext cx="1905000" cy="1143001"/>
          </a:xfrm>
          <a:prstGeom prst="rect">
            <a:avLst/>
          </a:prstGeom>
          <a:ln>
            <a:noFill/>
          </a:ln>
          <a:effectLst>
            <a:outerShdw blurRad="292100" dist="139700" dir="2700000" algn="tl" rotWithShape="0">
              <a:srgbClr val="333333">
                <a:alpha val="65000"/>
              </a:srgbClr>
            </a:outerShdw>
          </a:effectLst>
        </p:spPr>
      </p:pic>
      <p:pic>
        <p:nvPicPr>
          <p:cNvPr id="72706" name="Picture 2" descr="http://upload.wikimedia.org/wikipedia/en/thumb/5/51/Google.png/250px-Google.png">
            <a:hlinkClick r:id="rId8" tooltip="Google.png"/>
          </p:cNvPr>
          <p:cNvPicPr>
            <a:picLocks noChangeAspect="1" noChangeArrowheads="1"/>
          </p:cNvPicPr>
          <p:nvPr/>
        </p:nvPicPr>
        <p:blipFill>
          <a:blip r:embed="rId9" cstate="print"/>
          <a:srcRect/>
          <a:stretch>
            <a:fillRect/>
          </a:stretch>
        </p:blipFill>
        <p:spPr bwMode="auto">
          <a:xfrm>
            <a:off x="4643438" y="1785926"/>
            <a:ext cx="1371600" cy="499263"/>
          </a:xfrm>
          <a:prstGeom prst="rect">
            <a:avLst/>
          </a:prstGeom>
          <a:ln>
            <a:noFill/>
          </a:ln>
          <a:effectLst>
            <a:outerShdw blurRad="292100" dist="139700" dir="2700000" algn="tl" rotWithShape="0">
              <a:srgbClr val="333333">
                <a:alpha val="65000"/>
              </a:srgbClr>
            </a:outerShdw>
          </a:effectLst>
        </p:spPr>
      </p:pic>
      <p:sp>
        <p:nvSpPr>
          <p:cNvPr id="12" name="Rectangle 2"/>
          <p:cNvSpPr txBox="1">
            <a:spLocks noRot="1" noChangeArrowheads="1"/>
          </p:cNvSpPr>
          <p:nvPr/>
        </p:nvSpPr>
        <p:spPr>
          <a:xfrm>
            <a:off x="1714480" y="214290"/>
            <a:ext cx="6000792" cy="944562"/>
          </a:xfrm>
          <a:prstGeom prst="rect">
            <a:avLst/>
          </a:prstGeom>
        </p:spPr>
        <p:txBody>
          <a:bodyPr vert="horz" lIns="91440" tIns="45720" rIns="91440" bIns="45720" rtlCol="0" anchor="ctr">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mn-MN" sz="2400" b="1" u="none" strike="noStrike" kern="1200" spc="50" normalizeH="0" baseline="0" noProof="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j-ea"/>
                <a:cs typeface="Arial" pitchFamily="34" charset="0"/>
              </a:rPr>
              <a:t>Бараа,</a:t>
            </a:r>
            <a:r>
              <a:rPr kumimoji="0" lang="mn-MN" sz="2400" b="1" u="none" strike="noStrike" kern="1200" spc="50" normalizeH="0" noProof="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j-ea"/>
                <a:cs typeface="Arial" pitchFamily="34" charset="0"/>
              </a:rPr>
              <a:t> үйлчилгээний</a:t>
            </a:r>
            <a:r>
              <a:rPr kumimoji="0" lang="mn-MN" sz="2400" b="1" u="none" strike="noStrike" kern="1200" spc="50" normalizeH="0" baseline="0" noProof="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j-ea"/>
                <a:cs typeface="Arial" pitchFamily="34" charset="0"/>
              </a:rPr>
              <a:t> тэмдэг</a:t>
            </a:r>
            <a:endParaRPr kumimoji="0" lang="en-US" sz="2400" b="1" u="none" strike="noStrike" kern="1200" spc="50" normalizeH="0" baseline="0" noProof="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j-ea"/>
              <a:cs typeface="Arial" pitchFamily="34" charset="0"/>
            </a:endParaRPr>
          </a:p>
        </p:txBody>
      </p:sp>
      <p:pic>
        <p:nvPicPr>
          <p:cNvPr id="129026" name="Picture 2" descr="https://encrypted-tbn2.gstatic.com/images?q=tbn:ANd9GcSKkPoOyJYin81MYvuQE1DuJJJLGLRg46EWG_YGc6yvjBE3I-Cdug"/>
          <p:cNvPicPr>
            <a:picLocks noChangeAspect="1" noChangeArrowheads="1"/>
          </p:cNvPicPr>
          <p:nvPr/>
        </p:nvPicPr>
        <p:blipFill>
          <a:blip r:embed="rId10" cstate="print"/>
          <a:srcRect/>
          <a:stretch>
            <a:fillRect/>
          </a:stretch>
        </p:blipFill>
        <p:spPr bwMode="auto">
          <a:xfrm>
            <a:off x="3071802" y="3000372"/>
            <a:ext cx="794710" cy="857256"/>
          </a:xfrm>
          <a:prstGeom prst="rect">
            <a:avLst/>
          </a:prstGeom>
          <a:ln>
            <a:noFill/>
          </a:ln>
          <a:effectLst>
            <a:outerShdw blurRad="292100" dist="139700" dir="2700000" algn="tl" rotWithShape="0">
              <a:srgbClr val="333333">
                <a:alpha val="65000"/>
              </a:srgbClr>
            </a:outerShdw>
          </a:effectLst>
        </p:spPr>
      </p:pic>
      <p:sp>
        <p:nvSpPr>
          <p:cNvPr id="129028" name="AutoShape 4" descr="data:image/jpeg;base64,/9j/4AAQSkZJRgABAQAAAQABAAD/2wCEAAkGBxQQEBAPDxQQFRUWEBEQEBAWEhQWERAUGBgXGBYRFBYYHCghGBomHRocITEhJSorLi4uFyAzODMtNygtLy4BCgoKBQUFDgUFDisZExkrKysrKysrKysrKysrKysrKysrKysrKysrKysrKysrKysrKysrKysrKysrKysrKysrK//AABEIALcBEwMBIgACEQEDEQH/xAAcAAEAAQUBAQAAAAAAAAAAAAAACAEEBQYHAwL/xABHEAACAgECAwUEBwQGBwkAAAABAgADBAUREiExBgcTQVEUYXGBIiMyQlJikQiCkqIXcpOhsdIVJDRTZIOyGFRzlLPB0+Hx/8QAFAEBAAAAAAAAAAAAAAAAAAAAAP/EABQRAQAAAAAAAAAAAAAAAAAAAAD/2gAMAwEAAhEDEQA/AO4xEQEREBERAREQEREBERAREQEREBERAREQEREBERAREQEREBERAREQEREBERAREQEREBERAREQEREBERAREQEREBERAREQEREBERAREQEREBERAREQEREBERAREQEREBERAREQEREBERAREQEREBERAREQEREBERAREQEREBERAREQEREBERAREQEREBKSsQEREBERAREQEREBERAREQEREBERAREQEREBERAREQEREBERAREQEw3avtJTpmMcrJ4+AOqbIAXLN0ABI95+UzM4t+0pqO1ODiD71tmQ3u4FCL+viN+kDN/05ab6Zn9iv+eX+hd7uBmZNOJSMnjtfgTirULv15njkW5s3dnZw6xpx/4upf4jt/7wJezRO0fexgYGTZiXeO1lfCHNdYZASAeHcsOY35zY+12urp+FkZj7Hw6yUX8dh5InzYgSHWZktdZZdYSzu7WWMerMxJZj8SYEj/6ctN9Mz+xX/PM5jd5OJZp92qAZAoqtFLb1qLGYlB9BeLmPpjz8j6SJ0kNo3YF87s3gYS3CjjcZtr+Hx+IH42RduIeTId/yiBf/ANOWm+mZ/Yr/AJ50LR9RXKx6cmsOEtrW1AwAbhYbqSATtynFf+z6/wD35P8Ayx/+SdwwsZaaq6U5KiJWo9FUAD+4QPaJ533qg3dlUerMAP1M+MfMrs5V2Vv/AFXVv8DA94iICInyzgbbkDfkOfX4QPqJRmABJIAHMk9BMPb2swUbgfNwlbpwnJpDfDYtAzMTyx8hLFD1srqejKwZT8CJ6wET5scKCzEADmSTsB8TMLd2w09CVfNwQR1Byatx8RxcoGciWWn6vRkDfHvotHrXaj/9JMvYCIlhqOtY2N/tORj1f+Jcif8AURAv4mP07W8bJ5Y2Rj3e6u6tz/KTMhATVu0HeFp2DYasnJQWD7VSK9jqfRggPCfcdpXvL15tP0vKyaztZwCuk8t1ssIQMN/Nd+L92RGscsSzEkkkkk7kk9ST5mBLPs53kYGoXri4tljWEMwU02KNlG5JYjYfObdOSd23YD/Q1T6vk3cT+wO708Gy0AhbG3ff6TALt0HUzhtnaXMYljlZW5JJ2vsA3Pu4uUCZsTSO5umwaPj2XvY72my4s7s7bFiE5sTy4VU/ObtvArERASMvf9qXjaw1QPKiiqnby4iDYSP4wPlJNSGfa/Uvas/Myd9xZk2uh/JxHgH8OwgYiZ3sI22q6af+PxP/AFUnx2b0kZC5tjA7UYVuR7uLiRFH6vv+7LPQs4Y2VjZJBYVZFNxUdWCOG2H6QOsftEdp/Eup0ys/Rq2vyNj1sYfVofgpJ/5g9JxmXupZ1mXkW32btbdaztsCd2Y/ZUenPYD4S77V6WMPJOJy4qq6kuIO+9xQPYPgrMUHuQQMbh4zW2V1IN2d1rQerMQAP1M6b37aias3GwaHZUxsKqvZWI2Y79dvyBJrvdHpntOs4KkbhLDkN7vCBdSf3go+cse8TUvatVz7vI5Lop9Ur+rQ/wAKiBlu6Su3K1jCrZ7WVXN7guxG1alxuN+nEFHznQe9Pvdaix8HSyvGpKX5WwbgYda6geRI6Fj05ges512Bzzg4uq6ih2sWirCx26bWZDbl1P4lStm//ZpUC/styc676RyMm5un27bW89gOZM8b6Lca3hsW2m1CDwsGrtQ9QdjsQfOSa7muyCYGBVey/wCsZCLda5H0kRhulI35gAbEj8RPoNvDvJ7rv9MZNWSuQtBWkUsPBLl9mZgd+NfxbQNW7lO8i669dMz3NnEp9lvbnYGUbmp2+8CASCee423O4203vn12yzWcpa7HC1CuhQrkD6Kgt0P42ab3oXco2Dk4+ac4EUXJey+zleJUIZl4vEO24BG/vnDtXzjkZF+Q3W2624j0LsWP+MDLaB2xysEXtj2MLLKxULmYs1Sb8ThA24DEhRxeQB25ncXPY3tGMfPGpZrW3tTXZZWrOWe+4grWhdt9gC3ET5cPmeRy3dV3cnV3e65mrxq24HZdvEts2B8JN+Q2BBJPqOXPcYHvBxsenUcnHwU4KaX8ADidizpyscliefHv02GwECva3tvmam5bJtbg33XHQlaE9Nl8z723Pvnhj9kM6zHOYmLkNSBxeKKzsV6l1HVl/MARyPpM13Q9lV1LUkS0b01Kci9fJwpAWs/FiNx6BpKtUAAAAAA2AA5AegECGfZ3tFk6fcL8S1q23HEoP0LAPu2L0YfH5STejd4NN+jvq7Dbwq38ekEbrcuw8IH8xK7b+TrIv9oa0XMy1qACDJvWsDoEDsFA92206L3baTdn6FreHTzJfHspX8diHjZB7yK1HzEDSe1vbDK1O1rMqxivFvXQCRTUOewVOm/P7R5nzMy2hd1uo5uMMumpAjKWqD2Kj2jyKg9AfIttv16c5pttZVirAqwJVlIIZSORBB6Gbv2U71s/TqUx6zVbUnJEuQsUX8KsrA7egJO0DTT4mPaR9Ou2typ2JWyt1OxG45ggySncr2xs1DBtGW3FZjuFe47AvWwJVnPTcbMCfQAnnvOe6P270fJuZtT0yqtrHZ7MlC1ql2JLO6cmA3O/LiPPpNk7178XTNJFWlpTWNQZQz1HlbQq8TMDudwQyr8HMDXe8rvfuyLHxdMdqqFJVshTtbkeRKt1RPTbmfUb7Tmuk6Pk51pTGqtvsO7NwgsRv1Z26Dn5kzHKCSANyTyA8z7pLru57KJpeBVQAPFZRZkv5vaR9Ib+ar9ke4epMCKWpadfhXeFellNqENswKuPNWU/4ETqnYrvTufAzcLKZrL1w7ThXHc22Nw8IqbzdhvxA9SFbeXH7S6L4unMAOM15AY+ZUGsqD7ty36mc47uL2TV9NZOpzKEP9V2Cv8AykwMRm+OoC3+OAeYFnGAdvMBvj/fLVELEKoJJIAAG5JPQATqP7Q+peJqddAPKnGQEej2Eu38vBMH3Mab7RrWJuN1rL5De7gUlT/GVgaxle0qv1vtKqfonj8QKd/LnylgB6TvX7SmpbUYOIPv22Xt7vDUIu/x8Rv0nJ+7nTvadWwKfI5KOw9Vr+sYfopgbT3LaVkWatj+KL1rpS24q4cJyUqoG/L7TKflOwDTrfauMq4sB2DCuziNnED45v8AseEQW+hvvwoieZSbvEBERAwnbXUvZdOzcgHYpjWlD+cqQn8xEhvJLftBal4Wk+D535FVe35U3sJ/VF/WRpgdV7vNJ27P69lkfbr8BfhUvGxHxLj+GcqkkNP0r2bse6eb6ddkN6k2g2Df4AgfKRwVdyANyTyAHUn0gdJ7jOzIys85lw+pxALiT0NvPwx8ti/7o9ZoWt55ycnIyTvvbfbdseo42Lbf3yQ40saF2YyFPK5sZjcw6+0X7Vge/h4lX93eRrgdR7kB7ONW1Rt/9WwGC+hZt3AHv+q2/enL2O53PM9SfMzqOCfY+yN777NnZwrQjrwIRuPh9VZ/FOWwN+ytLavstTf5XaubN9uirVZUu/7yv/FNBkrMbsYuR2fo0u3ZCcSr6W2/h37Czj289nJ39Rv6yNHaTs7kafc2Pl1sjAnhbY+HaB9+tujL06dOh2PKBMTGzKzQl6unheEti2cQ4PD4dw/F04due85Tl9/eMtjqmNe6h2VLONVFig7BwpG4367GcJ/0tf4Ps3jX+D/uPFfweu/2N+Hrz6TMdkOw2ZqjqMethXvs+S4K0oPP6X3j+VdzA65qHequfpeqtVj21LXi+EbWdSPEvYVIi7DffZmbfy4ZH6dq729Jp0fRsPS8cne3JN1zkANea1+k7eg4mTYeQUCcl7P6f7Vl42MN/rciqnl1AdgpPyB3gSs7tNJGJpODTtsxoW2wefiWfWMD8C23ykWe1qFdQzlb7QzMkN8fEbeTMVQAAOQA2A9BOFd9ndxc976ngo1iuAcqlBvYjgbeMqj7SkAbgcwQT0J2Dz/ZpvQXajWSPEavHdF+8UU2ByPcCyfqJ03vL7XppeFZZxDx7FavFr+81hH29vwr1J+A6kSKGJlWUuLKXsrdSeF0ZkdT0OzDmPSemVl35Vga17r7G2QF2eyxvRQTuT8IGc7PU6WOF9Qtz3PImmimpV38wbHs3I+Cj4zrGg96WjabWcbFxc2leIl18JC5foS5a0knl5zBd2HdDZbYmXqlZrqUh68Vx9Zceo8VfuJ+U8z5gDrbd83d7kVZd2oYtbWUXHxbOBSWosP2+JRz4Sd24ug3IO3LcNroztF7TZRo9myFv8JrDkcKVMQvCObI54zzG3ED0mvdve5dMPEuzMPIdhUhseq4LxFR1Kuuw3A8tufrOTabqFuNal+PY9diHdLEJDD/AOiORHmDtM1r3bvUM6rwMvJd69wTWFrRWI5ji4FHFsefPfmAYGtzce0jWPo2iu/EVV9RqRj6eJWQN/1A/q+6WnYzsPlapaq0VsK+LazJYEU1jz5/eb8o5/Ac5ITtP3c1ZGj16XRspoVWxbG/3oB3azh/HxNxcurb7chAjN2duRMzEe3YIuTQ1hPQIHUsT8pM6y9VQ2MyhAvGXJAULtuWJ6bbechjrmiX4Vpoy6nqceTDkw/ErDkw94JE+bdayHpGM+RkNSAAKDc5pAHQBCeEbfCBsfev2rGqajZbUT4NaijH/Mikk2bfmYk+u3Dv0mV7h9BbJ1Rcgj6vFU3OfLjYFak+O+7f8szXex/YfL1SxVx6yK99nyXBWlB5/S+8fyruZJDTdGp0HSbxTz8Ki2+20gB7rQhPEfTfYADyGw98CNneHqXtWq593kcmxFPqlZ8ND/ConRv2a9M3vzssj7FVeOh8jxsXYfyL+s4wTvzPzMkv+z/p3haQLfO/Iut+SkVAfqhPzgcx/aA1LxtXNQPKjHqqI8gzb2E/o4/SXP7PGneJqll522pxnI9Q7lUG37paWXfV2ayKdTyco12NRcVsS4KSg+ioKMR9kgg8j5bGaDhZllLcdFllbbcPEjsrbHy3U7wJtxMd2dw2oxMamxmZ0oqSx2JLM4UcbEnqSdzMjAREQKERtKxASm0rEBKbSsQKbRtKxATxysVLVKWojqeqOoZT8QeU9ogYejspg1tx14WEreTLjUhh8wsy6jbkPkPSViBTaNpWICIiBi9Q7OYmQ3HkYuLa347KK3b9WG89dN0TGxv9mx8en18OpE3+PCBL+ICIiBis/s1h5B4sjFxbG/E9FbN+pG8t6OxunoQyYWECOYb2arce8Hh5TOxA+UUAAAAAcgByA9wn1EQPDMwq7lKXV12KeqOiup+TDaYunsfgIwdMHBVhzDDGpBHvH0eUzcQKKoAAAAA5ADoPdKxECm0rEQEoFHoJWICIiAiIgIiICIiAiIgIiICIiAiIgIiICIiAiIgIiICIiAiIgIiICIiAiIgIiICIiAiIgIiICIiAiIgIiICIiAiIgIiICIiAiIgIiICIiAiIgIiICIiAiIgIiICIiAiIgIiICIiAiIgIiICIiAiIgIiICIiAiIgIiICIiAiIgIiICIiAiIgIiICIiAiIgIiICIiAiIgIiICIiAiIgIiICIiAiIgIiICIiAiIgIiICIiAiIgIiICIiAiIgf/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9030" name="AutoShape 6" descr="data:image/jpeg;base64,/9j/4AAQSkZJRgABAQAAAQABAAD/2wCEAAkGBxQQEBAPDxQQFRUWEBEQEBAWEhQWERAUGBgXGBYRFBYYHCghGBomHRocITEhJSorLi4uFyAzODMtNygtLy4BCgoKBQUFDgUFDisZExkrKysrKysrKysrKysrKysrKysrKysrKysrKysrKysrKysrKysrKysrKysrKysrKysrK//AABEIALcBEwMBIgACEQEDEQH/xAAcAAEAAQUBAQAAAAAAAAAAAAAACAEEBQYHAwL/xABHEAACAgECAwUEBwQGBwkAAAABAgADBAUREiExBgcTQVEUYXGBIiMyQlJikQiCkqIXcpOhsdIVJDRTZIOyGFRzlLPB0+Hx/8QAFAEBAAAAAAAAAAAAAAAAAAAAAP/EABQRAQAAAAAAAAAAAAAAAAAAAAD/2gAMAwEAAhEDEQA/AO4xEQEREBERAREQEREBERAREQEREBERAREQEREBERAREQEREBERAREQEREBERAREQEREBERAREQEREBERAREQEREBERAREQEREBERAREQEREBERAREQEREBERAREQEREBERAREQEREBERAREQEREBERAREQEREBERAREQEREBERAREQEREBERAREQEREBKSsQEREBERAREQEREBERAREQEREBERAREQEREBERAREQEREBERAREQEw3avtJTpmMcrJ4+AOqbIAXLN0ABI95+UzM4t+0pqO1ODiD71tmQ3u4FCL+viN+kDN/05ab6Zn9iv+eX+hd7uBmZNOJSMnjtfgTirULv15njkW5s3dnZw6xpx/4upf4jt/7wJezRO0fexgYGTZiXeO1lfCHNdYZASAeHcsOY35zY+12urp+FkZj7Hw6yUX8dh5InzYgSHWZktdZZdYSzu7WWMerMxJZj8SYEj/6ctN9Mz+xX/PM5jd5OJZp92qAZAoqtFLb1qLGYlB9BeLmPpjz8j6SJ0kNo3YF87s3gYS3CjjcZtr+Hx+IH42RduIeTId/yiBf/ANOWm+mZ/Yr/AJ50LR9RXKx6cmsOEtrW1AwAbhYbqSATtynFf+z6/wD35P8Ayx/+SdwwsZaaq6U5KiJWo9FUAD+4QPaJ533qg3dlUerMAP1M+MfMrs5V2Vv/AFXVv8DA94iICInyzgbbkDfkOfX4QPqJRmABJIAHMk9BMPb2swUbgfNwlbpwnJpDfDYtAzMTyx8hLFD1srqejKwZT8CJ6wET5scKCzEADmSTsB8TMLd2w09CVfNwQR1Byatx8RxcoGciWWn6vRkDfHvotHrXaj/9JMvYCIlhqOtY2N/tORj1f+Jcif8AURAv4mP07W8bJ5Y2Rj3e6u6tz/KTMhATVu0HeFp2DYasnJQWD7VSK9jqfRggPCfcdpXvL15tP0vKyaztZwCuk8t1ssIQMN/Nd+L92RGscsSzEkkkkk7kk9ST5mBLPs53kYGoXri4tljWEMwU02KNlG5JYjYfObdOSd23YD/Q1T6vk3cT+wO708Gy0AhbG3ff6TALt0HUzhtnaXMYljlZW5JJ2vsA3Pu4uUCZsTSO5umwaPj2XvY72my4s7s7bFiE5sTy4VU/ObtvArERASMvf9qXjaw1QPKiiqnby4iDYSP4wPlJNSGfa/Uvas/Myd9xZk2uh/JxHgH8OwgYiZ3sI22q6af+PxP/AFUnx2b0kZC5tjA7UYVuR7uLiRFH6vv+7LPQs4Y2VjZJBYVZFNxUdWCOG2H6QOsftEdp/Eup0ys/Rq2vyNj1sYfVofgpJ/5g9JxmXupZ1mXkW32btbdaztsCd2Y/ZUenPYD4S77V6WMPJOJy4qq6kuIO+9xQPYPgrMUHuQQMbh4zW2V1IN2d1rQerMQAP1M6b37aias3GwaHZUxsKqvZWI2Y79dvyBJrvdHpntOs4KkbhLDkN7vCBdSf3go+cse8TUvatVz7vI5Lop9Ur+rQ/wAKiBlu6Su3K1jCrZ7WVXN7guxG1alxuN+nEFHznQe9Pvdaix8HSyvGpKX5WwbgYda6geRI6Fj05ges512Bzzg4uq6ih2sWirCx26bWZDbl1P4lStm//ZpUC/styc676RyMm5un27bW89gOZM8b6Lca3hsW2m1CDwsGrtQ9QdjsQfOSa7muyCYGBVey/wCsZCLda5H0kRhulI35gAbEj8RPoNvDvJ7rv9MZNWSuQtBWkUsPBLl9mZgd+NfxbQNW7lO8i669dMz3NnEp9lvbnYGUbmp2+8CASCee423O4203vn12yzWcpa7HC1CuhQrkD6Kgt0P42ab3oXco2Dk4+ac4EUXJey+zleJUIZl4vEO24BG/vnDtXzjkZF+Q3W2624j0LsWP+MDLaB2xysEXtj2MLLKxULmYs1Sb8ThA24DEhRxeQB25ncXPY3tGMfPGpZrW3tTXZZWrOWe+4grWhdt9gC3ET5cPmeRy3dV3cnV3e65mrxq24HZdvEts2B8JN+Q2BBJPqOXPcYHvBxsenUcnHwU4KaX8ADidizpyscliefHv02GwECva3tvmam5bJtbg33XHQlaE9Nl8z723Pvnhj9kM6zHOYmLkNSBxeKKzsV6l1HVl/MARyPpM13Q9lV1LUkS0b01Kci9fJwpAWs/FiNx6BpKtUAAAAAA2AA5AegECGfZ3tFk6fcL8S1q23HEoP0LAPu2L0YfH5STejd4NN+jvq7Dbwq38ekEbrcuw8IH8xK7b+TrIv9oa0XMy1qACDJvWsDoEDsFA92206L3baTdn6FreHTzJfHspX8diHjZB7yK1HzEDSe1vbDK1O1rMqxivFvXQCRTUOewVOm/P7R5nzMy2hd1uo5uMMumpAjKWqD2Kj2jyKg9AfIttv16c5pttZVirAqwJVlIIZSORBB6Gbv2U71s/TqUx6zVbUnJEuQsUX8KsrA7egJO0DTT4mPaR9Ou2typ2JWyt1OxG45ggySncr2xs1DBtGW3FZjuFe47AvWwJVnPTcbMCfQAnnvOe6P270fJuZtT0yqtrHZ7MlC1ql2JLO6cmA3O/LiPPpNk7178XTNJFWlpTWNQZQz1HlbQq8TMDudwQyr8HMDXe8rvfuyLHxdMdqqFJVshTtbkeRKt1RPTbmfUb7Tmuk6Pk51pTGqtvsO7NwgsRv1Z26Dn5kzHKCSANyTyA8z7pLru57KJpeBVQAPFZRZkv5vaR9Ib+ar9ke4epMCKWpadfhXeFellNqENswKuPNWU/4ETqnYrvTufAzcLKZrL1w7ThXHc22Nw8IqbzdhvxA9SFbeXH7S6L4unMAOM15AY+ZUGsqD7ty36mc47uL2TV9NZOpzKEP9V2Cv8AykwMRm+OoC3+OAeYFnGAdvMBvj/fLVELEKoJJIAAG5JPQATqP7Q+peJqddAPKnGQEej2Eu38vBMH3Mab7RrWJuN1rL5De7gUlT/GVgaxle0qv1vtKqfonj8QKd/LnylgB6TvX7SmpbUYOIPv22Xt7vDUIu/x8Rv0nJ+7nTvadWwKfI5KOw9Vr+sYfopgbT3LaVkWatj+KL1rpS24q4cJyUqoG/L7TKflOwDTrfauMq4sB2DCuziNnED45v8AseEQW+hvvwoieZSbvEBERAwnbXUvZdOzcgHYpjWlD+cqQn8xEhvJLftBal4Wk+D535FVe35U3sJ/VF/WRpgdV7vNJ27P69lkfbr8BfhUvGxHxLj+GcqkkNP0r2bse6eb6ddkN6k2g2Df4AgfKRwVdyANyTyAHUn0gdJ7jOzIys85lw+pxALiT0NvPwx8ti/7o9ZoWt55ycnIyTvvbfbdseo42Lbf3yQ40saF2YyFPK5sZjcw6+0X7Vge/h4lX93eRrgdR7kB7ONW1Rt/9WwGC+hZt3AHv+q2/enL2O53PM9SfMzqOCfY+yN777NnZwrQjrwIRuPh9VZ/FOWwN+ytLavstTf5XaubN9uirVZUu/7yv/FNBkrMbsYuR2fo0u3ZCcSr6W2/h37Czj289nJ39Rv6yNHaTs7kafc2Pl1sjAnhbY+HaB9+tujL06dOh2PKBMTGzKzQl6unheEti2cQ4PD4dw/F04due85Tl9/eMtjqmNe6h2VLONVFig7BwpG4367GcJ/0tf4Ps3jX+D/uPFfweu/2N+Hrz6TMdkOw2ZqjqMethXvs+S4K0oPP6X3j+VdzA65qHequfpeqtVj21LXi+EbWdSPEvYVIi7DffZmbfy4ZH6dq729Jp0fRsPS8cne3JN1zkANea1+k7eg4mTYeQUCcl7P6f7Vl42MN/rciqnl1AdgpPyB3gSs7tNJGJpODTtsxoW2wefiWfWMD8C23ykWe1qFdQzlb7QzMkN8fEbeTMVQAAOQA2A9BOFd9ndxc976ngo1iuAcqlBvYjgbeMqj7SkAbgcwQT0J2Dz/ZpvQXajWSPEavHdF+8UU2ByPcCyfqJ03vL7XppeFZZxDx7FavFr+81hH29vwr1J+A6kSKGJlWUuLKXsrdSeF0ZkdT0OzDmPSemVl35Vga17r7G2QF2eyxvRQTuT8IGc7PU6WOF9Qtz3PImmimpV38wbHs3I+Cj4zrGg96WjabWcbFxc2leIl18JC5foS5a0knl5zBd2HdDZbYmXqlZrqUh68Vx9Zceo8VfuJ+U8z5gDrbd83d7kVZd2oYtbWUXHxbOBSWosP2+JRz4Sd24ug3IO3LcNroztF7TZRo9myFv8JrDkcKVMQvCObI54zzG3ED0mvdve5dMPEuzMPIdhUhseq4LxFR1Kuuw3A8tufrOTabqFuNal+PY9diHdLEJDD/AOiORHmDtM1r3bvUM6rwMvJd69wTWFrRWI5ji4FHFsefPfmAYGtzce0jWPo2iu/EVV9RqRj6eJWQN/1A/q+6WnYzsPlapaq0VsK+LazJYEU1jz5/eb8o5/Ac5ITtP3c1ZGj16XRspoVWxbG/3oB3azh/HxNxcurb7chAjN2duRMzEe3YIuTQ1hPQIHUsT8pM6y9VQ2MyhAvGXJAULtuWJ6bbechjrmiX4Vpoy6nqceTDkw/ErDkw94JE+bdayHpGM+RkNSAAKDc5pAHQBCeEbfCBsfev2rGqajZbUT4NaijH/Mikk2bfmYk+u3Dv0mV7h9BbJ1Rcgj6vFU3OfLjYFak+O+7f8szXex/YfL1SxVx6yK99nyXBWlB5/S+8fyruZJDTdGp0HSbxTz8Ki2+20gB7rQhPEfTfYADyGw98CNneHqXtWq593kcmxFPqlZ8ND/ConRv2a9M3vzssj7FVeOh8jxsXYfyL+s4wTvzPzMkv+z/p3haQLfO/Iut+SkVAfqhPzgcx/aA1LxtXNQPKjHqqI8gzb2E/o4/SXP7PGneJqll522pxnI9Q7lUG37paWXfV2ayKdTyco12NRcVsS4KSg+ioKMR9kgg8j5bGaDhZllLcdFllbbcPEjsrbHy3U7wJtxMd2dw2oxMamxmZ0oqSx2JLM4UcbEnqSdzMjAREQKERtKxASm0rEBKbSsQKbRtKxATxysVLVKWojqeqOoZT8QeU9ogYejspg1tx14WEreTLjUhh8wsy6jbkPkPSViBTaNpWICIiBi9Q7OYmQ3HkYuLa347KK3b9WG89dN0TGxv9mx8en18OpE3+PCBL+ICIiBis/s1h5B4sjFxbG/E9FbN+pG8t6OxunoQyYWECOYb2arce8Hh5TOxA+UUAAAAAcgByA9wn1EQPDMwq7lKXV12KeqOiup+TDaYunsfgIwdMHBVhzDDGpBHvH0eUzcQKKoAAAAA5ADoPdKxECm0rEQEoFHoJWICIiAiIgIiICIiAiIgIiICIiAiIgIiICIiAiIgIiICIiAiIgIiICIiAiIgIiICIiAiIgIiICIiAiIgIiICIiAiIgIiICIiAiIgIiICIiAiIgIiICIiAiIgIiICIiAiIgIiICIiAiIgIiICIiAiIgIiICIiAiIgIiICIiAiIgIiICIiAiIgIiICIiAiIgIiICIiAiIgIiICIiAiIgIiICIiAiIgIiICIiAiIgIiICIiAiIgIiICIiAiIgf/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9032" name="AutoShape 8" descr="data:image/jpeg;base64,/9j/4AAQSkZJRgABAQAAAQABAAD/2wCEAAkGBxQQEhEUERQTFRUXFBQbGBYYGRwYHhUZFhcWGBoZGhoYHSgsGhslHhwaIjEhJikrLi4uGB8zODMsNygtLisBCgoKBQUFDgUFDisZExkrKysrKysrKysrKysrKysrKysrKysrKysrKysrKysrKysrKysrKysrKysrKysrKysrK//AABEIAG4BygMBIgACEQEDEQH/xAAcAAEAAgMBAQEAAAAAAAAAAAAABwgBBQYEAwL/xABGEAACAQMBBQUDBgwEBgMAAAABAgMABBEFBgcSITETQVFhgRQicQgycpGhsRcjQlJTVIKTosHR0jNikqMVJEOywuIWJYP/xAAUAQEAAAAAAAAAAAAAAAAAAAAA/8QAFBEBAAAAAAAAAAAAAAAAAAAAAP/aAAwDAQACEQMRAD8Am+lKUClKUClKUClKUClKUClKUClKUClKUClKUClKUClKUClKUClKUClKUClKUClKUClKUClKUClKUClKUClKUClKUClKUClKUClKUClKUClKUClKUCs1is0GKUpQKUpQKUr43lwIo5JG6IjMfgoJ/lQRxru+m0tLiaAwzyGJ2QsvBgleRxlu45HpXg/D3Z/q11/t/wB1QHf3Rmlklb50ju5+LMWP318KCwf4e7P9Wuv9v+6pE2T2gTUrWO5iVlV+LCtjI4WKnOCfCqcVZ7cS2dHg8pJx/uE/zoJBrhNtt6NtpU4gkjllfgDN2fD7nFnAPERzwM+orr9Y1JLWCaeU4SJGZvgo6DzPQfGqd69qr3lxPcS/PldmPlnoo8gMD0oJ0/D3Z/q11/t/3U/D3Z/q11/t/wB1V8pQW12F23i1aOaWKKSNImCkycPM44jjhJ6DH11x77+rMEgW9yeZ5+5z8/nV893mnS22zlw8MbNPOs7IqgljxDskxjryHF61EH/wTUv1K5/dmgmL8Pdn+rXX8H91Svby8aK2COJQcHqMjODVV9m9gL57u1Wa0uFjM0faMyEAJxAsSe7lmrWUClKUClKUClKUClKUClKUClKUClKUClKUClKUClKUClKUClKUClKUClK1O1etrYWlxcuM9mhIH5zHkq+rECgzru0lrYrxXU8cWQSAx95sfmqObegrkpt8+lKcCWVvMRN/5YquGt6vNezPPcOXkc8ye4dyqO5R3Cvlp1hLcyLFBG8kjdEUEk+g7vOgtnshtpbar2ptTIRHw8RZOH52cY8ehro6jPdBoEuk6fdveRmOQu8hUkE9nHGMdCR14vrqGpd5uqFmIvJQCSQBw8snp82gtjSqt7P7d6rc3VtB7bP+NmjQ44c4ZgCR7vhmrRgYoM0pSgUpSgVmsVmgxSlKBSlKBXI72dU9m0q8YZy8fZjHLnKQmfQEmuuqHPlIalw29nbg83laQ/CNeEZ9X+yggOlKUCrNbgz/APUp0/xpvTmKrLVhtyGrx2+i3Esp4UgnmLk/Qjbl5niA+NBrflDbVYWKwibm2JJsfm/9NPU5Y/BagutjtFq73tzPcSE8Urlvoj8lfgFwPStdQKyiliAOZJwB4k1iuh3eab7VqVjF3GdGP0Yzxt9imgsBre1kOztnp8Msckh7JUAQrn8UiBmOcdSa5/8AD5afqtz9af1rkflD6n2uoRQjGIYR/qkJY/Zw1FlBajYPeRFq8skcMEsfZpxMzlccyABgHqef1V25NQz8nWzENrfXUhCqzovEeQCwqzMc9w9/+GuR3ob0ZNQZoLRnitRkHuafzbHRPBe/qfABK+1G9vT7IlFdriQHBWHBCkeLkgfVmuHvd/z8R7GzQL3F5CT6hQPvqFa3ei7JXt6he2tpZUH5QGBnwBOM+lBJtjv+kyO2s0K95jkIPoGB++pK2M3iWeqe7CxSbHOGTCt8VwSHHw9QKqldW7xOySKyOpwysMFSO4g9K/MMrIwZGZWU5DKSCCO8EdDQXcqMtod9FrZ3M1uYJpDE5QspXBI64ye45HpW63cbXe26WtzM3vwq6zt096JeIty8Vw3rVW9RujNLLKeskjufi7Fv50E+Rb+LV2VVtLkliABlOZJwB1rtNq9vbLTOVzL+MxkQp7zn0/J/aIqpcEzRsroSrKwZSOoIOQR5g1iaZnZmdmZmOSzEkknvJPU0Fj9k97X/ABO9jtoLVlVuIs7uMqqgknhA+A699dttHtNa6fH2l1KsY7l6sx8FUczVat321CaSt1chFkuGURQqei8XvPI3kMKMDrnurmNY1Wa7lea4dpJHOSx+4DuA7gOQoJo1bf6oOLW0Zh+dM4X+FM/fXPrv41DIzDZY7/clH29rUYWtu8rqkas7scKqgksfAAda6O93d6nDEZpLOUIBkkcLEDxKqSR6iglPQt/ULkLeW7xZOOOI8agcuZU4I7+malrTdRiuY1lgkWSNhkMpyD/Q+XWqVV3G6bbJ9NvEVmPs0zBZV7gTyWQDuIOM+Iz5UFp64PbnelaaYxiAM846xoQAn027j5DJ+FN8m1TadYfiW4Zp27NGH5AwS7j4DkD3Fgaq67Ekkkkk5JPMknvNBLF9v5vWP4m3tox4NxyH6wy/dXmg366ipHFHaMM8wUccvIiTlXD7J7OTancpb2/DxEElmOFRV6scd3Tp4ipB13cZcwQNLDcRzsqlmj4ChIAyQpLHJ8jig2umb/jxD2mzHD3mJ+f+lx8e+pV2U2stdTjMlrJxY5MjDhZD4Mv8xkedU8rb7Ka/Jp11DcREgow4gD89CRxIfEEfbg91BcivxPMqKWdlVQMlmIAA8ST0ryXWrRRW5uZHCRBA5Y8sKQCPU5Ax4mqw7xN4M+qysAzJahvxcPTIHRnx85j18B3eJCXtod9ljbsyQLJcsPykwqZ+kxyfiBjzrjLzf5dH/CtbdPpl3+4rUQ10Wh7Dahep2ltayOh6OeFA30S5HF6UEjafv+lBX2izjI/KMblT6BgfvqTtjNvbTVQewYrIBloZMK4HiMEhh5gnzxVU9U02W1kaK4jaOReqsMEZ5j4jzr8WN5JBIksLskiEFWU4KkUFp9v94UOjmBZY5JDKHICFfdCFRk8R788vgaiLefvSj1W1S3giliHah3LlfeCqwC+6fEg/sitFtVqN5r0kdwlvNII4o427NCyhwMuRwjlknOPOuTv7GW3fgmjeN8A8LqVOD0ODQeeuy3YbXQ6TcSzyxPKWi4E4SBw5YFic/AVxtbOy2eup0EkNtPIhzhkjZgcHBwQOfPlQSttTvrhu7O5gjtpkaWJkDFlwvEME8vLNQtXs1HSp7YqLiGSItkqHUrkDrjI5146DfbDaxFY3sFzOjyLEWYKmMluEhevcCc+lWI2E3lRavM8UMEycEfGzOVwOYAHI5yc/ZVadO0S5uFLQQTSqDgsiMwBwDjIHXBH11OW4LZqS3hvZLiKSJ5GVAHUqeFVJJAPdluvlQd/cbTKrKAhIb5pJxxgtwgryKgMeS8bLxd1bm1uBIiuvQjv5EeII7iDyI8RXLHTiHQyLKXT2ZQqISkiQdpjmDwgEtxYfHCQOuK6PS7cxx4bHEzO7AdAZHLkDxxnGe/GaD10pSgVmsVmgxSlKBSlKBVad/uo9tqhjByIYY0x4M2XPr7w+qrLE461Tfa/UPab68mznjnlIP+XiIX+HFBqK91jprSxXMo+bAiM3nxypGB/Fn0rw1J2zWhAbOarcN1leIKf8sEin/uLfVQRjXRx7SFNKaxQkdpdtLJ5oI4lVc+bDP7A8a5ylArYarpZt1t+M+/LEJeH81WYhM+ZA4vgRWz3e7OnUb+3gwSnFxS+UaEFvr5L8WFfveVqIuNTvHX5iydmg6ALCBGAAO73aDmalP5O+ndpqEspHKGBseTSMqj+HjqLKnPcuosdI1G+cYJ7Qqe8rDH7oH7bEfGgi/eNqXtOp30mcjt3Vfoxns1I+IXPrXOV+ncsSSckkknxJ5mvpaW5lkjjX5zuqj4sQB99BI+0usNY6Hp1hGwDXMbTzEcj2buWRPXIB8eDzqMq7nfQwGqSxLyWCG3iUeCiJWx/Ea4ag7TdTseNVvOCXi7CJeOXHLiGcKme7iPrgNVprS1SFFjiVURQAqqMBQOgAHSo0+T3pgi055se9NM5z/ljwgH18X11KFBCu9fdnd39+bizSMo8UfGWcL765U8j/AJQtclDuS1Ns5Fun0pev+lTVl6UEJQaHc6DoeqpctHmUgR9mxbnKBE3UDBxUG1Pvyj9U4be0twT+MkaQ+YjXhGfVvsqAqD72NnJPIkUKM8jsAqqMlie4VMmi7jkjiM2o3BXhQs0cWBwYBJzI2c48h3da8PydNHEl1c3LD/BjVV+lKTk/EKpH7VSXvn1BoNIuiuMvwR+kjgN/Dmgq3cFS7FAQnEeEE5IXPIE95xXzpW/2B00XWo2ULDKtMnEPFV99vsBoJ13NbCR2VtHdTJm6lTi94c4Uboqg/NYjBJ688VJZGaV8b26WGOSRyAqKzMT3BQSaCnO1FusV5eImAq3EyqB0ADsAPStYDjpXo1C7M0sspGDJI7keHGxbH21u9ndhb+/x7Pbvwn/qP7ifHibGfTNBJG+mGW40rSLs5ICJ2ngGmiQhj6gj1FQpVyG0CKWySznQNH2CRsv0VAyD3EEZB8qgvaTcheQs7WbR3EWSVBbhkx3AggAnuyDz8BQcBsxtDNp1wtxbEB1BGGGVZT1VhyyP6VLGn7/cjFzZAgjmY5Ovj7rD+dRJq+gXNoSLmCWLnjLKQD8G6H0Na2gmrZ+fZe7YI1ubd2/TPKq58OMSED1xXfLup0hgCLRSCOREsvMHvBElVXqbfk8bTOXmsZGZl4O0iySeDhIV1GTyByCAPA+NB8N/20HZ+z6bAcRxxo0ig56YESE+QHFg+KmoZrf7fX7XGo30jdTcSDl4IeBfsUVoKDv9z+xA1S5Z5wfZ4OEuP0jE+7H8CASe/HxqzsUSooVQFUAAADAAHQADoK4zc3pK22lWxUe9MDK58S/T6lCj0rtqCB/lJ2yiawkAHEyTKT4hShXPw4j9dQxUtfKM1ISXltApz2MJLeTSkHB8+FQfWoloJz+TTOeHUE/JDQMPiwkB+4fVUabz9R9p1W+cHIExQc88osR8vI8OfWpH3Et7Jp+q3rDkvTPLPYRs/I+ZfFQnPKXZmbqxJPxJyaD8VbvdxpvsumWURHCRCrMPBpMu32saqloVl7Rc20JBIkmiQgdcO4Bx6GroIoAAHQDA9KCtm/8A1LtdT7MHIhhRceDNlz64YVGlbvba+9o1C9lyDxXEuCOhAYgY9AK1FvCZHRF6swUfFjgUFoNyel+z6Tbk44pi8px38ZwufPhVa7uvJo9iLaCCFekUUaD9hQv8q9dApSlApSlArNYrNBilKUClKUGg291M2unXswOGWB+E/wCZhwr9pFU/qyHyhNTMWmpEp5zzqp+ggLn+IJVb6BVjdW0g2uyzQ4AYWyM30ndZG+0moK2P0n229tbfuklUN9Ec2/hBqz29CPi0nUB4QMeX+XB/lQVJpSun3cbLHVL6KE57Ie/MR3RrjIz3FjhfWgmLdDoK6Xpk19MOGSWJpDn8mJAzIPLPzj8R4VXiSQsSzHJJJJ8STk1aLfJei20e4VBjjEcSgcsBmAIH7IIxVW6BU47Sn/h2y1tCch7jsx+9Yztn9kY9ahfTLJriaGFPnSSIg+LsFH31L3yib5U9gs06RoXI8ByjT/taghiux3Rad7Rq1muAQjmRs8+Ualh9uB61x1TD8nDTOK5u7gjkkSoD5yNk/Yv20Gj386cYtVkkPzZ44nB+iojI/g+2o6q0G+HYk6nah4Rm5gyYx+kU/Oj+JxkeYx31WKWJkYq4KsCQVIwQR1BB6GgsF8n7aWJ7M2bMqzRO7KpOC8bniyM9SGJBA8V8a6HeVvCh0uB1jdHumGI4wc8OcjjcDoo58u8jHjVWlYgggkEd47qE55mg6/8AChqv67J/pT+2tpsztnrWoXMVtDeScTtzPCmEUc2ZsJ0ArhdM06W6lSKCNpJGOFVRkn+g8zVnN2G79NIiLSEPcyAdo46IBz7NM/kjvPeR5AAId363/aal2XEzezwRRkt3sQZC3xPEM/Co7rbbW6kbq9u5z/1J5CPo8RCj0GBWrjQsQqjJJAA8SeQFBZjcPpPYaWkhGGnkdz9EHgX7Fz616N+Fm0ukXHACezeJyB+argH6gc+lddoGnC1treBekUUaf6VANei+tEnjeKVQyOpVlPQqwwRQUnrod32sLZajZzyfMSTDnwVwULegbPpXo3g7Fy6TcMjBmhYkxS45MvgT3OO8etctQXchlV1VkIZWAIYHIIPQgjqKhnflt+nZtYWrhmb/AB3U5Cr17MEd57/Acu/lC0OsXCJ2aTzqmCOBZGC4PUcIOK8VBstF1uWzbihEXFkYZ40kK4/NLqeH0rr4t4+tmF51mbsUdUZxFHwqzAlV+b4D05eIrWbCbv7nVXUopjt+L352HIAdQmfnt5D1xVi22Htf+HPp6JwwsuCeRbj5ESE45vkA58sdKCvv4WtW/Wv9uP8AtrY7Ob27/wBqtvarnMHaoJRwIPcJwckL0HX0rjtqdnJ9NnaC5XDDmrfkyL3Mp7x91aigu37sig+66MAR0YMD0I8RUB/KA0KztWtXt40imkMhdUHCGUY94qOQOT1GM8+tR1pW1t7arwQXU8afmhzwjHgDyHpXh1TVZrp+0uJZJX/OdixA8BnoPIUHjqS/k+xk6qSAcC3lyfDJQVHNpbPK6xxKzuxwqqCSx8ABVm9z+xB0u2LzDFzNgyDr2aj5seR3jmT5nyoK+bd6e1tqN7E/UTyEeaueNT/pYVoqnrfnsC85F9aIWcKBOijLMFHuyADqQORHXGPCoFoLTbnNoIrvTbdEI7SBFjkTPMcHJWx4MMHPxHdW72x2st9LgaWdhxYPBGPnSN3ADw8T0FVFs7ySFuKKR42xjiRipwe7KnpWLu7kmbild5GxjidixwO7JNB99Z1OS7nmnmOXldmbyz3DyA5DyFfLT7J7iWOKJS0kjBVUd5JxX60zTZbqRYreN5ZD0VRk/HyHmasjuq3bJpaCa4CvdsOZ6iEH8lD4+Leg5dQ8G39quj7O+yx4ywjiJ/PdzxSN6gN9lVzqcPlJ6kf+RtweR7SVh8MIn/nUH0Hf7jtLFxq0JYZEKPL6qAq5/aYH0qxm1WoezWd3NnHZwSsD5hTj7cVEXybdL53tyR3JEp/jf/wqSd5+mS3Wl3kUAJkZFIA5luB1cqPMhSPWgqRW+2DaEajZG5cRxLOjMx6DhPEuT3AsACe4GtDSguvDfROcJJGxPcrAn6ga9FV8+TjpnHd3U56RQhR9KVv6IfrqwdApSlApSlArNYrNBilKUClKUHM7YbDWuqmI3Xa/iwwUI/CPexkkYOTyFc0+5DTD09pH/wCg/mtSXSg4fZfdZZadcJcw9s0iBgvGwIHECpOAo54JHrXW6tp6XUMsEueCVGRsHBwwwcHuNeulBG/4EtM8Lj95/wCtdJsfsRa6V2vsqvmTh4mduI4XOADgYHMmukpQaLa7ZWDVIkiuTJwK/GAjcOWAIGeRzyJrlPwJaZ4XH7z/ANakilBwmibptPs54p4hNxxtxLxPxDOCOYxXu2k3c2OozGe6SRpCqrkSMowvQAA11tKCPvwM6V+hk/ev/Wum2V2VttMjeO0RlV34myxbJwB1PkK3dKBXJbX7urLUyWmjKS/pozwsfpciG9RXW0oIWuvk/wAZI7K+dR4PCHP1h1r1afuEtlKme6mkx1CqsYP18RA9al+lBqNndmLXT0K2kKR56kc2b6THma2k0QdWU5wwIOORwRjka/dKCPvwM6V+hk/ev/WvvY7pNMhkjlSF+JHVlzI5GVIIyCefOu6pQKUpQee/sY7iNo5kWRGGCrDIP11GWr7i7KVuKCWaAH8nlIo+HFz+01KtKCE4Pk/KD79+xHgsAU5+JkP3V1Oz25zTrVgzq9yw/SkcOfoKAD65qQ6UH5ijCgKoCgDAAGAB4ADpX6pSg1e0Oz1vfxdldRLIvdnkVPirDmp+FRVrG4NGbNpdMi8/dlTjx4YZSPtFTTSgr624S74gBc25XvbDgj0xz+uthpm4E8X/ADN4ODHSJOZPxc8vqqcqUHPbKbF2emLi2iAYjDSt7zt8WPQeQwK6GlKBXEbWbrbDUWMjI0Mp6yRELxHxZSCCfPGa7elBCc/yflJ9y+YDHRoAxz8RIK2OnbhrRCDNcTyj80BYwfvNS3Sg1uh6BbWKdnawpEvfwjm30mPNj8TWypSg5Xafd9ZalKJrpJHcKFGJGUBRk4AB8Sa0cm5TSychJ18hKf5g1I1KDS7J7MQaZCYbYMELlzxHiJYgDr8AK3VKUHKbQ7udOvizTW6rIxyZIzwMT4nh5E+ZBrRfgS0zwuP3n/rUkUoNDshsjb6VHJHahwHfiYu3Ec4A64HLl9prfUpQKUpQKUpQKzWKzQYpWaxQKUpQKUpQKUpQKUpQKUpQKUpQKUpQKUpQKUpQKUpQKUpQKUpQKUpQKUpQKUpQKUpQKUpQKUpQKUpQKUpQKUpQKUpQKUpQKUpQKUpQKUpQKUpQKzWKzQf/2Q=="/>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29036" name="Picture 12" descr="http://liveside.net/wp-content/images/2012/06/Microsoft-Logo.png">
            <a:hlinkClick r:id="rId11"/>
          </p:cNvPr>
          <p:cNvPicPr>
            <a:picLocks noChangeAspect="1" noChangeArrowheads="1"/>
          </p:cNvPicPr>
          <p:nvPr/>
        </p:nvPicPr>
        <p:blipFill>
          <a:blip r:embed="rId12" cstate="print"/>
          <a:srcRect/>
          <a:stretch>
            <a:fillRect/>
          </a:stretch>
        </p:blipFill>
        <p:spPr bwMode="auto">
          <a:xfrm>
            <a:off x="2857487" y="1785926"/>
            <a:ext cx="1714513" cy="381256"/>
          </a:xfrm>
          <a:prstGeom prst="rect">
            <a:avLst/>
          </a:prstGeom>
          <a:noFill/>
        </p:spPr>
      </p:pic>
      <p:pic>
        <p:nvPicPr>
          <p:cNvPr id="129038" name="Picture 14" descr="http://www.bdmcc.co.uk/images/IBM_Logo_Blue.jpg">
            <a:hlinkClick r:id="rId13"/>
          </p:cNvPr>
          <p:cNvPicPr>
            <a:picLocks noChangeAspect="1" noChangeArrowheads="1"/>
          </p:cNvPicPr>
          <p:nvPr/>
        </p:nvPicPr>
        <p:blipFill>
          <a:blip r:embed="rId14" cstate="print"/>
          <a:srcRect/>
          <a:stretch>
            <a:fillRect/>
          </a:stretch>
        </p:blipFill>
        <p:spPr bwMode="auto">
          <a:xfrm>
            <a:off x="6286512" y="1643050"/>
            <a:ext cx="1214446" cy="682997"/>
          </a:xfrm>
          <a:prstGeom prst="rect">
            <a:avLst/>
          </a:prstGeom>
          <a:ln>
            <a:noFill/>
          </a:ln>
          <a:effectLst>
            <a:outerShdw blurRad="292100" dist="139700" dir="2700000" algn="tl" rotWithShape="0">
              <a:srgbClr val="333333">
                <a:alpha val="65000"/>
              </a:srgbClr>
            </a:outerShdw>
          </a:effectLst>
        </p:spPr>
      </p:pic>
      <p:pic>
        <p:nvPicPr>
          <p:cNvPr id="129040" name="Picture 16" descr="https://encrypted-tbn0.gstatic.com/images?q=tbn:ANd9GcR_Jw0YPKS0I4hIVnc14jl4gPlTKBT4RMXQC2Wnwqlc2e8XcubOUA"/>
          <p:cNvPicPr>
            <a:picLocks noChangeAspect="1" noChangeArrowheads="1"/>
          </p:cNvPicPr>
          <p:nvPr/>
        </p:nvPicPr>
        <p:blipFill>
          <a:blip r:embed="rId15" cstate="print"/>
          <a:srcRect/>
          <a:stretch>
            <a:fillRect/>
          </a:stretch>
        </p:blipFill>
        <p:spPr bwMode="auto">
          <a:xfrm>
            <a:off x="4143372" y="3000372"/>
            <a:ext cx="857256" cy="857256"/>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top-10-brand-value-2012[1].jpg"/>
          <p:cNvPicPr/>
          <p:nvPr/>
        </p:nvPicPr>
        <p:blipFill>
          <a:blip r:embed="rId3" cstate="print"/>
          <a:srcRect/>
          <a:stretch>
            <a:fillRect/>
          </a:stretch>
        </p:blipFill>
        <p:spPr bwMode="auto">
          <a:xfrm>
            <a:off x="428596" y="1142984"/>
            <a:ext cx="3286148" cy="4572032"/>
          </a:xfrm>
          <a:prstGeom prst="rect">
            <a:avLst/>
          </a:prstGeom>
          <a:ln>
            <a:noFill/>
          </a:ln>
          <a:effectLst>
            <a:outerShdw blurRad="292100" dist="139700" dir="2700000" algn="tl" rotWithShape="0">
              <a:srgbClr val="333333">
                <a:alpha val="65000"/>
              </a:srgbClr>
            </a:outerShdw>
          </a:effectLst>
        </p:spPr>
      </p:pic>
      <p:sp>
        <p:nvSpPr>
          <p:cNvPr id="5" name="Subtitle 5"/>
          <p:cNvSpPr txBox="1">
            <a:spLocks/>
          </p:cNvSpPr>
          <p:nvPr/>
        </p:nvSpPr>
        <p:spPr>
          <a:xfrm>
            <a:off x="2357422" y="428604"/>
            <a:ext cx="4495800" cy="533400"/>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342900" marR="0" lvl="0" indent="-342900" algn="ctr" defTabSz="914400" rtl="0" eaLnBrk="1" fontAlgn="auto" latinLnBrk="0" hangingPunct="1">
              <a:lnSpc>
                <a:spcPct val="100000"/>
              </a:lnSpc>
              <a:spcBef>
                <a:spcPct val="0"/>
              </a:spcBef>
              <a:spcAft>
                <a:spcPts val="0"/>
              </a:spcAft>
              <a:buClrTx/>
              <a:buSzTx/>
              <a:tabLst/>
              <a:defRPr/>
            </a:pPr>
            <a:r>
              <a:rPr kumimoji="0" lang="mn-MN" sz="2000" b="1" i="0" u="none" strike="noStrike" kern="1200" spc="50" normalizeH="0" baseline="0" noProof="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n-ea"/>
                <a:cs typeface="Arial" pitchFamily="34" charset="0"/>
              </a:rPr>
              <a:t>БАРААНЫ</a:t>
            </a:r>
            <a:r>
              <a:rPr kumimoji="0" lang="mn-MN" sz="2000" b="1" i="0" u="none" strike="noStrike" kern="1200" spc="50" normalizeH="0" noProof="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n-ea"/>
                <a:cs typeface="Arial" pitchFamily="34" charset="0"/>
              </a:rPr>
              <a:t> ТЭМДГИЙН ҮНЭЛГЭЭ</a:t>
            </a:r>
            <a:endParaRPr kumimoji="0" lang="mn-MN" sz="2000" b="1" i="0" u="none" strike="noStrike" kern="1200" spc="50" normalizeH="0" baseline="0" noProof="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n-ea"/>
              <a:cs typeface="Arial" pitchFamily="34" charset="0"/>
            </a:endParaRPr>
          </a:p>
          <a:p>
            <a:pPr marL="342900" marR="0" lvl="0" indent="-342900" algn="ctr" defTabSz="914400" rtl="0" eaLnBrk="1" fontAlgn="auto" latinLnBrk="0" hangingPunct="1">
              <a:lnSpc>
                <a:spcPct val="100000"/>
              </a:lnSpc>
              <a:spcBef>
                <a:spcPct val="0"/>
              </a:spcBef>
              <a:spcAft>
                <a:spcPts val="0"/>
              </a:spcAft>
              <a:buClrTx/>
              <a:buSzTx/>
              <a:buFont typeface="Arial" pitchFamily="34" charset="0"/>
              <a:buChar char="•"/>
              <a:tabLst/>
              <a:defRPr/>
            </a:pPr>
            <a:endParaRPr kumimoji="0" lang="mn-MN" b="1" i="1" u="none" strike="noStrike" kern="1200" spc="50" normalizeH="0" baseline="0" noProof="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n-ea"/>
              <a:cs typeface="Arial" pitchFamily="34" charset="0"/>
            </a:endParaRPr>
          </a:p>
          <a:p>
            <a:pPr marL="342900" marR="0" lvl="0" indent="-342900" algn="ctr" defTabSz="914400" rtl="0" eaLnBrk="1" fontAlgn="auto" latinLnBrk="0" hangingPunct="1">
              <a:lnSpc>
                <a:spcPct val="100000"/>
              </a:lnSpc>
              <a:spcBef>
                <a:spcPct val="20000"/>
              </a:spcBef>
              <a:spcAft>
                <a:spcPts val="0"/>
              </a:spcAft>
              <a:buClrTx/>
              <a:buSzTx/>
              <a:tabLst/>
              <a:defRPr/>
            </a:pPr>
            <a:endParaRPr kumimoji="0" lang="en-US" b="1" i="0" u="none" strike="noStrike" kern="1200" spc="50" normalizeH="0" baseline="0" noProof="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mn-lt"/>
              <a:ea typeface="+mn-ea"/>
              <a:cs typeface="+mn-cs"/>
            </a:endParaRPr>
          </a:p>
        </p:txBody>
      </p:sp>
      <p:pic>
        <p:nvPicPr>
          <p:cNvPr id="6" name="Picture 2" descr="http://lambdaeastern-in.lambdagroup.co.in/images/logo/logos.jpg">
            <a:hlinkClick r:id="rId4"/>
          </p:cNvPr>
          <p:cNvPicPr>
            <a:picLocks noChangeAspect="1" noChangeArrowheads="1"/>
          </p:cNvPicPr>
          <p:nvPr/>
        </p:nvPicPr>
        <p:blipFill>
          <a:blip r:embed="rId5" cstate="print"/>
          <a:srcRect/>
          <a:stretch>
            <a:fillRect/>
          </a:stretch>
        </p:blipFill>
        <p:spPr bwMode="auto">
          <a:xfrm>
            <a:off x="4071934" y="1571612"/>
            <a:ext cx="4706504" cy="35719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Content Placeholder 17"/>
          <p:cNvSpPr>
            <a:spLocks noGrp="1"/>
          </p:cNvSpPr>
          <p:nvPr>
            <p:ph idx="1"/>
          </p:nvPr>
        </p:nvSpPr>
        <p:spPr>
          <a:xfrm>
            <a:off x="3276600" y="928670"/>
            <a:ext cx="914400" cy="5143536"/>
          </a:xfrm>
        </p:spPr>
        <p:txBody>
          <a:bodyPr>
            <a:noAutofit/>
          </a:bodyPr>
          <a:lstStyle/>
          <a:p>
            <a:pPr marL="347472" indent="-347472" algn="ctr">
              <a:spcBef>
                <a:spcPts val="264"/>
              </a:spcBef>
              <a:buNone/>
            </a:pPr>
            <a:endParaRPr lang="mn-MN" sz="1100" b="1">
              <a:latin typeface="+mj-lt"/>
              <a:cs typeface="Arial" pitchFamily="34" charset="0"/>
            </a:endParaRPr>
          </a:p>
          <a:p>
            <a:pPr marL="347472" indent="-347472" algn="ctr">
              <a:spcBef>
                <a:spcPts val="264"/>
              </a:spcBef>
              <a:buNone/>
            </a:pPr>
            <a:r>
              <a:rPr lang="en-US" sz="1100" b="1">
                <a:latin typeface="+mj-lt"/>
                <a:cs typeface="Arial" pitchFamily="34" charset="0"/>
              </a:rPr>
              <a:t> </a:t>
            </a:r>
            <a:r>
              <a:rPr lang="en-US" sz="1100" b="1" dirty="0">
                <a:latin typeface="+mj-lt"/>
                <a:cs typeface="Arial" pitchFamily="34" charset="0"/>
              </a:rPr>
              <a:t>U.S.</a:t>
            </a:r>
          </a:p>
          <a:p>
            <a:pPr marL="347472" indent="-347472" algn="ctr">
              <a:spcBef>
                <a:spcPts val="264"/>
              </a:spcBef>
              <a:buNone/>
            </a:pPr>
            <a:endParaRPr lang="en-US" sz="1100" b="1" dirty="0">
              <a:latin typeface="+mj-lt"/>
              <a:cs typeface="Arial" pitchFamily="34" charset="0"/>
            </a:endParaRPr>
          </a:p>
          <a:p>
            <a:pPr marL="347472" indent="-347472" algn="ctr">
              <a:spcBef>
                <a:spcPts val="264"/>
              </a:spcBef>
              <a:buNone/>
            </a:pPr>
            <a:r>
              <a:rPr lang="en-US" sz="1100" b="1" dirty="0">
                <a:latin typeface="+mj-lt"/>
                <a:cs typeface="Arial" pitchFamily="34" charset="0"/>
              </a:rPr>
              <a:t>U.S.</a:t>
            </a:r>
          </a:p>
          <a:p>
            <a:pPr marL="347472" indent="-347472" algn="ctr">
              <a:spcBef>
                <a:spcPts val="264"/>
              </a:spcBef>
              <a:buNone/>
            </a:pPr>
            <a:endParaRPr lang="en-US" sz="1100" b="1" dirty="0">
              <a:latin typeface="+mj-lt"/>
              <a:cs typeface="Arial" pitchFamily="34" charset="0"/>
            </a:endParaRPr>
          </a:p>
          <a:p>
            <a:pPr marL="347472" indent="-347472" algn="ctr">
              <a:spcBef>
                <a:spcPts val="264"/>
              </a:spcBef>
              <a:buNone/>
            </a:pPr>
            <a:r>
              <a:rPr lang="en-US" sz="1100" b="1" dirty="0">
                <a:latin typeface="+mj-lt"/>
                <a:cs typeface="Arial" pitchFamily="34" charset="0"/>
              </a:rPr>
              <a:t>U.S.</a:t>
            </a:r>
          </a:p>
          <a:p>
            <a:pPr marL="347472" indent="-347472" algn="ctr">
              <a:spcBef>
                <a:spcPts val="264"/>
              </a:spcBef>
              <a:buNone/>
            </a:pPr>
            <a:endParaRPr lang="en-US" sz="1100" b="1" dirty="0">
              <a:latin typeface="+mj-lt"/>
              <a:cs typeface="Arial" pitchFamily="34" charset="0"/>
            </a:endParaRPr>
          </a:p>
          <a:p>
            <a:pPr marL="347472" indent="-347472" algn="ctr">
              <a:spcBef>
                <a:spcPts val="264"/>
              </a:spcBef>
              <a:buNone/>
            </a:pPr>
            <a:r>
              <a:rPr lang="en-US" sz="1100" b="1" dirty="0">
                <a:latin typeface="+mj-lt"/>
                <a:cs typeface="Arial" pitchFamily="34" charset="0"/>
              </a:rPr>
              <a:t>U.S.</a:t>
            </a:r>
          </a:p>
          <a:p>
            <a:pPr marL="347472" indent="-347472" algn="ctr">
              <a:spcBef>
                <a:spcPts val="264"/>
              </a:spcBef>
              <a:buNone/>
            </a:pPr>
            <a:endParaRPr lang="en-US" sz="1100" b="1" dirty="0">
              <a:latin typeface="+mj-lt"/>
              <a:cs typeface="Arial" pitchFamily="34" charset="0"/>
            </a:endParaRPr>
          </a:p>
          <a:p>
            <a:pPr marL="347472" indent="-347472" algn="ctr">
              <a:spcBef>
                <a:spcPts val="264"/>
              </a:spcBef>
              <a:buNone/>
            </a:pPr>
            <a:r>
              <a:rPr lang="en-US" sz="1100" b="1" dirty="0">
                <a:latin typeface="+mj-lt"/>
                <a:cs typeface="Arial" pitchFamily="34" charset="0"/>
              </a:rPr>
              <a:t>Finland</a:t>
            </a:r>
          </a:p>
          <a:p>
            <a:pPr marL="347472" indent="-347472" algn="ctr">
              <a:spcBef>
                <a:spcPts val="264"/>
              </a:spcBef>
              <a:buNone/>
            </a:pPr>
            <a:endParaRPr lang="en-US" sz="1100" b="1" dirty="0">
              <a:latin typeface="+mj-lt"/>
              <a:cs typeface="Arial" pitchFamily="34" charset="0"/>
            </a:endParaRPr>
          </a:p>
          <a:p>
            <a:pPr marL="347472" indent="-347472" algn="ctr">
              <a:spcBef>
                <a:spcPts val="270"/>
              </a:spcBef>
              <a:buNone/>
            </a:pPr>
            <a:r>
              <a:rPr lang="en-US" sz="1100" b="1" dirty="0">
                <a:latin typeface="+mj-lt"/>
                <a:cs typeface="Arial" pitchFamily="34" charset="0"/>
              </a:rPr>
              <a:t>Japan</a:t>
            </a:r>
          </a:p>
          <a:p>
            <a:pPr marL="347472" indent="-347472" algn="ctr">
              <a:spcBef>
                <a:spcPts val="270"/>
              </a:spcBef>
              <a:buNone/>
            </a:pPr>
            <a:endParaRPr lang="en-US" sz="1100" b="1" dirty="0">
              <a:latin typeface="+mj-lt"/>
              <a:cs typeface="Arial" pitchFamily="34" charset="0"/>
            </a:endParaRPr>
          </a:p>
          <a:p>
            <a:pPr marL="347472" indent="-347472" algn="ctr">
              <a:spcBef>
                <a:spcPts val="270"/>
              </a:spcBef>
              <a:buNone/>
            </a:pPr>
            <a:r>
              <a:rPr lang="en-US" sz="1100" b="1" dirty="0">
                <a:latin typeface="+mj-lt"/>
                <a:cs typeface="Arial" pitchFamily="34" charset="0"/>
              </a:rPr>
              <a:t>U.S.</a:t>
            </a:r>
          </a:p>
          <a:p>
            <a:pPr marL="347472" indent="-347472" algn="ctr">
              <a:spcBef>
                <a:spcPts val="270"/>
              </a:spcBef>
              <a:buNone/>
            </a:pPr>
            <a:endParaRPr lang="en-US" sz="1100" b="1" dirty="0">
              <a:latin typeface="+mj-lt"/>
              <a:cs typeface="Arial" pitchFamily="34" charset="0"/>
            </a:endParaRPr>
          </a:p>
          <a:p>
            <a:pPr marL="347472" indent="-347472" algn="ctr">
              <a:spcBef>
                <a:spcPts val="240"/>
              </a:spcBef>
              <a:buNone/>
            </a:pPr>
            <a:r>
              <a:rPr lang="en-US" sz="1100" b="1" dirty="0">
                <a:latin typeface="+mj-lt"/>
                <a:cs typeface="Arial" pitchFamily="34" charset="0"/>
              </a:rPr>
              <a:t>U.S.</a:t>
            </a:r>
          </a:p>
          <a:p>
            <a:pPr marL="347472" indent="-347472" algn="ctr">
              <a:spcBef>
                <a:spcPts val="240"/>
              </a:spcBef>
              <a:buNone/>
            </a:pPr>
            <a:endParaRPr lang="en-US" sz="1100" b="1" dirty="0">
              <a:latin typeface="+mj-lt"/>
              <a:cs typeface="Arial" pitchFamily="34" charset="0"/>
            </a:endParaRPr>
          </a:p>
          <a:p>
            <a:pPr marL="347472" indent="-347472" algn="ctr">
              <a:spcBef>
                <a:spcPts val="240"/>
              </a:spcBef>
              <a:buNone/>
            </a:pPr>
            <a:r>
              <a:rPr lang="en-US" sz="1100" b="1">
                <a:latin typeface="+mj-lt"/>
                <a:cs typeface="Arial" pitchFamily="34" charset="0"/>
              </a:rPr>
              <a:t>U.S</a:t>
            </a:r>
            <a:r>
              <a:rPr lang="en-US" sz="1100" b="1" dirty="0">
                <a:latin typeface="+mj-lt"/>
                <a:cs typeface="Arial" pitchFamily="34" charset="0"/>
              </a:rPr>
              <a:t>.</a:t>
            </a:r>
          </a:p>
          <a:p>
            <a:pPr marL="347472" indent="-347472" algn="ctr">
              <a:spcBef>
                <a:spcPts val="240"/>
              </a:spcBef>
              <a:buNone/>
            </a:pPr>
            <a:endParaRPr lang="en-US" sz="1100" b="1" dirty="0">
              <a:latin typeface="+mj-lt"/>
              <a:cs typeface="Arial" pitchFamily="34" charset="0"/>
            </a:endParaRPr>
          </a:p>
          <a:p>
            <a:pPr marL="347472" indent="-347472" algn="ctr">
              <a:spcBef>
                <a:spcPts val="240"/>
              </a:spcBef>
              <a:buNone/>
            </a:pPr>
            <a:r>
              <a:rPr lang="en-US" sz="1100" b="1">
                <a:latin typeface="+mj-lt"/>
                <a:cs typeface="Arial" pitchFamily="34" charset="0"/>
              </a:rPr>
              <a:t>U.S</a:t>
            </a:r>
            <a:r>
              <a:rPr lang="en-US" sz="1100" b="1" dirty="0">
                <a:latin typeface="+mj-lt"/>
                <a:cs typeface="Arial" pitchFamily="34" charset="0"/>
              </a:rPr>
              <a:t>.</a:t>
            </a:r>
          </a:p>
          <a:p>
            <a:pPr marL="347472" indent="-347472" algn="ctr">
              <a:spcBef>
                <a:spcPts val="240"/>
              </a:spcBef>
              <a:buNone/>
            </a:pPr>
            <a:endParaRPr lang="mn-MN" sz="1100" b="1">
              <a:latin typeface="+mj-lt"/>
              <a:cs typeface="Arial" pitchFamily="34" charset="0"/>
            </a:endParaRPr>
          </a:p>
          <a:p>
            <a:pPr marL="347472" indent="-347472" algn="ctr">
              <a:spcBef>
                <a:spcPts val="240"/>
              </a:spcBef>
              <a:buNone/>
            </a:pPr>
            <a:r>
              <a:rPr lang="en-US" sz="1100" b="1">
                <a:latin typeface="+mj-lt"/>
                <a:cs typeface="Arial" pitchFamily="34" charset="0"/>
              </a:rPr>
              <a:t>Germany</a:t>
            </a:r>
            <a:endParaRPr lang="en-US" sz="1100" b="1" dirty="0">
              <a:latin typeface="+mj-lt"/>
              <a:cs typeface="Arial" pitchFamily="34" charset="0"/>
            </a:endParaRPr>
          </a:p>
          <a:p>
            <a:pPr algn="ctr">
              <a:spcBef>
                <a:spcPts val="264"/>
              </a:spcBef>
              <a:buNone/>
            </a:pPr>
            <a:endParaRPr lang="en-US" sz="1100" b="1" dirty="0">
              <a:latin typeface="+mj-lt"/>
              <a:cs typeface="Arial" pitchFamily="34" charset="0"/>
            </a:endParaRPr>
          </a:p>
          <a:p>
            <a:pPr algn="ctr">
              <a:spcBef>
                <a:spcPts val="264"/>
              </a:spcBef>
              <a:buNone/>
            </a:pPr>
            <a:r>
              <a:rPr lang="en-US" sz="1100" b="1">
                <a:latin typeface="+mj-lt"/>
                <a:cs typeface="Arial" pitchFamily="34" charset="0"/>
              </a:rPr>
              <a:t>U.S</a:t>
            </a:r>
            <a:r>
              <a:rPr lang="en-US" sz="1200" b="1" dirty="0">
                <a:latin typeface="Arial" pitchFamily="34" charset="0"/>
                <a:cs typeface="Arial" pitchFamily="34" charset="0"/>
              </a:rPr>
              <a:t>.</a:t>
            </a:r>
          </a:p>
          <a:p>
            <a:pPr algn="ctr">
              <a:buNone/>
            </a:pPr>
            <a:endParaRPr lang="en-US" sz="1200" b="1" dirty="0">
              <a:latin typeface="Arial" pitchFamily="34" charset="0"/>
              <a:cs typeface="Arial" pitchFamily="34" charset="0"/>
            </a:endParaRPr>
          </a:p>
          <a:p>
            <a:pPr algn="ctr">
              <a:buNone/>
            </a:pPr>
            <a:endParaRPr lang="en-US" sz="1200" b="1" dirty="0">
              <a:latin typeface="Arial" pitchFamily="34" charset="0"/>
              <a:cs typeface="Arial" pitchFamily="34" charset="0"/>
            </a:endParaRPr>
          </a:p>
          <a:p>
            <a:pPr algn="ctr">
              <a:buNone/>
            </a:pPr>
            <a:endParaRPr lang="en-US" sz="1200" b="1" dirty="0">
              <a:latin typeface="Arial" pitchFamily="34" charset="0"/>
              <a:cs typeface="Arial" pitchFamily="34" charset="0"/>
            </a:endParaRPr>
          </a:p>
          <a:p>
            <a:pPr algn="ctr">
              <a:buNone/>
            </a:pPr>
            <a:endParaRPr lang="en-US" sz="1200" b="1" dirty="0">
              <a:latin typeface="Arial" pitchFamily="34" charset="0"/>
              <a:cs typeface="Arial" pitchFamily="34" charset="0"/>
            </a:endParaRPr>
          </a:p>
        </p:txBody>
      </p:sp>
      <p:sp>
        <p:nvSpPr>
          <p:cNvPr id="163" name="Rectangle 162"/>
          <p:cNvSpPr/>
          <p:nvPr/>
        </p:nvSpPr>
        <p:spPr>
          <a:xfrm>
            <a:off x="214282" y="6357958"/>
            <a:ext cx="2228840" cy="246221"/>
          </a:xfrm>
          <a:prstGeom prst="rect">
            <a:avLst/>
          </a:prstGeom>
        </p:spPr>
        <p:txBody>
          <a:bodyPr wrap="square">
            <a:spAutoFit/>
          </a:bodyPr>
          <a:lstStyle/>
          <a:p>
            <a:pPr algn="ctr"/>
            <a:r>
              <a:rPr lang="en-US" sz="1000" i="1" dirty="0">
                <a:solidFill>
                  <a:schemeClr val="bg1"/>
                </a:solidFill>
              </a:rPr>
              <a:t>Data source: www.Interbrand.com</a:t>
            </a:r>
            <a:endParaRPr lang="en-US" sz="1000" dirty="0">
              <a:solidFill>
                <a:schemeClr val="bg1"/>
              </a:solidFill>
              <a:latin typeface="Arial" pitchFamily="34" charset="0"/>
              <a:cs typeface="Arial" pitchFamily="34" charset="0"/>
            </a:endParaRPr>
          </a:p>
        </p:txBody>
      </p:sp>
      <p:grpSp>
        <p:nvGrpSpPr>
          <p:cNvPr id="3" name="Group 30"/>
          <p:cNvGrpSpPr/>
          <p:nvPr/>
        </p:nvGrpSpPr>
        <p:grpSpPr>
          <a:xfrm>
            <a:off x="228600" y="642918"/>
            <a:ext cx="8686800" cy="5429288"/>
            <a:chOff x="228600" y="990600"/>
            <a:chExt cx="8686800" cy="6019800"/>
          </a:xfrm>
        </p:grpSpPr>
        <p:grpSp>
          <p:nvGrpSpPr>
            <p:cNvPr id="4" name="Group 27"/>
            <p:cNvGrpSpPr/>
            <p:nvPr/>
          </p:nvGrpSpPr>
          <p:grpSpPr>
            <a:xfrm>
              <a:off x="228600" y="990600"/>
              <a:ext cx="8686800" cy="6019800"/>
              <a:chOff x="228600" y="990600"/>
              <a:chExt cx="8686800" cy="6019800"/>
            </a:xfrm>
          </p:grpSpPr>
          <p:sp>
            <p:nvSpPr>
              <p:cNvPr id="197" name="Content Placeholder 17"/>
              <p:cNvSpPr txBox="1">
                <a:spLocks/>
              </p:cNvSpPr>
              <p:nvPr/>
            </p:nvSpPr>
            <p:spPr>
              <a:xfrm>
                <a:off x="228600" y="990600"/>
                <a:ext cx="1771632" cy="5715000"/>
              </a:xfrm>
              <a:prstGeom prst="rect">
                <a:avLst/>
              </a:prstGeom>
            </p:spPr>
            <p:txBody>
              <a:bodyPr vert="horz" lIns="91440" tIns="45720" rIns="91440" bIns="45720" rtlCol="0">
                <a:noAutofit/>
              </a:bodyPr>
              <a:lstStyle/>
              <a:p>
                <a:pPr marL="342900" marR="0" lvl="0" indent="-342900" algn="just" defTabSz="914400" rtl="0" eaLnBrk="1" fontAlgn="auto" latinLnBrk="0" hangingPunct="1">
                  <a:lnSpc>
                    <a:spcPct val="100000"/>
                  </a:lnSpc>
                  <a:spcBef>
                    <a:spcPts val="264"/>
                  </a:spcBef>
                  <a:spcAft>
                    <a:spcPts val="0"/>
                  </a:spcAft>
                  <a:buClrTx/>
                  <a:buSzTx/>
                  <a:buFont typeface="Arial" pitchFamily="34" charset="0"/>
                  <a:buNone/>
                  <a:tabLst/>
                  <a:defRPr/>
                </a:pPr>
                <a:r>
                  <a:rPr kumimoji="0" lang="en-US" sz="1200" b="1" i="1" u="none" strike="noStrike" kern="1200" cap="none" spc="0" normalizeH="0" baseline="0" noProof="0">
                    <a:ln>
                      <a:noFill/>
                    </a:ln>
                    <a:solidFill>
                      <a:srgbClr val="CC0000"/>
                    </a:solidFill>
                    <a:effectLst/>
                    <a:uLnTx/>
                    <a:uFillTx/>
                    <a:latin typeface="Arial" pitchFamily="34" charset="0"/>
                    <a:cs typeface="Arial" pitchFamily="34" charset="0"/>
                  </a:rPr>
                  <a:t>2008</a:t>
                </a:r>
                <a:r>
                  <a:rPr kumimoji="0" lang="en-US" sz="1200" b="1" i="1" u="none" strike="noStrike" kern="1200" cap="none" spc="0" normalizeH="0" noProof="0">
                    <a:ln>
                      <a:noFill/>
                    </a:ln>
                    <a:solidFill>
                      <a:srgbClr val="CC0000"/>
                    </a:solidFill>
                    <a:effectLst/>
                    <a:uLnTx/>
                    <a:uFillTx/>
                    <a:latin typeface="Arial" pitchFamily="34" charset="0"/>
                    <a:cs typeface="Arial" pitchFamily="34" charset="0"/>
                  </a:rPr>
                  <a:t>   </a:t>
                </a:r>
                <a:r>
                  <a:rPr kumimoji="0" lang="mn-MN" sz="1200" b="1" i="1" u="none" strike="noStrike" kern="1200" cap="none" spc="0" normalizeH="0" noProof="0">
                    <a:ln>
                      <a:noFill/>
                    </a:ln>
                    <a:solidFill>
                      <a:srgbClr val="CC0000"/>
                    </a:solidFill>
                    <a:effectLst/>
                    <a:uLnTx/>
                    <a:uFillTx/>
                    <a:latin typeface="Arial" pitchFamily="34" charset="0"/>
                    <a:cs typeface="Arial" pitchFamily="34" charset="0"/>
                  </a:rPr>
                  <a:t>  </a:t>
                </a:r>
                <a:r>
                  <a:rPr kumimoji="0" lang="en-US" sz="1200" b="1" i="1" u="none" strike="noStrike" kern="1200" cap="none" spc="0" normalizeH="0" baseline="0" noProof="0">
                    <a:ln>
                      <a:noFill/>
                    </a:ln>
                    <a:solidFill>
                      <a:srgbClr val="CC0000"/>
                    </a:solidFill>
                    <a:effectLst/>
                    <a:uLnTx/>
                    <a:uFillTx/>
                    <a:latin typeface="Arial" pitchFamily="34" charset="0"/>
                    <a:cs typeface="Arial" pitchFamily="34" charset="0"/>
                  </a:rPr>
                  <a:t>2009        </a:t>
                </a:r>
                <a:r>
                  <a:rPr kumimoji="0" lang="en-US" sz="1200" b="1" i="1" u="none" strike="noStrike" kern="1200" cap="none" spc="0" normalizeH="0" baseline="0" noProof="0" dirty="0">
                    <a:ln>
                      <a:noFill/>
                    </a:ln>
                    <a:solidFill>
                      <a:srgbClr val="CC0000"/>
                    </a:solidFill>
                    <a:effectLst/>
                    <a:uLnTx/>
                    <a:uFillTx/>
                    <a:latin typeface="Arial" pitchFamily="34" charset="0"/>
                    <a:cs typeface="Arial" pitchFamily="34" charset="0"/>
                  </a:rPr>
                  <a:t>2010</a:t>
                </a:r>
              </a:p>
              <a:p>
                <a:pPr marL="342900" marR="0" lvl="0" indent="-342900" algn="just" defTabSz="914400" rtl="0" eaLnBrk="1" fontAlgn="auto" latinLnBrk="0" hangingPunct="1">
                  <a:lnSpc>
                    <a:spcPct val="100000"/>
                  </a:lnSpc>
                  <a:spcBef>
                    <a:spcPts val="264"/>
                  </a:spcBef>
                  <a:spcAft>
                    <a:spcPts val="0"/>
                  </a:spcAft>
                  <a:buClrTx/>
                  <a:buSzTx/>
                  <a:buFont typeface="Arial" pitchFamily="34" charset="0"/>
                  <a:buNone/>
                  <a:tabLst/>
                  <a:defRPr/>
                </a:pPr>
                <a:endParaRPr kumimoji="0" lang="en-US" sz="1100" b="1" i="0" u="none" strike="noStrike" kern="1200" cap="none" spc="0" normalizeH="0" baseline="0" noProof="0" dirty="0">
                  <a:ln>
                    <a:noFill/>
                  </a:ln>
                  <a:solidFill>
                    <a:schemeClr val="tx1"/>
                  </a:solidFill>
                  <a:effectLst/>
                  <a:uLnTx/>
                  <a:uFillTx/>
                  <a:latin typeface="+mj-lt"/>
                  <a:ea typeface="+mn-ea"/>
                  <a:cs typeface="Arial" pitchFamily="34" charset="0"/>
                </a:endParaRPr>
              </a:p>
              <a:p>
                <a:pPr marL="342900" marR="0" lvl="0" indent="-342900" algn="just" defTabSz="914400" rtl="0" eaLnBrk="1" fontAlgn="auto" latinLnBrk="0" hangingPunct="1">
                  <a:lnSpc>
                    <a:spcPct val="100000"/>
                  </a:lnSpc>
                  <a:spcBef>
                    <a:spcPts val="264"/>
                  </a:spcBef>
                  <a:spcAft>
                    <a:spcPts val="0"/>
                  </a:spcAft>
                  <a:buClrTx/>
                  <a:buSzTx/>
                  <a:buFont typeface="Arial" pitchFamily="34" charset="0"/>
                  <a:buNone/>
                  <a:tabLst/>
                  <a:defRPr/>
                </a:pPr>
                <a:r>
                  <a:rPr kumimoji="0" lang="en-US" sz="1100" b="1" i="0" u="none" strike="noStrike" kern="1200" cap="none" spc="0" normalizeH="0" baseline="0" noProof="0" dirty="0">
                    <a:ln>
                      <a:noFill/>
                    </a:ln>
                    <a:solidFill>
                      <a:srgbClr val="FF0000"/>
                    </a:solidFill>
                    <a:effectLst/>
                    <a:uLnTx/>
                    <a:uFillTx/>
                    <a:latin typeface="Arial" pitchFamily="34" charset="0"/>
                    <a:cs typeface="Arial" pitchFamily="34" charset="0"/>
                  </a:rPr>
                  <a:t>   1	           1              1</a:t>
                </a:r>
              </a:p>
              <a:p>
                <a:pPr marL="342900" marR="0" lvl="0" indent="-342900" algn="just" defTabSz="914400" rtl="0" eaLnBrk="1" fontAlgn="auto" latinLnBrk="0" hangingPunct="1">
                  <a:lnSpc>
                    <a:spcPct val="100000"/>
                  </a:lnSpc>
                  <a:spcBef>
                    <a:spcPts val="264"/>
                  </a:spcBef>
                  <a:spcAft>
                    <a:spcPts val="0"/>
                  </a:spcAft>
                  <a:buClrTx/>
                  <a:buSzTx/>
                  <a:buFont typeface="Arial" pitchFamily="34" charset="0"/>
                  <a:buNone/>
                  <a:tabLst/>
                  <a:defRPr/>
                </a:pPr>
                <a:endParaRPr kumimoji="0" lang="en-US" sz="1100" b="1" i="0" u="none" strike="noStrike" kern="1200" cap="none" spc="0" normalizeH="0" baseline="0" noProof="0" dirty="0">
                  <a:ln>
                    <a:noFill/>
                  </a:ln>
                  <a:solidFill>
                    <a:srgbClr val="FF0000"/>
                  </a:solidFill>
                  <a:effectLst/>
                  <a:uLnTx/>
                  <a:uFillTx/>
                  <a:latin typeface="Arial" pitchFamily="34" charset="0"/>
                  <a:cs typeface="Arial" pitchFamily="34" charset="0"/>
                </a:endParaRPr>
              </a:p>
              <a:p>
                <a:pPr marL="342900" lvl="0" indent="-342900" algn="just">
                  <a:spcBef>
                    <a:spcPts val="264"/>
                  </a:spcBef>
                </a:pPr>
                <a:r>
                  <a:rPr lang="en-US" sz="1100" b="1" dirty="0">
                    <a:solidFill>
                      <a:srgbClr val="FF0000"/>
                    </a:solidFill>
                    <a:latin typeface="Arial" pitchFamily="34" charset="0"/>
                    <a:cs typeface="Arial" pitchFamily="34" charset="0"/>
                  </a:rPr>
                  <a:t>   2	           2              2</a:t>
                </a:r>
              </a:p>
              <a:p>
                <a:pPr marL="342900" marR="0" lvl="0" indent="-342900" algn="just" defTabSz="914400" rtl="0" eaLnBrk="1" fontAlgn="auto" latinLnBrk="0" hangingPunct="1">
                  <a:lnSpc>
                    <a:spcPct val="100000"/>
                  </a:lnSpc>
                  <a:spcBef>
                    <a:spcPts val="264"/>
                  </a:spcBef>
                  <a:spcAft>
                    <a:spcPts val="0"/>
                  </a:spcAft>
                  <a:buClrTx/>
                  <a:buSzTx/>
                  <a:buFont typeface="Arial" pitchFamily="34" charset="0"/>
                  <a:buNone/>
                  <a:tabLst/>
                  <a:defRPr/>
                </a:pPr>
                <a:endParaRPr kumimoji="0" lang="en-US" sz="1100" b="1" i="0" u="none" strike="noStrike" kern="1200" cap="none" spc="0" normalizeH="0" baseline="0" noProof="0" dirty="0">
                  <a:ln>
                    <a:noFill/>
                  </a:ln>
                  <a:solidFill>
                    <a:srgbClr val="FF0000"/>
                  </a:solidFill>
                  <a:effectLst/>
                  <a:uLnTx/>
                  <a:uFillTx/>
                  <a:latin typeface="Arial" pitchFamily="34" charset="0"/>
                  <a:cs typeface="Arial" pitchFamily="34" charset="0"/>
                </a:endParaRPr>
              </a:p>
              <a:p>
                <a:pPr marL="342900" lvl="0" indent="-342900" algn="just">
                  <a:spcBef>
                    <a:spcPts val="264"/>
                  </a:spcBef>
                </a:pPr>
                <a:r>
                  <a:rPr lang="en-US" sz="1100" b="1" dirty="0">
                    <a:solidFill>
                      <a:srgbClr val="FF0000"/>
                    </a:solidFill>
                    <a:latin typeface="Arial" pitchFamily="34" charset="0"/>
                    <a:cs typeface="Arial" pitchFamily="34" charset="0"/>
                  </a:rPr>
                  <a:t>   3	           3              3</a:t>
                </a:r>
              </a:p>
              <a:p>
                <a:pPr marL="342900" marR="0" lvl="0" indent="-342900" algn="just" defTabSz="914400" rtl="0" eaLnBrk="1" fontAlgn="auto" latinLnBrk="0" hangingPunct="1">
                  <a:lnSpc>
                    <a:spcPct val="100000"/>
                  </a:lnSpc>
                  <a:spcBef>
                    <a:spcPts val="264"/>
                  </a:spcBef>
                  <a:spcAft>
                    <a:spcPts val="0"/>
                  </a:spcAft>
                  <a:buClrTx/>
                  <a:buSzTx/>
                  <a:buFont typeface="Arial" pitchFamily="34" charset="0"/>
                  <a:buNone/>
                  <a:tabLst/>
                  <a:defRPr/>
                </a:pPr>
                <a:endParaRPr kumimoji="0" lang="en-US" sz="1100" b="1" i="0" u="none" strike="noStrike" kern="1200" cap="none" spc="0" normalizeH="0" baseline="0" noProof="0" dirty="0">
                  <a:ln>
                    <a:noFill/>
                  </a:ln>
                  <a:solidFill>
                    <a:srgbClr val="FF0000"/>
                  </a:solidFill>
                  <a:effectLst/>
                  <a:uLnTx/>
                  <a:uFillTx/>
                  <a:latin typeface="Arial" pitchFamily="34" charset="0"/>
                  <a:cs typeface="Arial" pitchFamily="34" charset="0"/>
                </a:endParaRPr>
              </a:p>
              <a:p>
                <a:pPr marL="342900" lvl="0" indent="-342900" algn="just">
                  <a:spcBef>
                    <a:spcPts val="264"/>
                  </a:spcBef>
                </a:pPr>
                <a:r>
                  <a:rPr kumimoji="0" lang="en-US" sz="1100" b="1" i="0" u="none" strike="noStrike" kern="1200" cap="none" spc="0" normalizeH="0" baseline="0" noProof="0" dirty="0">
                    <a:ln>
                      <a:noFill/>
                    </a:ln>
                    <a:solidFill>
                      <a:srgbClr val="FF0000"/>
                    </a:solidFill>
                    <a:effectLst/>
                    <a:uLnTx/>
                    <a:uFillTx/>
                    <a:latin typeface="Arial" pitchFamily="34" charset="0"/>
                    <a:cs typeface="Arial" pitchFamily="34" charset="0"/>
                  </a:rPr>
                  <a:t>   </a:t>
                </a:r>
                <a:r>
                  <a:rPr lang="en-US" sz="1100" b="1" dirty="0">
                    <a:solidFill>
                      <a:srgbClr val="FF0000"/>
                    </a:solidFill>
                    <a:latin typeface="Arial" pitchFamily="34" charset="0"/>
                    <a:cs typeface="Arial" pitchFamily="34" charset="0"/>
                  </a:rPr>
                  <a:t>4	           4              5</a:t>
                </a:r>
                <a:endParaRPr kumimoji="0" lang="en-US" sz="1100" b="1" i="0" u="none" strike="noStrike" kern="1200" cap="none" spc="0" normalizeH="0" baseline="0" noProof="0" dirty="0">
                  <a:ln>
                    <a:noFill/>
                  </a:ln>
                  <a:solidFill>
                    <a:srgbClr val="FF0000"/>
                  </a:solidFill>
                  <a:effectLst/>
                  <a:uLnTx/>
                  <a:uFillTx/>
                  <a:latin typeface="Arial" pitchFamily="34" charset="0"/>
                  <a:cs typeface="Arial" pitchFamily="34" charset="0"/>
                </a:endParaRPr>
              </a:p>
              <a:p>
                <a:pPr marL="342900" marR="0" lvl="0" indent="-342900" algn="just" defTabSz="914400" rtl="0" eaLnBrk="1" fontAlgn="auto" latinLnBrk="0" hangingPunct="1">
                  <a:lnSpc>
                    <a:spcPct val="100000"/>
                  </a:lnSpc>
                  <a:spcBef>
                    <a:spcPts val="264"/>
                  </a:spcBef>
                  <a:spcAft>
                    <a:spcPts val="0"/>
                  </a:spcAft>
                  <a:buClrTx/>
                  <a:buSzTx/>
                  <a:buFont typeface="Arial" pitchFamily="34" charset="0"/>
                  <a:buNone/>
                  <a:tabLst/>
                  <a:defRPr/>
                </a:pPr>
                <a:endParaRPr kumimoji="0" lang="en-US" sz="1100" b="1" i="0" u="none" strike="noStrike" kern="1200" cap="none" spc="0" normalizeH="0" baseline="0" noProof="0" dirty="0">
                  <a:ln>
                    <a:noFill/>
                  </a:ln>
                  <a:solidFill>
                    <a:srgbClr val="FF0000"/>
                  </a:solidFill>
                  <a:effectLst/>
                  <a:uLnTx/>
                  <a:uFillTx/>
                  <a:latin typeface="Arial" pitchFamily="34" charset="0"/>
                  <a:cs typeface="Arial" pitchFamily="34" charset="0"/>
                </a:endParaRPr>
              </a:p>
              <a:p>
                <a:pPr marL="342900" lvl="0" indent="-342900" algn="just">
                  <a:spcBef>
                    <a:spcPts val="264"/>
                  </a:spcBef>
                </a:pPr>
                <a:r>
                  <a:rPr kumimoji="0" lang="en-US" sz="1100" b="1" i="0" u="none" strike="noStrike" kern="1200" cap="none" spc="0" normalizeH="0" baseline="0" noProof="0" dirty="0">
                    <a:ln>
                      <a:noFill/>
                    </a:ln>
                    <a:solidFill>
                      <a:srgbClr val="FF0000"/>
                    </a:solidFill>
                    <a:effectLst/>
                    <a:uLnTx/>
                    <a:uFillTx/>
                    <a:latin typeface="Arial" pitchFamily="34" charset="0"/>
                    <a:cs typeface="Arial" pitchFamily="34" charset="0"/>
                  </a:rPr>
                  <a:t>   </a:t>
                </a:r>
                <a:r>
                  <a:rPr lang="en-US" sz="1100" b="1" dirty="0">
                    <a:solidFill>
                      <a:srgbClr val="FF0000"/>
                    </a:solidFill>
                    <a:latin typeface="Arial" pitchFamily="34" charset="0"/>
                    <a:cs typeface="Arial" pitchFamily="34" charset="0"/>
                  </a:rPr>
                  <a:t>5	           5              8</a:t>
                </a:r>
                <a:endParaRPr kumimoji="0" lang="en-US" sz="1100" b="1" i="0" u="none" strike="noStrike" kern="1200" cap="none" spc="0" normalizeH="0" baseline="0" noProof="0" dirty="0">
                  <a:ln>
                    <a:noFill/>
                  </a:ln>
                  <a:solidFill>
                    <a:srgbClr val="FF0000"/>
                  </a:solidFill>
                  <a:effectLst/>
                  <a:uLnTx/>
                  <a:uFillTx/>
                  <a:latin typeface="Arial" pitchFamily="34" charset="0"/>
                  <a:cs typeface="Arial" pitchFamily="34" charset="0"/>
                </a:endParaRPr>
              </a:p>
              <a:p>
                <a:pPr marL="342900" marR="0" lvl="0" indent="-342900" algn="just" defTabSz="914400" rtl="0" eaLnBrk="1" fontAlgn="auto" latinLnBrk="0" hangingPunct="1">
                  <a:lnSpc>
                    <a:spcPct val="100000"/>
                  </a:lnSpc>
                  <a:spcBef>
                    <a:spcPts val="264"/>
                  </a:spcBef>
                  <a:spcAft>
                    <a:spcPts val="0"/>
                  </a:spcAft>
                  <a:buClrTx/>
                  <a:buSzTx/>
                  <a:buFont typeface="Arial" pitchFamily="34" charset="0"/>
                  <a:buNone/>
                  <a:tabLst/>
                  <a:defRPr/>
                </a:pPr>
                <a:endParaRPr kumimoji="0" lang="en-US" sz="1100" b="1" i="0" u="none" strike="noStrike" kern="1200" cap="none" spc="0" normalizeH="0" baseline="0" noProof="0" dirty="0">
                  <a:ln>
                    <a:noFill/>
                  </a:ln>
                  <a:solidFill>
                    <a:srgbClr val="FF0000"/>
                  </a:solidFill>
                  <a:effectLst/>
                  <a:uLnTx/>
                  <a:uFillTx/>
                  <a:latin typeface="Arial" pitchFamily="34" charset="0"/>
                  <a:cs typeface="Arial" pitchFamily="34" charset="0"/>
                </a:endParaRPr>
              </a:p>
              <a:p>
                <a:pPr marL="342900" lvl="0" indent="-342900" algn="just">
                  <a:spcBef>
                    <a:spcPts val="264"/>
                  </a:spcBef>
                </a:pPr>
                <a:r>
                  <a:rPr kumimoji="0" lang="en-US" sz="1100" b="1" i="0" u="none" strike="noStrike" kern="1200" cap="none" spc="0" normalizeH="0" baseline="0" noProof="0" dirty="0">
                    <a:ln>
                      <a:noFill/>
                    </a:ln>
                    <a:solidFill>
                      <a:srgbClr val="FF0000"/>
                    </a:solidFill>
                    <a:effectLst/>
                    <a:uLnTx/>
                    <a:uFillTx/>
                    <a:latin typeface="Arial" pitchFamily="34" charset="0"/>
                    <a:cs typeface="Arial" pitchFamily="34" charset="0"/>
                  </a:rPr>
                  <a:t>   </a:t>
                </a:r>
                <a:r>
                  <a:rPr lang="en-US" sz="1100" b="1" dirty="0">
                    <a:solidFill>
                      <a:srgbClr val="FF0000"/>
                    </a:solidFill>
                    <a:latin typeface="Arial" pitchFamily="34" charset="0"/>
                    <a:cs typeface="Arial" pitchFamily="34" charset="0"/>
                  </a:rPr>
                  <a:t>6	           8             11</a:t>
                </a:r>
                <a:endParaRPr kumimoji="0" lang="en-US" sz="1100" b="1" i="0" u="none" strike="noStrike" kern="1200" cap="none" spc="0" normalizeH="0" baseline="0" noProof="0" dirty="0">
                  <a:ln>
                    <a:noFill/>
                  </a:ln>
                  <a:solidFill>
                    <a:srgbClr val="FF0000"/>
                  </a:solidFill>
                  <a:effectLst/>
                  <a:uLnTx/>
                  <a:uFillTx/>
                  <a:latin typeface="Arial" pitchFamily="34" charset="0"/>
                  <a:cs typeface="Arial" pitchFamily="34" charset="0"/>
                </a:endParaRPr>
              </a:p>
              <a:p>
                <a:pPr marL="342900" marR="0" lvl="0" indent="-342900" algn="just" defTabSz="914400" rtl="0" eaLnBrk="1" fontAlgn="auto" latinLnBrk="0" hangingPunct="1">
                  <a:lnSpc>
                    <a:spcPct val="100000"/>
                  </a:lnSpc>
                  <a:spcBef>
                    <a:spcPts val="264"/>
                  </a:spcBef>
                  <a:spcAft>
                    <a:spcPts val="0"/>
                  </a:spcAft>
                  <a:buClrTx/>
                  <a:buSzTx/>
                  <a:buFont typeface="Arial" pitchFamily="34" charset="0"/>
                  <a:buNone/>
                  <a:tabLst/>
                  <a:defRPr/>
                </a:pPr>
                <a:endParaRPr kumimoji="0" lang="en-US" sz="1100" b="1" i="0" u="none" strike="noStrike" kern="1200" cap="none" spc="0" normalizeH="0" baseline="0" noProof="0" dirty="0">
                  <a:ln>
                    <a:noFill/>
                  </a:ln>
                  <a:solidFill>
                    <a:srgbClr val="FF0000"/>
                  </a:solidFill>
                  <a:effectLst/>
                  <a:uLnTx/>
                  <a:uFillTx/>
                  <a:latin typeface="Arial" pitchFamily="34" charset="0"/>
                  <a:cs typeface="Arial" pitchFamily="34" charset="0"/>
                </a:endParaRPr>
              </a:p>
              <a:p>
                <a:pPr marL="342900" lvl="0" indent="-342900" algn="just">
                  <a:spcBef>
                    <a:spcPts val="264"/>
                  </a:spcBef>
                </a:pPr>
                <a:r>
                  <a:rPr kumimoji="0" lang="en-US" sz="1100" b="1" i="0" u="none" strike="noStrike" kern="1200" cap="none" spc="0" normalizeH="0" baseline="0" noProof="0" dirty="0">
                    <a:ln>
                      <a:noFill/>
                    </a:ln>
                    <a:solidFill>
                      <a:srgbClr val="FF0000"/>
                    </a:solidFill>
                    <a:effectLst/>
                    <a:uLnTx/>
                    <a:uFillTx/>
                    <a:latin typeface="Arial" pitchFamily="34" charset="0"/>
                    <a:cs typeface="Arial" pitchFamily="34" charset="0"/>
                  </a:rPr>
                  <a:t>   7</a:t>
                </a:r>
                <a:r>
                  <a:rPr lang="en-US" sz="1100" b="1" dirty="0">
                    <a:solidFill>
                      <a:srgbClr val="FF0000"/>
                    </a:solidFill>
                    <a:latin typeface="Arial" pitchFamily="34" charset="0"/>
                    <a:cs typeface="Arial" pitchFamily="34" charset="0"/>
                  </a:rPr>
                  <a:t>	           9              7</a:t>
                </a:r>
                <a:endParaRPr kumimoji="0" lang="en-US" sz="1100" b="1" i="0" u="none" strike="noStrike" kern="1200" cap="none" spc="0" normalizeH="0" baseline="0" noProof="0" dirty="0">
                  <a:ln>
                    <a:noFill/>
                  </a:ln>
                  <a:solidFill>
                    <a:srgbClr val="FF0000"/>
                  </a:solidFill>
                  <a:effectLst/>
                  <a:uLnTx/>
                  <a:uFillTx/>
                  <a:latin typeface="Arial" pitchFamily="34" charset="0"/>
                  <a:cs typeface="Arial" pitchFamily="34" charset="0"/>
                </a:endParaRPr>
              </a:p>
              <a:p>
                <a:pPr marL="342900" marR="0" lvl="0" indent="-342900" algn="just" defTabSz="914400" rtl="0" eaLnBrk="1" fontAlgn="auto" latinLnBrk="0" hangingPunct="1">
                  <a:lnSpc>
                    <a:spcPct val="100000"/>
                  </a:lnSpc>
                  <a:spcBef>
                    <a:spcPts val="264"/>
                  </a:spcBef>
                  <a:spcAft>
                    <a:spcPts val="0"/>
                  </a:spcAft>
                  <a:buClrTx/>
                  <a:buSzTx/>
                  <a:buFont typeface="Arial" pitchFamily="34" charset="0"/>
                  <a:buNone/>
                  <a:tabLst/>
                  <a:defRPr/>
                </a:pPr>
                <a:endParaRPr kumimoji="0" lang="en-US" sz="1100" b="1" i="0" u="none" strike="noStrike" kern="1200" cap="none" spc="0" normalizeH="0" baseline="0" noProof="0" dirty="0">
                  <a:ln>
                    <a:noFill/>
                  </a:ln>
                  <a:solidFill>
                    <a:srgbClr val="FF0000"/>
                  </a:solidFill>
                  <a:effectLst/>
                  <a:uLnTx/>
                  <a:uFillTx/>
                  <a:latin typeface="Arial" pitchFamily="34" charset="0"/>
                  <a:cs typeface="Arial" pitchFamily="34" charset="0"/>
                </a:endParaRPr>
              </a:p>
              <a:p>
                <a:pPr marL="342900" lvl="0" indent="-342900" algn="just">
                  <a:spcBef>
                    <a:spcPts val="264"/>
                  </a:spcBef>
                </a:pPr>
                <a:r>
                  <a:rPr kumimoji="0" lang="en-US" sz="1100" b="1" i="0" u="none" strike="noStrike" kern="1200" cap="none" spc="0" normalizeH="0" baseline="0" noProof="0" dirty="0">
                    <a:ln>
                      <a:noFill/>
                    </a:ln>
                    <a:solidFill>
                      <a:srgbClr val="FF0000"/>
                    </a:solidFill>
                    <a:effectLst/>
                    <a:uLnTx/>
                    <a:uFillTx/>
                    <a:latin typeface="Arial" pitchFamily="34" charset="0"/>
                    <a:cs typeface="Arial" pitchFamily="34" charset="0"/>
                  </a:rPr>
                  <a:t>   </a:t>
                </a:r>
                <a:r>
                  <a:rPr lang="en-US" sz="1100" b="1" dirty="0">
                    <a:solidFill>
                      <a:srgbClr val="FF0000"/>
                    </a:solidFill>
                    <a:latin typeface="Arial" pitchFamily="34" charset="0"/>
                    <a:cs typeface="Arial" pitchFamily="34" charset="0"/>
                  </a:rPr>
                  <a:t>8	           6              6</a:t>
                </a:r>
              </a:p>
              <a:p>
                <a:pPr marL="342900" lvl="0" indent="-342900" algn="just">
                  <a:spcBef>
                    <a:spcPts val="264"/>
                  </a:spcBef>
                </a:pPr>
                <a:endParaRPr kumimoji="0" lang="en-US" sz="1100" b="1" i="0" u="none" strike="noStrike" kern="1200" cap="none" spc="0" normalizeH="0" baseline="0" noProof="0" dirty="0">
                  <a:ln>
                    <a:noFill/>
                  </a:ln>
                  <a:solidFill>
                    <a:srgbClr val="FF0000"/>
                  </a:solidFill>
                  <a:effectLst/>
                  <a:uLnTx/>
                  <a:uFillTx/>
                  <a:latin typeface="Arial" pitchFamily="34" charset="0"/>
                  <a:cs typeface="Arial" pitchFamily="34" charset="0"/>
                </a:endParaRPr>
              </a:p>
              <a:p>
                <a:pPr marL="342900" lvl="0" indent="-342900" algn="just">
                  <a:spcBef>
                    <a:spcPts val="264"/>
                  </a:spcBef>
                </a:pPr>
                <a:r>
                  <a:rPr lang="en-US" sz="1100" b="1" dirty="0">
                    <a:solidFill>
                      <a:srgbClr val="FF0000"/>
                    </a:solidFill>
                    <a:latin typeface="Arial" pitchFamily="34" charset="0"/>
                    <a:cs typeface="Arial" pitchFamily="34" charset="0"/>
                  </a:rPr>
                  <a:t>   </a:t>
                </a:r>
                <a:r>
                  <a:rPr lang="en-US" sz="1100" b="1">
                    <a:solidFill>
                      <a:srgbClr val="FF0000"/>
                    </a:solidFill>
                    <a:latin typeface="Arial" pitchFamily="34" charset="0"/>
                    <a:cs typeface="Arial" pitchFamily="34" charset="0"/>
                  </a:rPr>
                  <a:t>9    </a:t>
                </a:r>
                <a:r>
                  <a:rPr lang="mn-MN" sz="1100" b="1">
                    <a:solidFill>
                      <a:srgbClr val="FF0000"/>
                    </a:solidFill>
                    <a:latin typeface="Arial" pitchFamily="34" charset="0"/>
                    <a:cs typeface="Arial" pitchFamily="34" charset="0"/>
                  </a:rPr>
                  <a:t> </a:t>
                </a:r>
                <a:r>
                  <a:rPr lang="en-US" sz="1100" b="1">
                    <a:solidFill>
                      <a:srgbClr val="FF0000"/>
                    </a:solidFill>
                    <a:latin typeface="Arial" pitchFamily="34" charset="0"/>
                    <a:cs typeface="Arial" pitchFamily="34" charset="0"/>
                  </a:rPr>
                  <a:t>          </a:t>
                </a:r>
                <a:r>
                  <a:rPr lang="en-US" sz="1100" b="1" dirty="0">
                    <a:solidFill>
                      <a:srgbClr val="FF0000"/>
                    </a:solidFill>
                    <a:latin typeface="Arial" pitchFamily="34" charset="0"/>
                    <a:cs typeface="Arial" pitchFamily="34" charset="0"/>
                  </a:rPr>
                  <a:t>9              9</a:t>
                </a:r>
              </a:p>
              <a:p>
                <a:pPr marL="342900" lvl="0" indent="-342900" algn="just">
                  <a:spcBef>
                    <a:spcPts val="264"/>
                  </a:spcBef>
                  <a:buAutoNum type="arabicPlain"/>
                </a:pPr>
                <a:endParaRPr kumimoji="0" lang="en-US" sz="1100" b="1" i="0" u="none" strike="noStrike" kern="1200" cap="none" spc="0" normalizeH="0" baseline="0" noProof="0" dirty="0">
                  <a:ln>
                    <a:noFill/>
                  </a:ln>
                  <a:solidFill>
                    <a:srgbClr val="FF0000"/>
                  </a:solidFill>
                  <a:effectLst/>
                  <a:uLnTx/>
                  <a:uFillTx/>
                  <a:latin typeface="Arial" pitchFamily="34" charset="0"/>
                  <a:cs typeface="Arial" pitchFamily="34" charset="0"/>
                </a:endParaRPr>
              </a:p>
              <a:p>
                <a:pPr marL="342900" lvl="0" indent="-342900" algn="just">
                  <a:spcBef>
                    <a:spcPts val="264"/>
                  </a:spcBef>
                </a:pPr>
                <a:r>
                  <a:rPr lang="en-US" sz="1100" b="1" dirty="0">
                    <a:solidFill>
                      <a:srgbClr val="FF0000"/>
                    </a:solidFill>
                    <a:latin typeface="Arial" pitchFamily="34" charset="0"/>
                    <a:cs typeface="Arial" pitchFamily="34" charset="0"/>
                  </a:rPr>
                  <a:t>  10	          10             4</a:t>
                </a:r>
              </a:p>
              <a:p>
                <a:pPr marL="342900" lvl="0" indent="-342900" algn="just">
                  <a:spcBef>
                    <a:spcPts val="264"/>
                  </a:spcBef>
                </a:pPr>
                <a:endParaRPr kumimoji="0" lang="en-US" sz="1100" b="1" i="0" u="none" strike="noStrike" kern="1200" cap="none" spc="0" normalizeH="0" baseline="0" noProof="0" dirty="0">
                  <a:ln>
                    <a:noFill/>
                  </a:ln>
                  <a:solidFill>
                    <a:srgbClr val="FF0000"/>
                  </a:solidFill>
                  <a:effectLst/>
                  <a:uLnTx/>
                  <a:uFillTx/>
                  <a:latin typeface="Arial" pitchFamily="34" charset="0"/>
                  <a:cs typeface="Arial" pitchFamily="34" charset="0"/>
                </a:endParaRPr>
              </a:p>
              <a:p>
                <a:pPr marL="342900" indent="-342900" algn="just">
                  <a:spcBef>
                    <a:spcPts val="264"/>
                  </a:spcBef>
                </a:pPr>
                <a:r>
                  <a:rPr lang="en-US" sz="1100" b="1" dirty="0">
                    <a:solidFill>
                      <a:srgbClr val="FF0000"/>
                    </a:solidFill>
                    <a:latin typeface="Arial" pitchFamily="34" charset="0"/>
                    <a:cs typeface="Arial" pitchFamily="34" charset="0"/>
                  </a:rPr>
                  <a:t>  11	          12           12</a:t>
                </a:r>
              </a:p>
              <a:p>
                <a:pPr marL="342900" indent="-342900" algn="just">
                  <a:spcBef>
                    <a:spcPts val="264"/>
                  </a:spcBef>
                </a:pPr>
                <a:endParaRPr lang="en-US" sz="1100" b="1" dirty="0">
                  <a:solidFill>
                    <a:srgbClr val="FF0000"/>
                  </a:solidFill>
                  <a:latin typeface="Arial" pitchFamily="34" charset="0"/>
                  <a:cs typeface="Arial" pitchFamily="34" charset="0"/>
                </a:endParaRPr>
              </a:p>
              <a:p>
                <a:pPr marL="342900" indent="-342900" algn="just">
                  <a:spcBef>
                    <a:spcPts val="264"/>
                  </a:spcBef>
                </a:pPr>
                <a:r>
                  <a:rPr lang="en-US" sz="1100" b="1">
                    <a:solidFill>
                      <a:srgbClr val="FF0000"/>
                    </a:solidFill>
                    <a:latin typeface="Arial" pitchFamily="34" charset="0"/>
                    <a:cs typeface="Arial" pitchFamily="34" charset="0"/>
                  </a:rPr>
                  <a:t>  12   </a:t>
                </a:r>
                <a:r>
                  <a:rPr lang="mn-MN" sz="1100" b="1">
                    <a:solidFill>
                      <a:srgbClr val="FF0000"/>
                    </a:solidFill>
                    <a:latin typeface="Arial" pitchFamily="34" charset="0"/>
                    <a:cs typeface="Arial" pitchFamily="34" charset="0"/>
                  </a:rPr>
                  <a:t> </a:t>
                </a:r>
                <a:r>
                  <a:rPr lang="en-US" sz="1100" b="1">
                    <a:solidFill>
                      <a:srgbClr val="FF0000"/>
                    </a:solidFill>
                    <a:latin typeface="Arial" pitchFamily="34" charset="0"/>
                    <a:cs typeface="Arial" pitchFamily="34" charset="0"/>
                  </a:rPr>
                  <a:t>        </a:t>
                </a:r>
                <a:r>
                  <a:rPr lang="en-US" sz="1100" b="1" dirty="0">
                    <a:solidFill>
                      <a:srgbClr val="FF0000"/>
                    </a:solidFill>
                    <a:latin typeface="Arial" pitchFamily="34" charset="0"/>
                    <a:cs typeface="Arial" pitchFamily="34" charset="0"/>
                  </a:rPr>
                  <a:t>11           10     </a:t>
                </a:r>
              </a:p>
              <a:p>
                <a:pPr marL="342900" lvl="0" indent="-342900" algn="just">
                  <a:spcBef>
                    <a:spcPts val="264"/>
                  </a:spcBef>
                </a:pPr>
                <a:endParaRPr kumimoji="0" lang="en-US" sz="1200" b="1"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grpSp>
            <p:nvGrpSpPr>
              <p:cNvPr id="5" name="Group 33"/>
              <p:cNvGrpSpPr/>
              <p:nvPr/>
            </p:nvGrpSpPr>
            <p:grpSpPr>
              <a:xfrm>
                <a:off x="1981200" y="990600"/>
                <a:ext cx="6934200" cy="6019800"/>
                <a:chOff x="2286000" y="914400"/>
                <a:chExt cx="6629400" cy="5715000"/>
              </a:xfrm>
            </p:grpSpPr>
            <p:sp>
              <p:nvSpPr>
                <p:cNvPr id="193" name="Content Placeholder 17"/>
                <p:cNvSpPr txBox="1">
                  <a:spLocks/>
                </p:cNvSpPr>
                <p:nvPr/>
              </p:nvSpPr>
              <p:spPr>
                <a:xfrm>
                  <a:off x="4325815" y="1427810"/>
                  <a:ext cx="1669701" cy="520159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100" b="1" i="0" u="none" strike="noStrike" kern="1200" cap="none" spc="0" normalizeH="0" baseline="0" noProof="0" dirty="0">
                      <a:ln>
                        <a:noFill/>
                      </a:ln>
                      <a:solidFill>
                        <a:schemeClr val="tx1"/>
                      </a:solidFill>
                      <a:effectLst/>
                      <a:uLnTx/>
                      <a:uFillTx/>
                      <a:latin typeface="Arial" pitchFamily="34" charset="0"/>
                      <a:cs typeface="Arial" pitchFamily="34" charset="0"/>
                    </a:rPr>
                    <a:t>Beverages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100" b="1" i="0" u="none" strike="noStrike" kern="1200" cap="none" spc="0" normalizeH="0" baseline="0" noProof="0" dirty="0">
                    <a:ln>
                      <a:noFill/>
                    </a:ln>
                    <a:solidFill>
                      <a:schemeClr val="tx1"/>
                    </a:solidFill>
                    <a:effectLst/>
                    <a:uLnTx/>
                    <a:uFillTx/>
                    <a:latin typeface="Arial" pitchFamily="34" charset="0"/>
                    <a:cs typeface="Arial" pitchFamily="34" charset="0"/>
                  </a:endParaRPr>
                </a:p>
                <a:p>
                  <a:pPr marL="342900" lvl="0" indent="-342900">
                    <a:spcBef>
                      <a:spcPct val="20000"/>
                    </a:spcBef>
                  </a:pPr>
                  <a:r>
                    <a:rPr lang="en-US" sz="1100" b="1" dirty="0">
                      <a:latin typeface="Arial" pitchFamily="34" charset="0"/>
                      <a:cs typeface="Arial" pitchFamily="34" charset="0"/>
                    </a:rPr>
                    <a:t>Computer Services</a:t>
                  </a:r>
                  <a:endParaRPr kumimoji="0" lang="en-US" sz="1100" b="1" i="0" u="none" strike="noStrike" kern="1200" cap="none" spc="0" normalizeH="0" baseline="0" noProof="0" dirty="0">
                    <a:ln>
                      <a:noFill/>
                    </a:ln>
                    <a:solidFill>
                      <a:schemeClr val="tx1"/>
                    </a:solidFill>
                    <a:effectLst/>
                    <a:uLnTx/>
                    <a:uFillTx/>
                    <a:latin typeface="Arial" pitchFamily="34" charset="0"/>
                    <a:cs typeface="Arial"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100" b="1" i="0" u="none" strike="noStrike" kern="1200" cap="none" spc="0" normalizeH="0" baseline="0" noProof="0" dirty="0">
                      <a:ln>
                        <a:noFill/>
                      </a:ln>
                      <a:solidFill>
                        <a:schemeClr val="tx1"/>
                      </a:solidFill>
                      <a:effectLst/>
                      <a:uLnTx/>
                      <a:uFillTx/>
                      <a:latin typeface="Arial" pitchFamily="34" charset="0"/>
                      <a:cs typeface="Arial" pitchFamily="34" charset="0"/>
                    </a:rPr>
                    <a:t> </a:t>
                  </a:r>
                </a:p>
                <a:p>
                  <a:pPr marL="342900" lvl="0" indent="-342900">
                    <a:spcBef>
                      <a:spcPct val="20000"/>
                    </a:spcBef>
                  </a:pPr>
                  <a:r>
                    <a:rPr lang="en-US" sz="1100" b="1" dirty="0">
                      <a:latin typeface="Arial" pitchFamily="34" charset="0"/>
                      <a:cs typeface="Arial" pitchFamily="34" charset="0"/>
                    </a:rPr>
                    <a:t>Computer Software</a:t>
                  </a:r>
                  <a:endParaRPr kumimoji="0" lang="en-US" sz="1100" b="1" i="0" u="none" strike="noStrike" kern="1200" cap="none" spc="0" normalizeH="0" baseline="0" noProof="0" dirty="0">
                    <a:ln>
                      <a:noFill/>
                    </a:ln>
                    <a:solidFill>
                      <a:schemeClr val="tx1"/>
                    </a:solidFill>
                    <a:effectLst/>
                    <a:uLnTx/>
                    <a:uFillTx/>
                    <a:latin typeface="Arial" pitchFamily="34" charset="0"/>
                    <a:cs typeface="Arial"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100" b="1" i="0" u="none" strike="noStrike" kern="1200" cap="none" spc="0" normalizeH="0" baseline="0" noProof="0" dirty="0">
                    <a:ln>
                      <a:noFill/>
                    </a:ln>
                    <a:solidFill>
                      <a:schemeClr val="tx1"/>
                    </a:solidFill>
                    <a:effectLst/>
                    <a:uLnTx/>
                    <a:uFillTx/>
                    <a:latin typeface="Arial" pitchFamily="34" charset="0"/>
                    <a:cs typeface="Arial" pitchFamily="34" charset="0"/>
                  </a:endParaRPr>
                </a:p>
                <a:p>
                  <a:pPr marL="342900" lvl="0" indent="-342900">
                    <a:spcBef>
                      <a:spcPct val="20000"/>
                    </a:spcBef>
                  </a:pPr>
                  <a:r>
                    <a:rPr lang="en-US" sz="1100" b="1" dirty="0">
                      <a:latin typeface="Arial" pitchFamily="34" charset="0"/>
                      <a:cs typeface="Arial" pitchFamily="34" charset="0"/>
                    </a:rPr>
                    <a:t>Diversified</a:t>
                  </a:r>
                  <a:endParaRPr kumimoji="0" lang="en-US" sz="1100" b="1" i="0" u="none" strike="noStrike" kern="1200" cap="none" spc="0" normalizeH="0" baseline="0" noProof="0" dirty="0">
                    <a:ln>
                      <a:noFill/>
                    </a:ln>
                    <a:solidFill>
                      <a:schemeClr val="tx1"/>
                    </a:solidFill>
                    <a:effectLst/>
                    <a:uLnTx/>
                    <a:uFillTx/>
                    <a:latin typeface="Arial" pitchFamily="34" charset="0"/>
                    <a:cs typeface="Arial"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100" b="1" i="0" u="none" strike="noStrike" kern="1200" cap="none" spc="0" normalizeH="0" baseline="0" noProof="0" dirty="0">
                    <a:ln>
                      <a:noFill/>
                    </a:ln>
                    <a:solidFill>
                      <a:schemeClr val="tx1"/>
                    </a:solidFill>
                    <a:effectLst/>
                    <a:uLnTx/>
                    <a:uFillTx/>
                    <a:latin typeface="Arial" pitchFamily="34" charset="0"/>
                    <a:cs typeface="Arial" pitchFamily="34" charset="0"/>
                  </a:endParaRPr>
                </a:p>
                <a:p>
                  <a:pPr marL="342900" lvl="0" indent="-342900">
                    <a:spcBef>
                      <a:spcPct val="20000"/>
                    </a:spcBef>
                  </a:pPr>
                  <a:r>
                    <a:rPr lang="en-US" sz="1100" b="1" dirty="0">
                      <a:latin typeface="Arial" pitchFamily="34" charset="0"/>
                      <a:cs typeface="Arial" pitchFamily="34" charset="0"/>
                    </a:rPr>
                    <a:t>Consumer Electronics</a:t>
                  </a:r>
                  <a:endParaRPr kumimoji="0" lang="en-US" sz="1100" b="1" i="0" u="none" strike="noStrike" kern="1200" cap="none" spc="0" normalizeH="0" baseline="0" noProof="0" dirty="0">
                    <a:ln>
                      <a:noFill/>
                    </a:ln>
                    <a:solidFill>
                      <a:schemeClr val="tx1"/>
                    </a:solidFill>
                    <a:effectLst/>
                    <a:uLnTx/>
                    <a:uFillTx/>
                    <a:latin typeface="Arial" pitchFamily="34" charset="0"/>
                    <a:cs typeface="Arial"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100" b="1" i="0" u="none" strike="noStrike" kern="1200" cap="none" spc="0" normalizeH="0" baseline="0" noProof="0" dirty="0">
                      <a:ln>
                        <a:noFill/>
                      </a:ln>
                      <a:solidFill>
                        <a:schemeClr val="tx1"/>
                      </a:solidFill>
                      <a:effectLst/>
                      <a:uLnTx/>
                      <a:uFillTx/>
                      <a:latin typeface="Arial" pitchFamily="34" charset="0"/>
                      <a:cs typeface="Arial" pitchFamily="34" charset="0"/>
                    </a:rPr>
                    <a:t> </a:t>
                  </a:r>
                </a:p>
                <a:p>
                  <a:pPr marL="342900" lvl="0" indent="-342900">
                    <a:spcBef>
                      <a:spcPct val="20000"/>
                    </a:spcBef>
                  </a:pPr>
                  <a:r>
                    <a:rPr lang="en-US" sz="1100" b="1" dirty="0">
                      <a:latin typeface="Arial" pitchFamily="34" charset="0"/>
                      <a:cs typeface="Arial" pitchFamily="34" charset="0"/>
                    </a:rPr>
                    <a:t>Automotive</a:t>
                  </a:r>
                  <a:endParaRPr kumimoji="0" lang="en-US" sz="1100" b="1" i="0" u="none" strike="noStrike" kern="1200" cap="none" spc="0" normalizeH="0" baseline="0" noProof="0" dirty="0">
                    <a:ln>
                      <a:noFill/>
                    </a:ln>
                    <a:solidFill>
                      <a:schemeClr val="tx1"/>
                    </a:solidFill>
                    <a:effectLst/>
                    <a:uLnTx/>
                    <a:uFillTx/>
                    <a:latin typeface="Arial" pitchFamily="34" charset="0"/>
                    <a:cs typeface="Arial"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100" b="1" i="0" u="none" strike="noStrike" kern="1200" cap="none" spc="0" normalizeH="0" baseline="0" noProof="0" dirty="0">
                    <a:ln>
                      <a:noFill/>
                    </a:ln>
                    <a:solidFill>
                      <a:schemeClr val="tx1"/>
                    </a:solidFill>
                    <a:effectLst/>
                    <a:uLnTx/>
                    <a:uFillTx/>
                    <a:latin typeface="Arial" pitchFamily="34" charset="0"/>
                    <a:cs typeface="Arial" pitchFamily="34" charset="0"/>
                  </a:endParaRPr>
                </a:p>
                <a:p>
                  <a:pPr marL="342900" lvl="0" indent="-342900">
                    <a:spcBef>
                      <a:spcPct val="20000"/>
                    </a:spcBef>
                  </a:pPr>
                  <a:r>
                    <a:rPr lang="en-US" sz="1100" b="1" dirty="0">
                      <a:latin typeface="Arial" pitchFamily="34" charset="0"/>
                      <a:cs typeface="Arial" pitchFamily="34" charset="0"/>
                    </a:rPr>
                    <a:t>Computer Hardware</a:t>
                  </a:r>
                </a:p>
                <a:p>
                  <a:pPr marL="342900" lvl="0" indent="-342900">
                    <a:spcBef>
                      <a:spcPct val="20000"/>
                    </a:spcBef>
                  </a:pPr>
                  <a:endParaRPr kumimoji="0" lang="en-US" sz="1100" b="1" i="0" u="none" strike="noStrike" kern="1200" cap="none" spc="0" normalizeH="0" baseline="0" noProof="0" dirty="0">
                    <a:ln>
                      <a:noFill/>
                    </a:ln>
                    <a:solidFill>
                      <a:schemeClr val="tx1"/>
                    </a:solidFill>
                    <a:effectLst/>
                    <a:uLnTx/>
                    <a:uFillTx/>
                    <a:latin typeface="Arial" pitchFamily="34" charset="0"/>
                    <a:cs typeface="Arial" pitchFamily="34" charset="0"/>
                  </a:endParaRPr>
                </a:p>
                <a:p>
                  <a:pPr marL="342900" lvl="0" indent="-342900">
                    <a:spcBef>
                      <a:spcPct val="20000"/>
                    </a:spcBef>
                  </a:pPr>
                  <a:r>
                    <a:rPr lang="en-US" sz="1100" b="1" dirty="0">
                      <a:latin typeface="Arial" pitchFamily="34" charset="0"/>
                      <a:cs typeface="Arial" pitchFamily="34" charset="0"/>
                    </a:rPr>
                    <a:t>Restaurants</a:t>
                  </a:r>
                </a:p>
                <a:p>
                  <a:pPr marL="342900" lvl="0" indent="-342900">
                    <a:spcBef>
                      <a:spcPct val="20000"/>
                    </a:spcBef>
                  </a:pPr>
                  <a:endParaRPr kumimoji="0" lang="en-US" sz="1100" b="1" i="0" u="none" strike="noStrike" kern="1200" cap="none" spc="0" normalizeH="0" baseline="0" noProof="0" dirty="0">
                    <a:ln>
                      <a:noFill/>
                    </a:ln>
                    <a:solidFill>
                      <a:schemeClr val="tx1"/>
                    </a:solidFill>
                    <a:effectLst/>
                    <a:uLnTx/>
                    <a:uFillTx/>
                    <a:latin typeface="Arial" pitchFamily="34" charset="0"/>
                    <a:cs typeface="Arial" pitchFamily="34" charset="0"/>
                  </a:endParaRPr>
                </a:p>
                <a:p>
                  <a:pPr marL="342900" lvl="0" indent="-342900">
                    <a:spcBef>
                      <a:spcPct val="20000"/>
                    </a:spcBef>
                  </a:pPr>
                  <a:r>
                    <a:rPr lang="en-US" sz="1100" b="1">
                      <a:latin typeface="Arial" pitchFamily="34" charset="0"/>
                      <a:cs typeface="Arial" pitchFamily="34" charset="0"/>
                    </a:rPr>
                    <a:t>Media</a:t>
                  </a:r>
                  <a:endParaRPr lang="en-US" sz="1100" b="1" dirty="0">
                    <a:latin typeface="Arial" pitchFamily="34" charset="0"/>
                    <a:cs typeface="Arial" pitchFamily="34" charset="0"/>
                  </a:endParaRPr>
                </a:p>
                <a:p>
                  <a:pPr marL="342900" lvl="0" indent="-342900">
                    <a:spcBef>
                      <a:spcPct val="20000"/>
                    </a:spcBef>
                  </a:pPr>
                  <a:endParaRPr lang="en-US" sz="1100" b="1" dirty="0">
                    <a:latin typeface="Arial" pitchFamily="34" charset="0"/>
                    <a:cs typeface="Arial" pitchFamily="34" charset="0"/>
                  </a:endParaRPr>
                </a:p>
                <a:p>
                  <a:pPr marL="342900" lvl="0" indent="-342900">
                    <a:spcBef>
                      <a:spcPct val="20000"/>
                    </a:spcBef>
                  </a:pPr>
                  <a:r>
                    <a:rPr lang="en-US" sz="1100" b="1">
                      <a:latin typeface="Arial" pitchFamily="34" charset="0"/>
                      <a:cs typeface="Arial" pitchFamily="34" charset="0"/>
                    </a:rPr>
                    <a:t>Internet </a:t>
                  </a:r>
                  <a:r>
                    <a:rPr lang="en-US" sz="1100" b="1" dirty="0">
                      <a:latin typeface="Arial" pitchFamily="34" charset="0"/>
                      <a:cs typeface="Arial" pitchFamily="34" charset="0"/>
                    </a:rPr>
                    <a:t>Services</a:t>
                  </a:r>
                </a:p>
                <a:p>
                  <a:pPr marL="342900" lvl="0" indent="-342900">
                    <a:spcBef>
                      <a:spcPct val="20000"/>
                    </a:spcBef>
                  </a:pPr>
                  <a:endParaRPr lang="mn-MN" sz="1100" b="1">
                    <a:latin typeface="Arial" pitchFamily="34" charset="0"/>
                    <a:cs typeface="Arial" pitchFamily="34" charset="0"/>
                  </a:endParaRPr>
                </a:p>
                <a:p>
                  <a:pPr marL="342900" lvl="0" indent="-342900">
                    <a:spcBef>
                      <a:spcPct val="20000"/>
                    </a:spcBef>
                  </a:pPr>
                  <a:r>
                    <a:rPr lang="en-US" sz="1100" b="1">
                      <a:latin typeface="Arial" pitchFamily="34" charset="0"/>
                      <a:cs typeface="Arial" pitchFamily="34" charset="0"/>
                    </a:rPr>
                    <a:t>Automotive</a:t>
                  </a:r>
                  <a:endParaRPr lang="en-US" sz="1100" b="1" dirty="0">
                    <a:latin typeface="Arial" pitchFamily="34" charset="0"/>
                    <a:cs typeface="Arial" pitchFamily="34" charset="0"/>
                  </a:endParaRPr>
                </a:p>
                <a:p>
                  <a:pPr marL="342900" lvl="0" indent="-342900">
                    <a:spcBef>
                      <a:spcPct val="20000"/>
                    </a:spcBef>
                  </a:pPr>
                  <a:endParaRPr lang="mn-MN" sz="1100" b="1">
                    <a:latin typeface="Arial" pitchFamily="34" charset="0"/>
                    <a:cs typeface="Arial" pitchFamily="34" charset="0"/>
                  </a:endParaRPr>
                </a:p>
                <a:p>
                  <a:pPr marL="342900" lvl="0" indent="-342900">
                    <a:spcBef>
                      <a:spcPct val="20000"/>
                    </a:spcBef>
                  </a:pPr>
                  <a:r>
                    <a:rPr lang="en-US" sz="1100" b="1">
                      <a:latin typeface="Arial" pitchFamily="34" charset="0"/>
                      <a:cs typeface="Arial" pitchFamily="34" charset="0"/>
                    </a:rPr>
                    <a:t>Electronics</a:t>
                  </a:r>
                  <a:endParaRPr kumimoji="0" lang="en-US" sz="1100" b="1" i="0" u="none" strike="noStrike" kern="1200" cap="none" spc="0" normalizeH="0" baseline="0" noProof="0" dirty="0">
                    <a:ln>
                      <a:noFill/>
                    </a:ln>
                    <a:solidFill>
                      <a:schemeClr val="tx1"/>
                    </a:solidFill>
                    <a:effectLst/>
                    <a:uLnTx/>
                    <a:uFillTx/>
                    <a:latin typeface="Arial" pitchFamily="34" charset="0"/>
                    <a:cs typeface="Arial" pitchFamily="34" charset="0"/>
                  </a:endParaRPr>
                </a:p>
              </p:txBody>
            </p:sp>
            <p:sp>
              <p:nvSpPr>
                <p:cNvPr id="194" name="Content Placeholder 17"/>
                <p:cNvSpPr txBox="1">
                  <a:spLocks/>
                </p:cNvSpPr>
                <p:nvPr/>
              </p:nvSpPr>
              <p:spPr>
                <a:xfrm>
                  <a:off x="5782826" y="1371600"/>
                  <a:ext cx="3048000" cy="5257800"/>
                </a:xfrm>
                <a:prstGeom prst="rect">
                  <a:avLst/>
                </a:prstGeom>
              </p:spPr>
              <p:txBody>
                <a:bodyPr vert="horz" lIns="91440" tIns="45720" rIns="91440" bIns="45720" rtlCol="0">
                  <a:noAutofit/>
                </a:bodyPr>
                <a:lstStyle/>
                <a:p>
                  <a:pPr marL="342900" lvl="0" indent="-342900" algn="just">
                    <a:spcBef>
                      <a:spcPct val="20000"/>
                    </a:spcBef>
                  </a:pPr>
                  <a:r>
                    <a:rPr lang="en-US" sz="1200" b="1">
                      <a:solidFill>
                        <a:srgbClr val="2D18AC"/>
                      </a:solidFill>
                      <a:latin typeface="+mj-lt"/>
                    </a:rPr>
                    <a:t>66,667     </a:t>
                  </a:r>
                  <a:r>
                    <a:rPr lang="mn-MN" sz="1200" b="1">
                      <a:solidFill>
                        <a:srgbClr val="2D18AC"/>
                      </a:solidFill>
                      <a:latin typeface="+mj-lt"/>
                    </a:rPr>
                    <a:t>       	 </a:t>
                  </a:r>
                  <a:r>
                    <a:rPr lang="en-US" sz="1200" b="1" dirty="0">
                      <a:solidFill>
                        <a:srgbClr val="2D18AC"/>
                      </a:solidFill>
                      <a:latin typeface="+mj-lt"/>
                    </a:rPr>
                    <a:t>68,734 	</a:t>
                  </a:r>
                  <a:r>
                    <a:rPr lang="en-US" sz="1200" b="1">
                      <a:solidFill>
                        <a:srgbClr val="2D18AC"/>
                      </a:solidFill>
                      <a:latin typeface="+mj-lt"/>
                    </a:rPr>
                    <a:t>      </a:t>
                  </a:r>
                  <a:r>
                    <a:rPr lang="mn-MN" sz="1200" b="1">
                      <a:solidFill>
                        <a:srgbClr val="2D18AC"/>
                      </a:solidFill>
                      <a:latin typeface="+mj-lt"/>
                    </a:rPr>
                    <a:t> </a:t>
                  </a:r>
                  <a:r>
                    <a:rPr lang="en-US" sz="1200" b="1">
                      <a:solidFill>
                        <a:srgbClr val="2D18AC"/>
                      </a:solidFill>
                      <a:latin typeface="+mj-lt"/>
                    </a:rPr>
                    <a:t> </a:t>
                  </a:r>
                  <a:r>
                    <a:rPr lang="en-US" sz="1200" b="1" dirty="0">
                      <a:solidFill>
                        <a:srgbClr val="2D18AC"/>
                      </a:solidFill>
                    </a:rPr>
                    <a:t>70,452</a:t>
                  </a:r>
                  <a:r>
                    <a:rPr lang="en-US" sz="1200" b="1" dirty="0">
                      <a:solidFill>
                        <a:srgbClr val="2D18AC"/>
                      </a:solidFill>
                      <a:latin typeface="+mj-lt"/>
                    </a:rPr>
                    <a:t>                </a:t>
                  </a:r>
                  <a:endParaRPr lang="mn-MN" sz="1200" b="1" dirty="0">
                    <a:solidFill>
                      <a:srgbClr val="2D18AC"/>
                    </a:solidFill>
                    <a:latin typeface="+mj-lt"/>
                    <a:cs typeface="Arial" pitchFamily="34" charset="0"/>
                  </a:endParaRPr>
                </a:p>
                <a:p>
                  <a:pPr marL="342900" lvl="0" indent="-342900" algn="just">
                    <a:spcBef>
                      <a:spcPct val="20000"/>
                    </a:spcBef>
                  </a:pPr>
                  <a:endParaRPr lang="mn-MN" sz="1200" b="1" dirty="0">
                    <a:solidFill>
                      <a:srgbClr val="2D18AC"/>
                    </a:solidFill>
                    <a:latin typeface="+mj-lt"/>
                    <a:cs typeface="Arial" pitchFamily="34" charset="0"/>
                  </a:endParaRPr>
                </a:p>
                <a:p>
                  <a:pPr marL="342900" lvl="0" indent="-342900" algn="just">
                    <a:spcBef>
                      <a:spcPct val="20000"/>
                    </a:spcBef>
                  </a:pPr>
                  <a:r>
                    <a:rPr lang="en-US" sz="1200" b="1">
                      <a:solidFill>
                        <a:srgbClr val="2D18AC"/>
                      </a:solidFill>
                      <a:latin typeface="+mj-lt"/>
                    </a:rPr>
                    <a:t>59,031        </a:t>
                  </a:r>
                  <a:r>
                    <a:rPr lang="mn-MN" sz="1200" b="1">
                      <a:solidFill>
                        <a:srgbClr val="2D18AC"/>
                      </a:solidFill>
                      <a:latin typeface="+mj-lt"/>
                    </a:rPr>
                    <a:t>	</a:t>
                  </a:r>
                  <a:r>
                    <a:rPr lang="en-US" sz="1200" b="1">
                      <a:solidFill>
                        <a:srgbClr val="2D18AC"/>
                      </a:solidFill>
                      <a:latin typeface="+mj-lt"/>
                    </a:rPr>
                    <a:t> 60,211</a:t>
                  </a:r>
                  <a:r>
                    <a:rPr lang="en-US" sz="1200" b="1">
                      <a:solidFill>
                        <a:srgbClr val="2D18AC"/>
                      </a:solidFill>
                    </a:rPr>
                    <a:t>              </a:t>
                  </a:r>
                  <a:r>
                    <a:rPr lang="mn-MN" sz="1200" b="1">
                      <a:solidFill>
                        <a:srgbClr val="2D18AC"/>
                      </a:solidFill>
                    </a:rPr>
                    <a:t>         </a:t>
                  </a:r>
                  <a:r>
                    <a:rPr lang="en-US" sz="1200" b="1">
                      <a:solidFill>
                        <a:srgbClr val="2D18AC"/>
                      </a:solidFill>
                    </a:rPr>
                    <a:t>64,727</a:t>
                  </a:r>
                  <a:endParaRPr kumimoji="0" lang="en-US" sz="1200" b="1" i="0" u="none" strike="noStrike" kern="1200" cap="none" spc="0" normalizeH="0" baseline="0" noProof="0" dirty="0">
                    <a:ln>
                      <a:noFill/>
                    </a:ln>
                    <a:solidFill>
                      <a:srgbClr val="2D18AC"/>
                    </a:solidFill>
                    <a:effectLst/>
                    <a:uLnTx/>
                    <a:uFillTx/>
                    <a:latin typeface="+mj-lt"/>
                    <a:ea typeface="+mn-ea"/>
                    <a:cs typeface="Arial" pitchFamily="34" charset="0"/>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200" b="1" i="0" u="none" strike="noStrike" kern="1200" cap="none" spc="0" normalizeH="0" baseline="0" noProof="0" dirty="0">
                    <a:ln>
                      <a:noFill/>
                    </a:ln>
                    <a:solidFill>
                      <a:srgbClr val="2D18AC"/>
                    </a:solidFill>
                    <a:effectLst/>
                    <a:uLnTx/>
                    <a:uFillTx/>
                    <a:latin typeface="Arial" pitchFamily="34" charset="0"/>
                    <a:ea typeface="+mn-ea"/>
                    <a:cs typeface="Arial" pitchFamily="34" charset="0"/>
                  </a:endParaRPr>
                </a:p>
                <a:p>
                  <a:pPr marL="342900" lvl="0" indent="-342900" algn="just">
                    <a:spcBef>
                      <a:spcPct val="20000"/>
                    </a:spcBef>
                  </a:pPr>
                  <a:r>
                    <a:rPr lang="en-US" sz="1200" b="1">
                      <a:solidFill>
                        <a:srgbClr val="2D18AC"/>
                      </a:solidFill>
                    </a:rPr>
                    <a:t>59,007            </a:t>
                  </a:r>
                  <a:r>
                    <a:rPr lang="mn-MN" sz="1200" b="1">
                      <a:solidFill>
                        <a:srgbClr val="2D18AC"/>
                      </a:solidFill>
                    </a:rPr>
                    <a:t> 	 </a:t>
                  </a:r>
                  <a:r>
                    <a:rPr lang="en-US" sz="1200" b="1">
                      <a:solidFill>
                        <a:srgbClr val="2D18AC"/>
                      </a:solidFill>
                    </a:rPr>
                    <a:t>56,647               </a:t>
                  </a:r>
                  <a:r>
                    <a:rPr lang="mn-MN" sz="1200" b="1">
                      <a:solidFill>
                        <a:srgbClr val="2D18AC"/>
                      </a:solidFill>
                    </a:rPr>
                    <a:t>       </a:t>
                  </a:r>
                  <a:r>
                    <a:rPr lang="en-US" sz="1200" b="1">
                      <a:solidFill>
                        <a:srgbClr val="2D18AC"/>
                      </a:solidFill>
                    </a:rPr>
                    <a:t> </a:t>
                  </a:r>
                  <a:r>
                    <a:rPr lang="en-US" sz="1200" b="1" dirty="0">
                      <a:solidFill>
                        <a:srgbClr val="2D18AC"/>
                      </a:solidFill>
                    </a:rPr>
                    <a:t>60,895</a:t>
                  </a:r>
                </a:p>
                <a:p>
                  <a:pPr marL="342900" lvl="0" indent="-342900" algn="just">
                    <a:spcBef>
                      <a:spcPct val="20000"/>
                    </a:spcBef>
                  </a:pPr>
                  <a:endParaRPr kumimoji="0" lang="en-US" sz="1200" b="1" i="0" u="none" strike="noStrike" kern="1200" cap="none" spc="0" normalizeH="0" baseline="0" noProof="0" dirty="0">
                    <a:ln>
                      <a:noFill/>
                    </a:ln>
                    <a:solidFill>
                      <a:srgbClr val="2D18AC"/>
                    </a:solidFill>
                    <a:effectLst/>
                    <a:uLnTx/>
                    <a:uFillTx/>
                    <a:latin typeface="Arial" pitchFamily="34" charset="0"/>
                    <a:ea typeface="+mn-ea"/>
                    <a:cs typeface="Arial" pitchFamily="34" charset="0"/>
                  </a:endParaRPr>
                </a:p>
                <a:p>
                  <a:pPr marL="342900" lvl="0" indent="-342900" algn="just">
                    <a:spcBef>
                      <a:spcPct val="20000"/>
                    </a:spcBef>
                  </a:pPr>
                  <a:r>
                    <a:rPr lang="en-US" sz="1200" b="1">
                      <a:solidFill>
                        <a:srgbClr val="2D18AC"/>
                      </a:solidFill>
                      <a:latin typeface="+mj-lt"/>
                    </a:rPr>
                    <a:t>53,086             </a:t>
                  </a:r>
                  <a:r>
                    <a:rPr lang="mn-MN" sz="1200" b="1">
                      <a:solidFill>
                        <a:srgbClr val="2D18AC"/>
                      </a:solidFill>
                      <a:latin typeface="+mj-lt"/>
                    </a:rPr>
                    <a:t>	 </a:t>
                  </a:r>
                  <a:r>
                    <a:rPr lang="en-US" sz="1200" b="1">
                      <a:solidFill>
                        <a:srgbClr val="2D18AC"/>
                      </a:solidFill>
                      <a:latin typeface="+mj-lt"/>
                    </a:rPr>
                    <a:t>47,777            </a:t>
                  </a:r>
                  <a:r>
                    <a:rPr lang="mn-MN" sz="1200" b="1">
                      <a:solidFill>
                        <a:srgbClr val="2D18AC"/>
                      </a:solidFill>
                      <a:latin typeface="+mj-lt"/>
                    </a:rPr>
                    <a:t>       </a:t>
                  </a:r>
                  <a:r>
                    <a:rPr lang="en-US" sz="1200" b="1">
                      <a:solidFill>
                        <a:srgbClr val="2D18AC"/>
                      </a:solidFill>
                      <a:latin typeface="+mj-lt"/>
                    </a:rPr>
                    <a:t>    </a:t>
                  </a:r>
                  <a:r>
                    <a:rPr lang="en-US" sz="1200" b="1" dirty="0">
                      <a:solidFill>
                        <a:srgbClr val="2D18AC"/>
                      </a:solidFill>
                      <a:latin typeface="+mj-lt"/>
                    </a:rPr>
                    <a:t>42,808</a:t>
                  </a:r>
                </a:p>
                <a:p>
                  <a:pPr marL="342900" lvl="0" indent="-342900" algn="just">
                    <a:spcBef>
                      <a:spcPct val="20000"/>
                    </a:spcBef>
                  </a:pPr>
                  <a:endParaRPr kumimoji="0" lang="en-US" sz="1200" b="1" i="0" u="none" strike="noStrike" kern="1200" cap="none" spc="0" normalizeH="0" baseline="0" noProof="0" dirty="0">
                    <a:ln>
                      <a:noFill/>
                    </a:ln>
                    <a:solidFill>
                      <a:srgbClr val="2D18AC"/>
                    </a:solidFill>
                    <a:effectLst/>
                    <a:uLnTx/>
                    <a:uFillTx/>
                    <a:latin typeface="+mj-lt"/>
                    <a:ea typeface="+mn-ea"/>
                    <a:cs typeface="Arial" pitchFamily="34" charset="0"/>
                  </a:endParaRPr>
                </a:p>
                <a:p>
                  <a:pPr marL="342900" lvl="0" indent="-342900" algn="just">
                    <a:spcBef>
                      <a:spcPct val="20000"/>
                    </a:spcBef>
                  </a:pPr>
                  <a:r>
                    <a:rPr lang="en-US" sz="1200" b="1">
                      <a:solidFill>
                        <a:srgbClr val="2D18AC"/>
                      </a:solidFill>
                      <a:latin typeface="+mj-lt"/>
                    </a:rPr>
                    <a:t>35,942             </a:t>
                  </a:r>
                  <a:r>
                    <a:rPr lang="mn-MN" sz="1200" b="1">
                      <a:solidFill>
                        <a:srgbClr val="2D18AC"/>
                      </a:solidFill>
                      <a:latin typeface="+mj-lt"/>
                    </a:rPr>
                    <a:t>	 </a:t>
                  </a:r>
                  <a:r>
                    <a:rPr lang="en-US" sz="1200" b="1">
                      <a:solidFill>
                        <a:srgbClr val="2D18AC"/>
                      </a:solidFill>
                      <a:latin typeface="+mj-lt"/>
                    </a:rPr>
                    <a:t>34,864           </a:t>
                  </a:r>
                  <a:r>
                    <a:rPr lang="mn-MN" sz="1200" b="1">
                      <a:solidFill>
                        <a:srgbClr val="2D18AC"/>
                      </a:solidFill>
                      <a:latin typeface="+mj-lt"/>
                    </a:rPr>
                    <a:t>       </a:t>
                  </a:r>
                  <a:r>
                    <a:rPr lang="en-US" sz="1200" b="1">
                      <a:solidFill>
                        <a:srgbClr val="2D18AC"/>
                      </a:solidFill>
                      <a:latin typeface="+mj-lt"/>
                    </a:rPr>
                    <a:t>     </a:t>
                  </a:r>
                  <a:r>
                    <a:rPr lang="en-US" sz="1200" b="1" dirty="0">
                      <a:solidFill>
                        <a:srgbClr val="2D18AC"/>
                      </a:solidFill>
                      <a:latin typeface="+mj-lt"/>
                    </a:rPr>
                    <a:t>29,495</a:t>
                  </a:r>
                  <a:endParaRPr kumimoji="0" lang="en-US" sz="1200" b="1" i="0" u="none" strike="noStrike" kern="1200" cap="none" spc="0" normalizeH="0" baseline="0" noProof="0" dirty="0">
                    <a:ln>
                      <a:noFill/>
                    </a:ln>
                    <a:solidFill>
                      <a:srgbClr val="2D18AC"/>
                    </a:solidFill>
                    <a:effectLst/>
                    <a:uLnTx/>
                    <a:uFillTx/>
                    <a:latin typeface="+mj-lt"/>
                    <a:ea typeface="+mn-ea"/>
                    <a:cs typeface="Arial" pitchFamily="34" charset="0"/>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200" b="1" i="0" u="none" strike="noStrike" kern="1200" cap="none" spc="0" normalizeH="0" baseline="0" noProof="0" dirty="0">
                    <a:ln>
                      <a:noFill/>
                    </a:ln>
                    <a:solidFill>
                      <a:srgbClr val="2D18AC"/>
                    </a:solidFill>
                    <a:effectLst/>
                    <a:uLnTx/>
                    <a:uFillTx/>
                    <a:latin typeface="+mj-lt"/>
                    <a:ea typeface="+mn-ea"/>
                    <a:cs typeface="Arial" pitchFamily="34" charset="0"/>
                  </a:endParaRPr>
                </a:p>
                <a:p>
                  <a:pPr marL="342900" lvl="0" indent="-342900" algn="just">
                    <a:spcBef>
                      <a:spcPct val="20000"/>
                    </a:spcBef>
                  </a:pPr>
                  <a:r>
                    <a:rPr lang="en-US" sz="1200" b="1">
                      <a:solidFill>
                        <a:srgbClr val="2D18AC"/>
                      </a:solidFill>
                      <a:latin typeface="+mj-lt"/>
                    </a:rPr>
                    <a:t>34,050    </a:t>
                  </a:r>
                  <a:r>
                    <a:rPr lang="en-US" sz="1200" b="1">
                      <a:solidFill>
                        <a:srgbClr val="2D18AC"/>
                      </a:solidFill>
                    </a:rPr>
                    <a:t>        </a:t>
                  </a:r>
                  <a:r>
                    <a:rPr lang="mn-MN" sz="1200" b="1">
                      <a:solidFill>
                        <a:srgbClr val="2D18AC"/>
                      </a:solidFill>
                    </a:rPr>
                    <a:t>   </a:t>
                  </a:r>
                  <a:r>
                    <a:rPr lang="en-US" sz="1200" b="1">
                      <a:solidFill>
                        <a:srgbClr val="2D18AC"/>
                      </a:solidFill>
                    </a:rPr>
                    <a:t>31,330             </a:t>
                  </a:r>
                  <a:r>
                    <a:rPr lang="mn-MN" sz="1200" b="1">
                      <a:solidFill>
                        <a:srgbClr val="2D18AC"/>
                      </a:solidFill>
                    </a:rPr>
                    <a:t>      </a:t>
                  </a:r>
                  <a:r>
                    <a:rPr lang="en-US" sz="1200" b="1">
                      <a:solidFill>
                        <a:srgbClr val="2D18AC"/>
                      </a:solidFill>
                    </a:rPr>
                    <a:t>  </a:t>
                  </a:r>
                  <a:r>
                    <a:rPr lang="en-US" sz="1200" b="1" dirty="0">
                      <a:solidFill>
                        <a:srgbClr val="2D18AC"/>
                      </a:solidFill>
                    </a:rPr>
                    <a:t>26,192</a:t>
                  </a:r>
                </a:p>
                <a:p>
                  <a:pPr marL="342900" lvl="0" indent="-342900" algn="just">
                    <a:spcBef>
                      <a:spcPct val="20000"/>
                    </a:spcBef>
                  </a:pPr>
                  <a:endParaRPr kumimoji="0" lang="en-US" sz="1200" b="1" i="0" u="none" strike="noStrike" kern="1200" cap="none" spc="0" normalizeH="0" baseline="0" noProof="0" dirty="0">
                    <a:ln>
                      <a:noFill/>
                    </a:ln>
                    <a:solidFill>
                      <a:srgbClr val="2D18AC"/>
                    </a:solidFill>
                    <a:effectLst/>
                    <a:uLnTx/>
                    <a:uFillTx/>
                    <a:latin typeface="Arial" pitchFamily="34" charset="0"/>
                    <a:ea typeface="+mn-ea"/>
                    <a:cs typeface="Arial" pitchFamily="34" charset="0"/>
                  </a:endParaRPr>
                </a:p>
                <a:p>
                  <a:pPr marL="342900" lvl="0" indent="-342900" algn="just">
                    <a:spcBef>
                      <a:spcPct val="20000"/>
                    </a:spcBef>
                  </a:pPr>
                  <a:r>
                    <a:rPr lang="en-US" sz="1200" b="1">
                      <a:solidFill>
                        <a:srgbClr val="2D18AC"/>
                      </a:solidFill>
                    </a:rPr>
                    <a:t>31,261            </a:t>
                  </a:r>
                  <a:r>
                    <a:rPr lang="mn-MN" sz="1200" b="1">
                      <a:solidFill>
                        <a:srgbClr val="2D18AC"/>
                      </a:solidFill>
                    </a:rPr>
                    <a:t>	</a:t>
                  </a:r>
                  <a:r>
                    <a:rPr lang="en-US" sz="1200" b="1">
                      <a:solidFill>
                        <a:srgbClr val="2D18AC"/>
                      </a:solidFill>
                    </a:rPr>
                    <a:t> 30,636          </a:t>
                  </a:r>
                  <a:r>
                    <a:rPr lang="mn-MN" sz="1200" b="1">
                      <a:solidFill>
                        <a:srgbClr val="2D18AC"/>
                      </a:solidFill>
                    </a:rPr>
                    <a:t>       </a:t>
                  </a:r>
                  <a:r>
                    <a:rPr lang="en-US" sz="1200" b="1">
                      <a:solidFill>
                        <a:srgbClr val="2D18AC"/>
                      </a:solidFill>
                    </a:rPr>
                    <a:t>      </a:t>
                  </a:r>
                  <a:r>
                    <a:rPr lang="en-US" sz="1200" b="1" dirty="0">
                      <a:solidFill>
                        <a:srgbClr val="2D18AC"/>
                      </a:solidFill>
                    </a:rPr>
                    <a:t>32,015</a:t>
                  </a:r>
                </a:p>
                <a:p>
                  <a:pPr marL="342900" lvl="0" indent="-342900" algn="just">
                    <a:spcBef>
                      <a:spcPct val="20000"/>
                    </a:spcBef>
                  </a:pPr>
                  <a:endParaRPr kumimoji="0" lang="en-US" sz="1200" b="1" i="0" u="none" strike="noStrike" kern="1200" cap="none" spc="0" normalizeH="0" baseline="0" noProof="0" dirty="0">
                    <a:ln>
                      <a:noFill/>
                    </a:ln>
                    <a:solidFill>
                      <a:srgbClr val="2D18AC"/>
                    </a:solidFill>
                    <a:effectLst/>
                    <a:uLnTx/>
                    <a:uFillTx/>
                    <a:latin typeface="Arial" pitchFamily="34" charset="0"/>
                    <a:ea typeface="+mn-ea"/>
                    <a:cs typeface="Arial" pitchFamily="34" charset="0"/>
                  </a:endParaRPr>
                </a:p>
                <a:p>
                  <a:pPr marL="342900" lvl="0" indent="-342900" algn="just">
                    <a:spcBef>
                      <a:spcPct val="20000"/>
                    </a:spcBef>
                  </a:pPr>
                  <a:r>
                    <a:rPr lang="en-US" sz="1200" b="1">
                      <a:solidFill>
                        <a:srgbClr val="2D18AC"/>
                      </a:solidFill>
                    </a:rPr>
                    <a:t>31,049         </a:t>
                  </a:r>
                  <a:r>
                    <a:rPr lang="mn-MN" sz="1200" b="1">
                      <a:solidFill>
                        <a:srgbClr val="2D18AC"/>
                      </a:solidFill>
                    </a:rPr>
                    <a:t>	</a:t>
                  </a:r>
                  <a:r>
                    <a:rPr lang="en-US" sz="1200" b="1">
                      <a:solidFill>
                        <a:srgbClr val="2D18AC"/>
                      </a:solidFill>
                    </a:rPr>
                    <a:t> 32,275           </a:t>
                  </a:r>
                  <a:r>
                    <a:rPr lang="mn-MN" sz="1200" b="1">
                      <a:solidFill>
                        <a:srgbClr val="2D18AC"/>
                      </a:solidFill>
                    </a:rPr>
                    <a:t>       </a:t>
                  </a:r>
                  <a:r>
                    <a:rPr lang="en-US" sz="1200" b="1">
                      <a:solidFill>
                        <a:srgbClr val="2D18AC"/>
                      </a:solidFill>
                    </a:rPr>
                    <a:t>     </a:t>
                  </a:r>
                  <a:r>
                    <a:rPr lang="en-US" sz="1200" b="1" dirty="0">
                      <a:solidFill>
                        <a:srgbClr val="2D18AC"/>
                      </a:solidFill>
                    </a:rPr>
                    <a:t>33,578</a:t>
                  </a:r>
                  <a:endParaRPr kumimoji="0" lang="en-US" sz="1200" b="1" i="0" u="none" strike="noStrike" kern="1200" cap="none" spc="0" normalizeH="0" baseline="0" noProof="0" dirty="0">
                    <a:ln>
                      <a:noFill/>
                    </a:ln>
                    <a:solidFill>
                      <a:srgbClr val="2D18AC"/>
                    </a:solidFill>
                    <a:effectLst/>
                    <a:uLnTx/>
                    <a:uFillTx/>
                    <a:latin typeface="Arial" pitchFamily="34" charset="0"/>
                    <a:ea typeface="+mn-ea"/>
                    <a:cs typeface="Arial" pitchFamily="34" charset="0"/>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200" b="1" i="0" u="none" strike="noStrike" kern="1200" cap="none" spc="0" normalizeH="0" baseline="0" noProof="0" dirty="0">
                    <a:ln>
                      <a:noFill/>
                    </a:ln>
                    <a:solidFill>
                      <a:srgbClr val="2D18AC"/>
                    </a:solidFill>
                    <a:effectLst/>
                    <a:uLnTx/>
                    <a:uFillTx/>
                    <a:latin typeface="Arial" pitchFamily="34" charset="0"/>
                    <a:ea typeface="+mn-ea"/>
                    <a:cs typeface="Arial" pitchFamily="34" charset="0"/>
                  </a:endParaRPr>
                </a:p>
                <a:p>
                  <a:pPr marL="342900" lvl="0" indent="-342900" algn="just">
                    <a:spcBef>
                      <a:spcPct val="20000"/>
                    </a:spcBef>
                  </a:pPr>
                  <a:r>
                    <a:rPr lang="en-US" sz="1200" b="1">
                      <a:solidFill>
                        <a:srgbClr val="2D18AC"/>
                      </a:solidFill>
                    </a:rPr>
                    <a:t>29,251         </a:t>
                  </a:r>
                  <a:r>
                    <a:rPr lang="mn-MN" sz="1200" b="1">
                      <a:solidFill>
                        <a:srgbClr val="2D18AC"/>
                      </a:solidFill>
                    </a:rPr>
                    <a:t>	</a:t>
                  </a:r>
                  <a:r>
                    <a:rPr lang="en-US" sz="1200" b="1">
                      <a:solidFill>
                        <a:srgbClr val="2D18AC"/>
                      </a:solidFill>
                    </a:rPr>
                    <a:t> 28,447          </a:t>
                  </a:r>
                  <a:r>
                    <a:rPr lang="mn-MN" sz="1200" b="1">
                      <a:solidFill>
                        <a:srgbClr val="2D18AC"/>
                      </a:solidFill>
                    </a:rPr>
                    <a:t>       </a:t>
                  </a:r>
                  <a:r>
                    <a:rPr lang="en-US" sz="1200" b="1">
                      <a:solidFill>
                        <a:srgbClr val="2D18AC"/>
                      </a:solidFill>
                    </a:rPr>
                    <a:t>      </a:t>
                  </a:r>
                  <a:r>
                    <a:rPr lang="en-US" sz="1200" b="1" dirty="0">
                      <a:solidFill>
                        <a:srgbClr val="2D18AC"/>
                      </a:solidFill>
                    </a:rPr>
                    <a:t>28,731</a:t>
                  </a:r>
                  <a:endParaRPr kumimoji="0" lang="en-US" sz="1200" b="1" i="0" u="none" strike="noStrike" kern="1200" cap="none" spc="0" normalizeH="0" baseline="0" noProof="0" dirty="0">
                    <a:ln>
                      <a:noFill/>
                    </a:ln>
                    <a:solidFill>
                      <a:srgbClr val="2D18AC"/>
                    </a:solidFill>
                    <a:effectLst/>
                    <a:uLnTx/>
                    <a:uFillTx/>
                    <a:latin typeface="Arial" pitchFamily="34" charset="0"/>
                    <a:ea typeface="+mn-ea"/>
                    <a:cs typeface="Arial" pitchFamily="34" charset="0"/>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None/>
                    <a:tabLst/>
                    <a:defRPr/>
                  </a:pPr>
                  <a:endParaRPr lang="en-US" sz="1200" b="1" dirty="0">
                    <a:solidFill>
                      <a:srgbClr val="2D18AC"/>
                    </a:solidFill>
                    <a:latin typeface="Arial" pitchFamily="34" charset="0"/>
                    <a:cs typeface="Arial" pitchFamily="34" charset="0"/>
                  </a:endParaRPr>
                </a:p>
                <a:p>
                  <a:pPr marL="342900" lvl="0" indent="-342900" algn="just">
                    <a:spcBef>
                      <a:spcPct val="20000"/>
                    </a:spcBef>
                  </a:pPr>
                  <a:r>
                    <a:rPr lang="en-US" sz="1200" b="1">
                      <a:solidFill>
                        <a:srgbClr val="2D18AC"/>
                      </a:solidFill>
                    </a:rPr>
                    <a:t>25,590              </a:t>
                  </a:r>
                  <a:r>
                    <a:rPr lang="mn-MN" sz="1200" b="1">
                      <a:solidFill>
                        <a:srgbClr val="2D18AC"/>
                      </a:solidFill>
                    </a:rPr>
                    <a:t> </a:t>
                  </a:r>
                  <a:r>
                    <a:rPr lang="en-US" sz="1200" b="1">
                      <a:solidFill>
                        <a:srgbClr val="2D18AC"/>
                      </a:solidFill>
                    </a:rPr>
                    <a:t>24,096               </a:t>
                  </a:r>
                  <a:r>
                    <a:rPr lang="mn-MN" sz="1200" b="1">
                      <a:solidFill>
                        <a:srgbClr val="2D18AC"/>
                      </a:solidFill>
                    </a:rPr>
                    <a:t>       </a:t>
                  </a:r>
                  <a:r>
                    <a:rPr lang="en-US" sz="1200" b="1">
                      <a:solidFill>
                        <a:srgbClr val="2D18AC"/>
                      </a:solidFill>
                    </a:rPr>
                    <a:t> </a:t>
                  </a:r>
                  <a:r>
                    <a:rPr lang="en-US" sz="1200" b="1" dirty="0">
                      <a:solidFill>
                        <a:srgbClr val="2D18AC"/>
                      </a:solidFill>
                    </a:rPr>
                    <a:t>43,557</a:t>
                  </a:r>
                </a:p>
                <a:p>
                  <a:pPr marL="342900" lvl="0" indent="-342900" algn="just">
                    <a:spcBef>
                      <a:spcPct val="20000"/>
                    </a:spcBef>
                  </a:pPr>
                  <a:endParaRPr kumimoji="0" lang="en-US" sz="1200" b="1" i="0" u="none" strike="noStrike" kern="1200" cap="none" spc="0" normalizeH="0" baseline="0" noProof="0" dirty="0">
                    <a:ln>
                      <a:noFill/>
                    </a:ln>
                    <a:solidFill>
                      <a:srgbClr val="2D18AC"/>
                    </a:solidFill>
                    <a:effectLst/>
                    <a:uLnTx/>
                    <a:uFillTx/>
                    <a:latin typeface="Arial" pitchFamily="34" charset="0"/>
                    <a:ea typeface="+mn-ea"/>
                    <a:cs typeface="Arial" pitchFamily="34" charset="0"/>
                  </a:endParaRPr>
                </a:p>
                <a:p>
                  <a:pPr marL="342900" lvl="0" indent="-342900" algn="just"/>
                  <a:r>
                    <a:rPr lang="en-US" sz="1200" b="1">
                      <a:solidFill>
                        <a:srgbClr val="2D18AC"/>
                      </a:solidFill>
                    </a:rPr>
                    <a:t>25,577              </a:t>
                  </a:r>
                  <a:r>
                    <a:rPr lang="mn-MN" sz="1200" b="1">
                      <a:solidFill>
                        <a:srgbClr val="2D18AC"/>
                      </a:solidFill>
                    </a:rPr>
                    <a:t> </a:t>
                  </a:r>
                  <a:r>
                    <a:rPr lang="en-US" sz="1200" b="1">
                      <a:solidFill>
                        <a:srgbClr val="2D18AC"/>
                      </a:solidFill>
                    </a:rPr>
                    <a:t>23,867             </a:t>
                  </a:r>
                  <a:r>
                    <a:rPr lang="mn-MN" sz="1200" b="1">
                      <a:solidFill>
                        <a:srgbClr val="2D18AC"/>
                      </a:solidFill>
                    </a:rPr>
                    <a:t>       </a:t>
                  </a:r>
                  <a:r>
                    <a:rPr lang="en-US" sz="1200" b="1">
                      <a:solidFill>
                        <a:srgbClr val="2D18AC"/>
                      </a:solidFill>
                    </a:rPr>
                    <a:t>   </a:t>
                  </a:r>
                  <a:r>
                    <a:rPr lang="en-US" sz="1200" b="1" dirty="0">
                      <a:solidFill>
                        <a:srgbClr val="2D18AC"/>
                      </a:solidFill>
                    </a:rPr>
                    <a:t>25,179</a:t>
                  </a:r>
                </a:p>
                <a:p>
                  <a:pPr marL="342900" lvl="0" indent="-342900" algn="just"/>
                  <a:r>
                    <a:rPr lang="en-US" sz="1200" b="1" dirty="0">
                      <a:solidFill>
                        <a:srgbClr val="2D18AC"/>
                      </a:solidFill>
                    </a:rPr>
                    <a:t>               </a:t>
                  </a:r>
                </a:p>
                <a:p>
                  <a:pPr marL="342900" lvl="0" indent="-342900" algn="just"/>
                  <a:r>
                    <a:rPr lang="en-US" sz="1200" b="1">
                      <a:solidFill>
                        <a:srgbClr val="2D18AC"/>
                      </a:solidFill>
                    </a:rPr>
                    <a:t>23,509               24,096             </a:t>
                  </a:r>
                  <a:r>
                    <a:rPr lang="mn-MN" sz="1200" b="1">
                      <a:solidFill>
                        <a:srgbClr val="2D18AC"/>
                      </a:solidFill>
                    </a:rPr>
                    <a:t>       </a:t>
                  </a:r>
                  <a:r>
                    <a:rPr lang="en-US" sz="1200" b="1">
                      <a:solidFill>
                        <a:srgbClr val="2D18AC"/>
                      </a:solidFill>
                    </a:rPr>
                    <a:t>   </a:t>
                  </a:r>
                  <a:r>
                    <a:rPr lang="en-US" sz="1200" b="1" dirty="0">
                      <a:solidFill>
                        <a:srgbClr val="2D18AC"/>
                      </a:solidFill>
                    </a:rPr>
                    <a:t>26,867</a:t>
                  </a:r>
                  <a:endParaRPr kumimoji="0" lang="en-US" sz="1200" b="1" i="0" u="none" strike="noStrike" kern="1200" cap="none" spc="0" normalizeH="0" baseline="0" noProof="0" dirty="0">
                    <a:ln>
                      <a:noFill/>
                    </a:ln>
                    <a:solidFill>
                      <a:srgbClr val="2D18AC"/>
                    </a:solidFill>
                    <a:effectLst/>
                    <a:uLnTx/>
                    <a:uFillTx/>
                    <a:latin typeface="Arial" pitchFamily="34" charset="0"/>
                    <a:ea typeface="+mn-ea"/>
                    <a:cs typeface="Arial" pitchFamily="34" charset="0"/>
                  </a:endParaRPr>
                </a:p>
              </p:txBody>
            </p:sp>
            <p:sp>
              <p:nvSpPr>
                <p:cNvPr id="199" name="Subtitle 5"/>
                <p:cNvSpPr txBox="1">
                  <a:spLocks/>
                </p:cNvSpPr>
                <p:nvPr/>
              </p:nvSpPr>
              <p:spPr>
                <a:xfrm>
                  <a:off x="2286000" y="914400"/>
                  <a:ext cx="6629400" cy="381000"/>
                </a:xfrm>
                <a:prstGeom prst="rect">
                  <a:avLst/>
                </a:prstGeom>
              </p:spPr>
              <p:txBody>
                <a:bodyPr vert="horz" lIns="91440" tIns="45720" rIns="91440" bIns="45720" rtlCol="0">
                  <a:noAutofit/>
                </a:bodyPr>
                <a:lstStyle/>
                <a:p>
                  <a:pPr marL="342900" marR="0" lvl="0" indent="-342900" algn="just" defTabSz="914400" rtl="0" eaLnBrk="1" fontAlgn="auto" latinLnBrk="0" hangingPunct="1">
                    <a:lnSpc>
                      <a:spcPct val="100000"/>
                    </a:lnSpc>
                    <a:spcBef>
                      <a:spcPct val="0"/>
                    </a:spcBef>
                    <a:spcAft>
                      <a:spcPts val="0"/>
                    </a:spcAft>
                    <a:buClrTx/>
                    <a:buSzTx/>
                    <a:tabLst/>
                    <a:defRPr/>
                  </a:pPr>
                  <a:r>
                    <a:rPr kumimoji="0" lang="en-US" sz="1100" b="1" i="1" u="none" strike="noStrike" kern="1200" cap="none" spc="0" normalizeH="0" baseline="0" noProof="0" dirty="0">
                      <a:ln>
                        <a:noFill/>
                      </a:ln>
                      <a:solidFill>
                        <a:srgbClr val="CC0000"/>
                      </a:solidFill>
                      <a:effectLst/>
                      <a:uLnTx/>
                      <a:uFillTx/>
                      <a:latin typeface="Arial" pitchFamily="34" charset="0"/>
                      <a:ea typeface="+mn-ea"/>
                      <a:cs typeface="Arial" pitchFamily="34" charset="0"/>
                    </a:rPr>
                    <a:t>    Brand</a:t>
                  </a:r>
                  <a:r>
                    <a:rPr lang="en-US" sz="1100" b="1" i="1" dirty="0">
                      <a:solidFill>
                        <a:srgbClr val="CC0000"/>
                      </a:solidFill>
                      <a:latin typeface="Arial" pitchFamily="34" charset="0"/>
                      <a:cs typeface="Arial" pitchFamily="34" charset="0"/>
                    </a:rPr>
                    <a:t>   </a:t>
                  </a:r>
                  <a:r>
                    <a:rPr kumimoji="0" lang="en-US" sz="1100" b="1" i="1" u="none" strike="noStrike" kern="1200" cap="none" spc="0" normalizeH="0" baseline="0" noProof="0" dirty="0">
                      <a:ln>
                        <a:noFill/>
                      </a:ln>
                      <a:solidFill>
                        <a:srgbClr val="CC0000"/>
                      </a:solidFill>
                      <a:effectLst/>
                      <a:uLnTx/>
                      <a:uFillTx/>
                      <a:latin typeface="Arial" pitchFamily="34" charset="0"/>
                      <a:ea typeface="+mn-ea"/>
                      <a:cs typeface="Arial" pitchFamily="34" charset="0"/>
                    </a:rPr>
                    <a:t>Country</a:t>
                  </a:r>
                  <a:r>
                    <a:rPr kumimoji="0" lang="en-US" sz="1100" b="1" i="1" u="none" strike="noStrike" kern="1200" cap="none" spc="0" normalizeH="0" noProof="0" dirty="0">
                      <a:ln>
                        <a:noFill/>
                      </a:ln>
                      <a:solidFill>
                        <a:srgbClr val="CC0000"/>
                      </a:solidFill>
                      <a:effectLst/>
                      <a:uLnTx/>
                      <a:uFillTx/>
                      <a:latin typeface="Arial" pitchFamily="34" charset="0"/>
                      <a:ea typeface="+mn-ea"/>
                      <a:cs typeface="Arial" pitchFamily="34" charset="0"/>
                    </a:rPr>
                    <a:t> of  Origin</a:t>
                  </a:r>
                  <a:r>
                    <a:rPr lang="en-US" sz="1100" b="1" i="1" dirty="0">
                      <a:solidFill>
                        <a:srgbClr val="CC0000"/>
                      </a:solidFill>
                      <a:latin typeface="Arial" pitchFamily="34" charset="0"/>
                      <a:cs typeface="Arial" pitchFamily="34" charset="0"/>
                    </a:rPr>
                    <a:t>    </a:t>
                  </a:r>
                  <a:r>
                    <a:rPr kumimoji="0" lang="en-US" sz="1100" b="1" i="1" u="none" strike="noStrike" kern="1200" cap="none" spc="0" normalizeH="0" noProof="0" dirty="0">
                      <a:ln>
                        <a:noFill/>
                      </a:ln>
                      <a:solidFill>
                        <a:srgbClr val="CC0000"/>
                      </a:solidFill>
                      <a:effectLst/>
                      <a:uLnTx/>
                      <a:uFillTx/>
                      <a:latin typeface="Arial" pitchFamily="34" charset="0"/>
                      <a:ea typeface="+mn-ea"/>
                      <a:cs typeface="Arial" pitchFamily="34" charset="0"/>
                    </a:rPr>
                    <a:t>Sector	                   2008 brand         2009 brand           2010 brand </a:t>
                  </a:r>
                </a:p>
                <a:p>
                  <a:pPr marL="342900" lvl="0" indent="-342900" algn="just">
                    <a:spcBef>
                      <a:spcPct val="0"/>
                    </a:spcBef>
                    <a:defRPr/>
                  </a:pPr>
                  <a:r>
                    <a:rPr lang="en-US" sz="1100" b="1" i="1" dirty="0">
                      <a:solidFill>
                        <a:srgbClr val="CC0000"/>
                      </a:solidFill>
                      <a:latin typeface="Arial" pitchFamily="34" charset="0"/>
                      <a:cs typeface="Arial" pitchFamily="34" charset="0"/>
                    </a:rPr>
                    <a:t>                                                                                              value                    </a:t>
                  </a:r>
                  <a:r>
                    <a:rPr lang="en-US" sz="1100" b="1" i="1" dirty="0" err="1">
                      <a:solidFill>
                        <a:srgbClr val="CC0000"/>
                      </a:solidFill>
                      <a:latin typeface="Arial" pitchFamily="34" charset="0"/>
                      <a:cs typeface="Arial" pitchFamily="34" charset="0"/>
                    </a:rPr>
                    <a:t>value</a:t>
                  </a:r>
                  <a:r>
                    <a:rPr lang="en-US" sz="1100" b="1" i="1" dirty="0">
                      <a:solidFill>
                        <a:srgbClr val="CC0000"/>
                      </a:solidFill>
                      <a:latin typeface="Arial" pitchFamily="34" charset="0"/>
                      <a:cs typeface="Arial" pitchFamily="34" charset="0"/>
                    </a:rPr>
                    <a:t>                    </a:t>
                  </a:r>
                  <a:r>
                    <a:rPr lang="en-US" sz="1100" b="1" i="1" dirty="0" err="1">
                      <a:solidFill>
                        <a:srgbClr val="CC0000"/>
                      </a:solidFill>
                      <a:latin typeface="Arial" pitchFamily="34" charset="0"/>
                      <a:cs typeface="Arial" pitchFamily="34" charset="0"/>
                    </a:rPr>
                    <a:t>value</a:t>
                  </a:r>
                  <a:endParaRPr kumimoji="0" lang="en-US" sz="1100" b="1" i="1" u="none" strike="noStrike" kern="1200" cap="none" spc="0" normalizeH="0" noProof="0" dirty="0">
                    <a:ln>
                      <a:noFill/>
                    </a:ln>
                    <a:solidFill>
                      <a:srgbClr val="CC0000"/>
                    </a:solidFill>
                    <a:effectLst/>
                    <a:uLnTx/>
                    <a:uFillTx/>
                    <a:latin typeface="Arial" pitchFamily="34" charset="0"/>
                    <a:ea typeface="+mn-ea"/>
                    <a:cs typeface="Arial" pitchFamily="34" charset="0"/>
                  </a:endParaRPr>
                </a:p>
                <a:p>
                  <a:pPr marL="342900" marR="0" lvl="0" indent="-342900" algn="just" defTabSz="914400" rtl="0" eaLnBrk="1" fontAlgn="auto" latinLnBrk="0" hangingPunct="1">
                    <a:lnSpc>
                      <a:spcPct val="100000"/>
                    </a:lnSpc>
                    <a:spcBef>
                      <a:spcPct val="0"/>
                    </a:spcBef>
                    <a:spcAft>
                      <a:spcPts val="0"/>
                    </a:spcAft>
                    <a:buClrTx/>
                    <a:buSzTx/>
                    <a:tabLst/>
                    <a:defRPr/>
                  </a:pPr>
                  <a:r>
                    <a:rPr lang="en-US" sz="1100" b="1" i="1" baseline="0" dirty="0">
                      <a:solidFill>
                        <a:srgbClr val="CC0000"/>
                      </a:solidFill>
                      <a:latin typeface="Arial" pitchFamily="34" charset="0"/>
                      <a:cs typeface="Arial" pitchFamily="34" charset="0"/>
                    </a:rPr>
                    <a:t>					                      ($ Millions)		</a:t>
                  </a:r>
                  <a:endParaRPr kumimoji="0" lang="mn-MN" sz="1100" b="1" i="1" u="none" strike="noStrike" kern="1200" cap="none" spc="0" normalizeH="0" baseline="0" noProof="0" dirty="0">
                    <a:ln>
                      <a:noFill/>
                    </a:ln>
                    <a:solidFill>
                      <a:srgbClr val="CC0000"/>
                    </a:solidFill>
                    <a:effectLst/>
                    <a:uLnTx/>
                    <a:uFillTx/>
                    <a:latin typeface="Arial" pitchFamily="34" charset="0"/>
                    <a:ea typeface="+mn-ea"/>
                    <a:cs typeface="Arial" pitchFamily="34" charset="0"/>
                  </a:endParaRPr>
                </a:p>
                <a:p>
                  <a:pPr marL="342900" marR="0" lvl="0" indent="-342900" algn="just" defTabSz="914400" rtl="0" eaLnBrk="1" fontAlgn="auto" latinLnBrk="0" hangingPunct="1">
                    <a:lnSpc>
                      <a:spcPct val="100000"/>
                    </a:lnSpc>
                    <a:spcBef>
                      <a:spcPct val="20000"/>
                    </a:spcBef>
                    <a:spcAft>
                      <a:spcPts val="0"/>
                    </a:spcAft>
                    <a:buClrTx/>
                    <a:buSzTx/>
                    <a:tabLst/>
                    <a:defRPr/>
                  </a:pPr>
                  <a:endParaRPr kumimoji="0" lang="en-US" sz="1100" b="1" i="0" u="none" strike="noStrike" kern="1200" cap="none" spc="0" normalizeH="0" baseline="0" noProof="0" dirty="0">
                    <a:ln>
                      <a:noFill/>
                    </a:ln>
                    <a:solidFill>
                      <a:srgbClr val="CC0000"/>
                    </a:solidFill>
                    <a:effectLst/>
                    <a:uLnTx/>
                    <a:uFillTx/>
                    <a:latin typeface="+mn-lt"/>
                    <a:ea typeface="+mn-ea"/>
                    <a:cs typeface="+mn-cs"/>
                  </a:endParaRPr>
                </a:p>
              </p:txBody>
            </p:sp>
          </p:grpSp>
        </p:grpSp>
        <p:grpSp>
          <p:nvGrpSpPr>
            <p:cNvPr id="6" name="Group 32"/>
            <p:cNvGrpSpPr/>
            <p:nvPr/>
          </p:nvGrpSpPr>
          <p:grpSpPr>
            <a:xfrm>
              <a:off x="2357422" y="1480887"/>
              <a:ext cx="838200" cy="5371098"/>
              <a:chOff x="2357422" y="1480887"/>
              <a:chExt cx="838200" cy="5371098"/>
            </a:xfrm>
          </p:grpSpPr>
          <p:grpSp>
            <p:nvGrpSpPr>
              <p:cNvPr id="7" name="Group 31"/>
              <p:cNvGrpSpPr/>
              <p:nvPr/>
            </p:nvGrpSpPr>
            <p:grpSpPr>
              <a:xfrm>
                <a:off x="2357422" y="1480887"/>
                <a:ext cx="838200" cy="4895851"/>
                <a:chOff x="2357422" y="1480887"/>
                <a:chExt cx="838200" cy="4895851"/>
              </a:xfrm>
            </p:grpSpPr>
            <p:pic>
              <p:nvPicPr>
                <p:cNvPr id="61592" name="Picture 152" descr="GE"/>
                <p:cNvPicPr>
                  <a:picLocks noChangeAspect="1" noChangeArrowheads="1"/>
                </p:cNvPicPr>
                <p:nvPr/>
              </p:nvPicPr>
              <p:blipFill>
                <a:blip r:embed="rId3" cstate="print"/>
                <a:srcRect/>
                <a:stretch>
                  <a:fillRect/>
                </a:stretch>
              </p:blipFill>
              <p:spPr bwMode="auto">
                <a:xfrm>
                  <a:off x="2362200" y="2905525"/>
                  <a:ext cx="775447" cy="382105"/>
                </a:xfrm>
                <a:prstGeom prst="rect">
                  <a:avLst/>
                </a:prstGeom>
                <a:noFill/>
              </p:spPr>
            </p:pic>
            <p:pic>
              <p:nvPicPr>
                <p:cNvPr id="61596" name="Picture 156" descr="IBM"/>
                <p:cNvPicPr>
                  <a:picLocks noChangeAspect="1" noChangeArrowheads="1"/>
                </p:cNvPicPr>
                <p:nvPr/>
              </p:nvPicPr>
              <p:blipFill>
                <a:blip r:embed="rId4" cstate="print"/>
                <a:srcRect/>
                <a:stretch>
                  <a:fillRect/>
                </a:stretch>
              </p:blipFill>
              <p:spPr bwMode="auto">
                <a:xfrm>
                  <a:off x="2438400" y="2013284"/>
                  <a:ext cx="657225" cy="323850"/>
                </a:xfrm>
                <a:prstGeom prst="rect">
                  <a:avLst/>
                </a:prstGeom>
                <a:noFill/>
              </p:spPr>
            </p:pic>
            <p:pic>
              <p:nvPicPr>
                <p:cNvPr id="61598" name="Picture 158" descr="Microsoft"/>
                <p:cNvPicPr>
                  <a:picLocks noChangeAspect="1" noChangeArrowheads="1"/>
                </p:cNvPicPr>
                <p:nvPr/>
              </p:nvPicPr>
              <p:blipFill>
                <a:blip r:embed="rId5" cstate="print"/>
                <a:srcRect/>
                <a:stretch>
                  <a:fillRect/>
                </a:stretch>
              </p:blipFill>
              <p:spPr bwMode="auto">
                <a:xfrm>
                  <a:off x="2362200" y="2431382"/>
                  <a:ext cx="773206" cy="381000"/>
                </a:xfrm>
                <a:prstGeom prst="rect">
                  <a:avLst/>
                </a:prstGeom>
                <a:noFill/>
              </p:spPr>
            </p:pic>
            <p:pic>
              <p:nvPicPr>
                <p:cNvPr id="61600" name="Picture 160" descr="Nokia"/>
                <p:cNvPicPr>
                  <a:picLocks noChangeAspect="1" noChangeArrowheads="1"/>
                </p:cNvPicPr>
                <p:nvPr/>
              </p:nvPicPr>
              <p:blipFill>
                <a:blip r:embed="rId6" cstate="print"/>
                <a:srcRect/>
                <a:stretch>
                  <a:fillRect/>
                </a:stretch>
              </p:blipFill>
              <p:spPr bwMode="auto">
                <a:xfrm>
                  <a:off x="2438400" y="3359819"/>
                  <a:ext cx="657225" cy="323850"/>
                </a:xfrm>
                <a:prstGeom prst="rect">
                  <a:avLst/>
                </a:prstGeom>
                <a:noFill/>
              </p:spPr>
            </p:pic>
            <p:pic>
              <p:nvPicPr>
                <p:cNvPr id="61602" name="Picture 162" descr="Toyota"/>
                <p:cNvPicPr>
                  <a:picLocks noChangeAspect="1" noChangeArrowheads="1"/>
                </p:cNvPicPr>
                <p:nvPr/>
              </p:nvPicPr>
              <p:blipFill>
                <a:blip r:embed="rId7" cstate="print"/>
                <a:srcRect/>
                <a:stretch>
                  <a:fillRect/>
                </a:stretch>
              </p:blipFill>
              <p:spPr bwMode="auto">
                <a:xfrm>
                  <a:off x="2357422" y="3745890"/>
                  <a:ext cx="838200" cy="413026"/>
                </a:xfrm>
                <a:prstGeom prst="rect">
                  <a:avLst/>
                </a:prstGeom>
                <a:noFill/>
              </p:spPr>
            </p:pic>
            <p:pic>
              <p:nvPicPr>
                <p:cNvPr id="61604" name="Picture 164" descr="Intel"/>
                <p:cNvPicPr>
                  <a:picLocks noChangeAspect="1" noChangeArrowheads="1"/>
                </p:cNvPicPr>
                <p:nvPr/>
              </p:nvPicPr>
              <p:blipFill>
                <a:blip r:embed="rId8" cstate="print"/>
                <a:srcRect/>
                <a:stretch>
                  <a:fillRect/>
                </a:stretch>
              </p:blipFill>
              <p:spPr bwMode="auto">
                <a:xfrm>
                  <a:off x="2357422" y="4253163"/>
                  <a:ext cx="773206" cy="381000"/>
                </a:xfrm>
                <a:prstGeom prst="rect">
                  <a:avLst/>
                </a:prstGeom>
                <a:noFill/>
              </p:spPr>
            </p:pic>
            <p:pic>
              <p:nvPicPr>
                <p:cNvPr id="61606" name="Picture 166" descr="McDonald's"/>
                <p:cNvPicPr>
                  <a:picLocks noChangeAspect="1" noChangeArrowheads="1"/>
                </p:cNvPicPr>
                <p:nvPr/>
              </p:nvPicPr>
              <p:blipFill>
                <a:blip r:embed="rId9" cstate="print"/>
                <a:srcRect/>
                <a:stretch>
                  <a:fillRect/>
                </a:stretch>
              </p:blipFill>
              <p:spPr bwMode="auto">
                <a:xfrm>
                  <a:off x="2428860" y="4706353"/>
                  <a:ext cx="657225" cy="323850"/>
                </a:xfrm>
                <a:prstGeom prst="rect">
                  <a:avLst/>
                </a:prstGeom>
                <a:noFill/>
              </p:spPr>
            </p:pic>
            <p:pic>
              <p:nvPicPr>
                <p:cNvPr id="61608" name="Picture 168" descr="Disney"/>
                <p:cNvPicPr>
                  <a:picLocks noChangeAspect="1" noChangeArrowheads="1"/>
                </p:cNvPicPr>
                <p:nvPr/>
              </p:nvPicPr>
              <p:blipFill>
                <a:blip r:embed="rId10" cstate="print"/>
                <a:srcRect/>
                <a:stretch>
                  <a:fillRect/>
                </a:stretch>
              </p:blipFill>
              <p:spPr bwMode="auto">
                <a:xfrm>
                  <a:off x="2357422" y="5129972"/>
                  <a:ext cx="762000" cy="375479"/>
                </a:xfrm>
                <a:prstGeom prst="rect">
                  <a:avLst/>
                </a:prstGeom>
                <a:noFill/>
              </p:spPr>
            </p:pic>
            <p:pic>
              <p:nvPicPr>
                <p:cNvPr id="61610" name="Picture 170" descr="Google"/>
                <p:cNvPicPr>
                  <a:picLocks noChangeAspect="1" noChangeArrowheads="1"/>
                </p:cNvPicPr>
                <p:nvPr/>
              </p:nvPicPr>
              <p:blipFill>
                <a:blip r:embed="rId11" cstate="print"/>
                <a:srcRect/>
                <a:stretch>
                  <a:fillRect/>
                </a:stretch>
              </p:blipFill>
              <p:spPr bwMode="auto">
                <a:xfrm>
                  <a:off x="2357422" y="5505450"/>
                  <a:ext cx="762000" cy="375479"/>
                </a:xfrm>
                <a:prstGeom prst="rect">
                  <a:avLst/>
                </a:prstGeom>
                <a:noFill/>
              </p:spPr>
            </p:pic>
            <p:pic>
              <p:nvPicPr>
                <p:cNvPr id="192" name="Picture 154" descr="Coca-Cola"/>
                <p:cNvPicPr>
                  <a:picLocks noChangeAspect="1" noChangeArrowheads="1"/>
                </p:cNvPicPr>
                <p:nvPr/>
              </p:nvPicPr>
              <p:blipFill>
                <a:blip r:embed="rId12" cstate="print"/>
                <a:srcRect/>
                <a:stretch>
                  <a:fillRect/>
                </a:stretch>
              </p:blipFill>
              <p:spPr bwMode="auto">
                <a:xfrm>
                  <a:off x="2362200" y="1480887"/>
                  <a:ext cx="773206" cy="381000"/>
                </a:xfrm>
                <a:prstGeom prst="rect">
                  <a:avLst/>
                </a:prstGeom>
                <a:noFill/>
              </p:spPr>
            </p:pic>
            <p:pic>
              <p:nvPicPr>
                <p:cNvPr id="61612" name="Picture 172" descr="Mercedes"/>
                <p:cNvPicPr>
                  <a:picLocks noChangeAspect="1" noChangeArrowheads="1"/>
                </p:cNvPicPr>
                <p:nvPr/>
              </p:nvPicPr>
              <p:blipFill>
                <a:blip r:embed="rId13" cstate="print"/>
                <a:srcRect/>
                <a:stretch>
                  <a:fillRect/>
                </a:stretch>
              </p:blipFill>
              <p:spPr bwMode="auto">
                <a:xfrm>
                  <a:off x="2357422" y="5976688"/>
                  <a:ext cx="811866" cy="400050"/>
                </a:xfrm>
                <a:prstGeom prst="rect">
                  <a:avLst/>
                </a:prstGeom>
                <a:noFill/>
              </p:spPr>
            </p:pic>
          </p:grpSp>
          <p:pic>
            <p:nvPicPr>
              <p:cNvPr id="1026" name="Picture 2"/>
              <p:cNvPicPr>
                <a:picLocks noChangeAspect="1" noChangeArrowheads="1"/>
              </p:cNvPicPr>
              <p:nvPr/>
            </p:nvPicPr>
            <p:blipFill>
              <a:blip r:embed="rId14" cstate="print"/>
              <a:srcRect/>
              <a:stretch>
                <a:fillRect/>
              </a:stretch>
            </p:blipFill>
            <p:spPr bwMode="auto">
              <a:xfrm>
                <a:off x="2500298" y="6485792"/>
                <a:ext cx="426115" cy="366193"/>
              </a:xfrm>
              <a:prstGeom prst="rect">
                <a:avLst/>
              </a:prstGeom>
              <a:noFill/>
              <a:ln w="9525">
                <a:noFill/>
                <a:miter lim="800000"/>
                <a:headEnd/>
                <a:tailEnd/>
              </a:ln>
              <a:effectLst/>
            </p:spPr>
          </p:pic>
        </p:grpSp>
      </p:grpSp>
      <p:graphicFrame>
        <p:nvGraphicFramePr>
          <p:cNvPr id="171010" name="Object 2"/>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15" imgW="32961960" imgH="6570720" progId="">
                  <p:embed/>
                </p:oleObj>
              </mc:Choice>
              <mc:Fallback>
                <p:oleObj name="CorelDRAW" r:id="rId15" imgW="32961960" imgH="6570720" progId="">
                  <p:embed/>
                  <p:pic>
                    <p:nvPicPr>
                      <p:cNvPr id="0" name="Picture 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Subtitle 5"/>
          <p:cNvSpPr txBox="1">
            <a:spLocks/>
          </p:cNvSpPr>
          <p:nvPr/>
        </p:nvSpPr>
        <p:spPr>
          <a:xfrm>
            <a:off x="2357422" y="142852"/>
            <a:ext cx="4495800" cy="533400"/>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342900" marR="0" lvl="0" indent="-342900" algn="ctr" defTabSz="914400" rtl="0" eaLnBrk="1" fontAlgn="auto" latinLnBrk="0" hangingPunct="1">
              <a:lnSpc>
                <a:spcPct val="100000"/>
              </a:lnSpc>
              <a:spcBef>
                <a:spcPct val="0"/>
              </a:spcBef>
              <a:spcAft>
                <a:spcPts val="0"/>
              </a:spcAft>
              <a:buClrTx/>
              <a:buSzTx/>
              <a:tabLst/>
              <a:defRPr/>
            </a:pPr>
            <a:r>
              <a:rPr kumimoji="0" lang="mn-MN" sz="2000" b="1" i="0" u="none" strike="noStrike" kern="1200" spc="50" normalizeH="0" baseline="0" noProof="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n-ea"/>
                <a:cs typeface="Arial" pitchFamily="34" charset="0"/>
              </a:rPr>
              <a:t>БАРААНЫ</a:t>
            </a:r>
            <a:r>
              <a:rPr kumimoji="0" lang="mn-MN" sz="2000" b="1" i="0" u="none" strike="noStrike" kern="1200" spc="50" normalizeH="0" noProof="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n-ea"/>
                <a:cs typeface="Arial" pitchFamily="34" charset="0"/>
              </a:rPr>
              <a:t> ТЭМДГИЙН ҮНЭЛГЭЭ</a:t>
            </a:r>
            <a:endParaRPr kumimoji="0" lang="mn-MN" sz="2000" b="1" i="0" u="none" strike="noStrike" kern="1200" spc="50" normalizeH="0" baseline="0" noProof="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n-ea"/>
              <a:cs typeface="Arial" pitchFamily="34" charset="0"/>
            </a:endParaRPr>
          </a:p>
          <a:p>
            <a:pPr marL="342900" marR="0" lvl="0" indent="-342900" algn="ctr" defTabSz="914400" rtl="0" eaLnBrk="1" fontAlgn="auto" latinLnBrk="0" hangingPunct="1">
              <a:lnSpc>
                <a:spcPct val="100000"/>
              </a:lnSpc>
              <a:spcBef>
                <a:spcPct val="0"/>
              </a:spcBef>
              <a:spcAft>
                <a:spcPts val="0"/>
              </a:spcAft>
              <a:buClrTx/>
              <a:buSzTx/>
              <a:buFont typeface="Arial" pitchFamily="34" charset="0"/>
              <a:buChar char="•"/>
              <a:tabLst/>
              <a:defRPr/>
            </a:pPr>
            <a:endParaRPr kumimoji="0" lang="mn-MN" b="1" i="1" u="none" strike="noStrike" kern="1200" spc="50" normalizeH="0" baseline="0" noProof="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n-ea"/>
              <a:cs typeface="Arial" pitchFamily="34" charset="0"/>
            </a:endParaRPr>
          </a:p>
          <a:p>
            <a:pPr marL="342900" marR="0" lvl="0" indent="-342900" algn="ctr" defTabSz="914400" rtl="0" eaLnBrk="1" fontAlgn="auto" latinLnBrk="0" hangingPunct="1">
              <a:lnSpc>
                <a:spcPct val="100000"/>
              </a:lnSpc>
              <a:spcBef>
                <a:spcPct val="20000"/>
              </a:spcBef>
              <a:spcAft>
                <a:spcPts val="0"/>
              </a:spcAft>
              <a:buClrTx/>
              <a:buSzTx/>
              <a:tabLst/>
              <a:defRPr/>
            </a:pPr>
            <a:endParaRPr kumimoji="0" lang="en-US" b="1" i="0" u="none" strike="noStrike" kern="1200" spc="50" normalizeH="0" baseline="0" noProof="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mn-lt"/>
              <a:ea typeface="+mn-ea"/>
              <a:cs typeface="+mn-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Rot="1" noChangeArrowheads="1"/>
          </p:cNvSpPr>
          <p:nvPr/>
        </p:nvSpPr>
        <p:spPr>
          <a:xfrm>
            <a:off x="1142976" y="1912934"/>
            <a:ext cx="7072362" cy="1658942"/>
          </a:xfrm>
          <a:prstGeom prst="rect">
            <a:avLst/>
          </a:prstGeom>
        </p:spPr>
        <p:txBody>
          <a:bodyPr vert="horz" lIns="91440" tIns="45720" rIns="91440" bIns="45720" rtlCol="0" anchor="ctr">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mn-MN" sz="32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ea typeface="+mj-ea"/>
                <a:cs typeface="Arial" pitchFamily="34" charset="0"/>
              </a:rPr>
              <a:t>ЗОХИОГЧИЙН ЭРХ </a:t>
            </a:r>
            <a:endParaRPr lang="en-US" sz="32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ea typeface="+mj-ea"/>
              <a:cs typeface="Arial" pitchFamily="34"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r>
              <a:rPr lang="mn-MN" sz="32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ea typeface="+mj-ea"/>
                <a:cs typeface="Arial" pitchFamily="34" charset="0"/>
              </a:rPr>
              <a:t>БА </a:t>
            </a:r>
            <a:endParaRPr lang="en-US" sz="32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ea typeface="+mj-ea"/>
              <a:cs typeface="Arial" pitchFamily="34"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r>
              <a:rPr lang="mn-MN" sz="32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ea typeface="+mj-ea"/>
                <a:cs typeface="Arial" pitchFamily="34" charset="0"/>
              </a:rPr>
              <a:t>ТЕХНОЛОГИЙН ХӨГЖИЛ</a:t>
            </a:r>
            <a:endParaRPr kumimoji="0" lang="en-US" sz="3200" b="1" u="none" strike="noStrike" kern="1200" spc="50" normalizeH="0" baseline="0" noProof="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j-ea"/>
              <a:cs typeface="Arial" pitchFamily="34" charset="0"/>
            </a:endParaRPr>
          </a:p>
        </p:txBody>
      </p:sp>
      <p:graphicFrame>
        <p:nvGraphicFramePr>
          <p:cNvPr id="217090" name="Object 2"/>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3" imgW="32961960" imgH="6570720" progId="">
                  <p:embed/>
                </p:oleObj>
              </mc:Choice>
              <mc:Fallback>
                <p:oleObj name="CorelDRAW" r:id="rId3" imgW="32961960" imgH="657072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Rot="1" noChangeArrowheads="1"/>
          </p:cNvSpPr>
          <p:nvPr/>
        </p:nvSpPr>
        <p:spPr>
          <a:xfrm>
            <a:off x="1571604" y="142852"/>
            <a:ext cx="6000792" cy="730248"/>
          </a:xfrm>
          <a:prstGeom prst="rect">
            <a:avLst/>
          </a:prstGeom>
        </p:spPr>
        <p:txBody>
          <a:bodyPr vert="horz" lIns="91440" tIns="45720" rIns="91440" bIns="45720" rtlCol="0" anchor="ctr">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mn-MN" sz="2400" b="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ea typeface="+mj-ea"/>
                <a:cs typeface="Arial" pitchFamily="34" charset="0"/>
              </a:rPr>
              <a:t>Зохиогчийн эрх технологийн хөгжил</a:t>
            </a:r>
            <a:endParaRPr kumimoji="0" lang="en-US" sz="2400" b="1" u="none" strike="noStrike" kern="1200" spc="50" normalizeH="0" baseline="0" noProof="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j-ea"/>
              <a:cs typeface="Arial" pitchFamily="34" charset="0"/>
            </a:endParaRPr>
          </a:p>
        </p:txBody>
      </p:sp>
      <p:graphicFrame>
        <p:nvGraphicFramePr>
          <p:cNvPr id="5" name="Diagram 4"/>
          <p:cNvGraphicFramePr/>
          <p:nvPr>
            <p:extLst>
              <p:ext uri="{D42A27DB-BD31-4B8C-83A1-F6EECF244321}">
                <p14:modId xmlns:p14="http://schemas.microsoft.com/office/powerpoint/2010/main" val="2607022186"/>
              </p:ext>
            </p:extLst>
          </p:nvPr>
        </p:nvGraphicFramePr>
        <p:xfrm>
          <a:off x="1357290" y="1428736"/>
          <a:ext cx="6429420" cy="3643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19138" name="Object 2"/>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8" imgW="32961960" imgH="6570720" progId="">
                  <p:embed/>
                </p:oleObj>
              </mc:Choice>
              <mc:Fallback>
                <p:oleObj name="CorelDRAW" r:id="rId8" imgW="32961960" imgH="6570720" progId="">
                  <p:embed/>
                  <p:pic>
                    <p:nvPicPr>
                      <p:cNvPr id="0"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8114" name="Object 2"/>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3" imgW="32961960" imgH="6570720" progId="">
                  <p:embed/>
                </p:oleObj>
              </mc:Choice>
              <mc:Fallback>
                <p:oleObj name="CorelDRAW" r:id="rId3" imgW="32961960" imgH="657072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Diagram 27"/>
          <p:cNvGraphicFramePr/>
          <p:nvPr>
            <p:extLst>
              <p:ext uri="{D42A27DB-BD31-4B8C-83A1-F6EECF244321}">
                <p14:modId xmlns:p14="http://schemas.microsoft.com/office/powerpoint/2010/main" val="741233502"/>
              </p:ext>
            </p:extLst>
          </p:nvPr>
        </p:nvGraphicFramePr>
        <p:xfrm>
          <a:off x="857224" y="1071546"/>
          <a:ext cx="7358114" cy="464347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49" name="Rectangle 2"/>
          <p:cNvSpPr txBox="1">
            <a:spLocks noRot="1" noChangeArrowheads="1"/>
          </p:cNvSpPr>
          <p:nvPr/>
        </p:nvSpPr>
        <p:spPr>
          <a:xfrm>
            <a:off x="1571604" y="142852"/>
            <a:ext cx="6000792" cy="730248"/>
          </a:xfrm>
          <a:prstGeom prst="rect">
            <a:avLst/>
          </a:prstGeom>
        </p:spPr>
        <p:txBody>
          <a:bodyPr vert="horz" lIns="91440" tIns="45720" rIns="91440" bIns="45720" rtlCol="0" anchor="ctr">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mn-MN" sz="2400" b="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ea typeface="+mj-ea"/>
                <a:cs typeface="Arial" pitchFamily="34" charset="0"/>
              </a:rPr>
              <a:t>Зохиогчийн эрх технологийн хөгжил</a:t>
            </a:r>
            <a:endParaRPr kumimoji="0" lang="en-US" sz="2400" b="1" u="none" strike="noStrike" kern="1200" spc="50" normalizeH="0" baseline="0" noProof="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j-ea"/>
              <a:cs typeface="Arial" pitchFamily="34" charset="0"/>
            </a:endParaRPr>
          </a:p>
        </p:txBody>
      </p:sp>
      <p:sp>
        <p:nvSpPr>
          <p:cNvPr id="50" name="Right Arrow 49"/>
          <p:cNvSpPr/>
          <p:nvPr/>
        </p:nvSpPr>
        <p:spPr>
          <a:xfrm>
            <a:off x="4429124" y="2143116"/>
            <a:ext cx="214314" cy="714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ight Arrow 50"/>
          <p:cNvSpPr/>
          <p:nvPr/>
        </p:nvSpPr>
        <p:spPr>
          <a:xfrm>
            <a:off x="4429124" y="2928934"/>
            <a:ext cx="214314" cy="714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ight Arrow 51"/>
          <p:cNvSpPr/>
          <p:nvPr/>
        </p:nvSpPr>
        <p:spPr>
          <a:xfrm>
            <a:off x="4429124" y="3786190"/>
            <a:ext cx="214314" cy="714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ight Arrow 52"/>
          <p:cNvSpPr/>
          <p:nvPr/>
        </p:nvSpPr>
        <p:spPr>
          <a:xfrm>
            <a:off x="4429124" y="4572008"/>
            <a:ext cx="214314" cy="714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ight Arrow 53"/>
          <p:cNvSpPr/>
          <p:nvPr/>
        </p:nvSpPr>
        <p:spPr>
          <a:xfrm>
            <a:off x="4429124" y="5357826"/>
            <a:ext cx="214314" cy="714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p:cNvGrpSpPr/>
          <p:nvPr/>
        </p:nvGrpSpPr>
        <p:grpSpPr>
          <a:xfrm>
            <a:off x="1000100" y="1428736"/>
            <a:ext cx="7143800" cy="4000528"/>
            <a:chOff x="1000100" y="785794"/>
            <a:chExt cx="7143800" cy="3786214"/>
          </a:xfrm>
        </p:grpSpPr>
        <p:graphicFrame>
          <p:nvGraphicFramePr>
            <p:cNvPr id="6" name="Diagram 5"/>
            <p:cNvGraphicFramePr/>
            <p:nvPr/>
          </p:nvGraphicFramePr>
          <p:xfrm>
            <a:off x="1000100" y="785794"/>
            <a:ext cx="7143800" cy="37862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6"/>
            <p:cNvPicPr/>
            <p:nvPr/>
          </p:nvPicPr>
          <p:blipFill>
            <a:blip r:embed="rId8" cstate="print"/>
            <a:srcRect/>
            <a:stretch>
              <a:fillRect/>
            </a:stretch>
          </p:blipFill>
          <p:spPr bwMode="auto">
            <a:xfrm>
              <a:off x="2714612" y="1857364"/>
              <a:ext cx="571504" cy="64294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p:cNvPicPr/>
            <p:nvPr/>
          </p:nvPicPr>
          <p:blipFill>
            <a:blip r:embed="rId9" cstate="print"/>
            <a:srcRect/>
            <a:stretch>
              <a:fillRect/>
            </a:stretch>
          </p:blipFill>
          <p:spPr bwMode="auto">
            <a:xfrm>
              <a:off x="3428992" y="1928802"/>
              <a:ext cx="642942" cy="57150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 name="Picture 9"/>
            <p:cNvPicPr/>
            <p:nvPr/>
          </p:nvPicPr>
          <p:blipFill>
            <a:blip r:embed="rId10" cstate="print"/>
            <a:srcRect/>
            <a:stretch>
              <a:fillRect/>
            </a:stretch>
          </p:blipFill>
          <p:spPr bwMode="auto">
            <a:xfrm>
              <a:off x="5000628" y="1928802"/>
              <a:ext cx="714380" cy="50006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3" name="Picture 12"/>
            <p:cNvPicPr/>
            <p:nvPr/>
          </p:nvPicPr>
          <p:blipFill>
            <a:blip r:embed="rId11" cstate="print"/>
            <a:srcRect/>
            <a:stretch>
              <a:fillRect/>
            </a:stretch>
          </p:blipFill>
          <p:spPr bwMode="auto">
            <a:xfrm>
              <a:off x="7000892" y="1000108"/>
              <a:ext cx="500066" cy="57150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4" name="Picture 13"/>
            <p:cNvPicPr/>
            <p:nvPr/>
          </p:nvPicPr>
          <p:blipFill>
            <a:blip r:embed="rId12" cstate="print"/>
            <a:srcRect/>
            <a:stretch>
              <a:fillRect/>
            </a:stretch>
          </p:blipFill>
          <p:spPr bwMode="auto">
            <a:xfrm>
              <a:off x="4220305" y="1018394"/>
              <a:ext cx="923199" cy="41034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5" name="Picture 14"/>
            <p:cNvPicPr/>
            <p:nvPr/>
          </p:nvPicPr>
          <p:blipFill>
            <a:blip r:embed="rId13" cstate="print"/>
            <a:srcRect l="6196" t="7527" r="6414" b="11828"/>
            <a:stretch>
              <a:fillRect/>
            </a:stretch>
          </p:blipFill>
          <p:spPr bwMode="auto">
            <a:xfrm>
              <a:off x="3500430" y="1000109"/>
              <a:ext cx="642942" cy="50006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6" name="Picture 15"/>
            <p:cNvPicPr/>
            <p:nvPr/>
          </p:nvPicPr>
          <p:blipFill>
            <a:blip r:embed="rId14" cstate="print"/>
            <a:srcRect/>
            <a:stretch>
              <a:fillRect/>
            </a:stretch>
          </p:blipFill>
          <p:spPr bwMode="auto">
            <a:xfrm>
              <a:off x="5286380" y="1000108"/>
              <a:ext cx="857256" cy="50006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7" name="Picture 16"/>
            <p:cNvPicPr/>
            <p:nvPr/>
          </p:nvPicPr>
          <p:blipFill>
            <a:blip r:embed="rId15" cstate="print"/>
            <a:srcRect/>
            <a:stretch>
              <a:fillRect/>
            </a:stretch>
          </p:blipFill>
          <p:spPr bwMode="auto">
            <a:xfrm>
              <a:off x="6286512" y="1000108"/>
              <a:ext cx="571504" cy="50006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27" name="Picture 3" descr="F:\MPAA-logos\warnerbros.jpg"/>
            <p:cNvPicPr>
              <a:picLocks noChangeAspect="1" noChangeArrowheads="1"/>
            </p:cNvPicPr>
            <p:nvPr/>
          </p:nvPicPr>
          <p:blipFill>
            <a:blip r:embed="rId16" cstate="print"/>
            <a:srcRect/>
            <a:stretch>
              <a:fillRect/>
            </a:stretch>
          </p:blipFill>
          <p:spPr bwMode="auto">
            <a:xfrm>
              <a:off x="4572000" y="2857497"/>
              <a:ext cx="574012" cy="57150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29" name="Picture 5" descr="F:\MPAA-logos\20th.jpg"/>
            <p:cNvPicPr>
              <a:picLocks noChangeAspect="1" noChangeArrowheads="1"/>
            </p:cNvPicPr>
            <p:nvPr/>
          </p:nvPicPr>
          <p:blipFill>
            <a:blip r:embed="rId17" cstate="print"/>
            <a:srcRect/>
            <a:stretch>
              <a:fillRect/>
            </a:stretch>
          </p:blipFill>
          <p:spPr bwMode="auto">
            <a:xfrm>
              <a:off x="6286512" y="2928934"/>
              <a:ext cx="861879" cy="50006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30" name="Picture 6"/>
            <p:cNvPicPr>
              <a:picLocks noChangeAspect="1" noChangeArrowheads="1"/>
            </p:cNvPicPr>
            <p:nvPr/>
          </p:nvPicPr>
          <p:blipFill>
            <a:blip r:embed="rId18" cstate="print"/>
            <a:srcRect/>
            <a:stretch>
              <a:fillRect/>
            </a:stretch>
          </p:blipFill>
          <p:spPr bwMode="auto">
            <a:xfrm>
              <a:off x="3714744" y="2857497"/>
              <a:ext cx="731485" cy="57150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31" name="Picture 7"/>
            <p:cNvPicPr>
              <a:picLocks noChangeAspect="1" noChangeArrowheads="1"/>
            </p:cNvPicPr>
            <p:nvPr/>
          </p:nvPicPr>
          <p:blipFill>
            <a:blip r:embed="rId19" cstate="print"/>
            <a:srcRect/>
            <a:stretch>
              <a:fillRect/>
            </a:stretch>
          </p:blipFill>
          <p:spPr bwMode="auto">
            <a:xfrm>
              <a:off x="5286380" y="2857496"/>
              <a:ext cx="898453" cy="57150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32" name="Picture 8" descr="F:\MPAA-logos\paramount-1.jpg"/>
            <p:cNvPicPr>
              <a:picLocks noChangeAspect="1" noChangeArrowheads="1"/>
            </p:cNvPicPr>
            <p:nvPr/>
          </p:nvPicPr>
          <p:blipFill>
            <a:blip r:embed="rId20" cstate="print"/>
            <a:srcRect/>
            <a:stretch>
              <a:fillRect/>
            </a:stretch>
          </p:blipFill>
          <p:spPr bwMode="auto">
            <a:xfrm>
              <a:off x="2737653" y="2928934"/>
              <a:ext cx="834215" cy="50006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7" name="Picture 26"/>
            <p:cNvPicPr/>
            <p:nvPr/>
          </p:nvPicPr>
          <p:blipFill>
            <a:blip r:embed="rId21" cstate="print"/>
            <a:srcRect/>
            <a:stretch>
              <a:fillRect/>
            </a:stretch>
          </p:blipFill>
          <p:spPr bwMode="auto">
            <a:xfrm>
              <a:off x="4286248" y="1785926"/>
              <a:ext cx="500066" cy="78581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9" name="Picture 18"/>
            <p:cNvPicPr/>
            <p:nvPr/>
          </p:nvPicPr>
          <p:blipFill>
            <a:blip r:embed="rId22" cstate="print"/>
            <a:srcRect/>
            <a:stretch>
              <a:fillRect/>
            </a:stretch>
          </p:blipFill>
          <p:spPr bwMode="auto">
            <a:xfrm>
              <a:off x="2714612" y="3786190"/>
              <a:ext cx="714380" cy="51206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0" name="Picture 19"/>
            <p:cNvPicPr/>
            <p:nvPr/>
          </p:nvPicPr>
          <p:blipFill>
            <a:blip r:embed="rId23" cstate="print"/>
            <a:srcRect/>
            <a:stretch>
              <a:fillRect/>
            </a:stretch>
          </p:blipFill>
          <p:spPr bwMode="auto">
            <a:xfrm>
              <a:off x="3571868" y="3857628"/>
              <a:ext cx="1000132" cy="42862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1" name="Picture 20"/>
            <p:cNvPicPr/>
            <p:nvPr/>
          </p:nvPicPr>
          <p:blipFill>
            <a:blip r:embed="rId24" cstate="print"/>
            <a:srcRect/>
            <a:stretch>
              <a:fillRect/>
            </a:stretch>
          </p:blipFill>
          <p:spPr bwMode="auto">
            <a:xfrm>
              <a:off x="4714876" y="3929066"/>
              <a:ext cx="1000132" cy="28575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2" name="Picture 21"/>
            <p:cNvPicPr/>
            <p:nvPr/>
          </p:nvPicPr>
          <p:blipFill>
            <a:blip r:embed="rId25" cstate="print"/>
            <a:srcRect/>
            <a:stretch>
              <a:fillRect/>
            </a:stretch>
          </p:blipFill>
          <p:spPr bwMode="auto">
            <a:xfrm>
              <a:off x="5786446" y="3786190"/>
              <a:ext cx="785818" cy="51748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3" name="Picture 22"/>
            <p:cNvPicPr/>
            <p:nvPr/>
          </p:nvPicPr>
          <p:blipFill>
            <a:blip r:embed="rId26" cstate="print"/>
            <a:srcRect/>
            <a:stretch>
              <a:fillRect/>
            </a:stretch>
          </p:blipFill>
          <p:spPr bwMode="auto">
            <a:xfrm>
              <a:off x="5857884" y="1928802"/>
              <a:ext cx="828853" cy="48927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4" name="Picture 23"/>
            <p:cNvPicPr/>
            <p:nvPr/>
          </p:nvPicPr>
          <p:blipFill>
            <a:blip r:embed="rId27" cstate="print"/>
            <a:srcRect/>
            <a:stretch>
              <a:fillRect/>
            </a:stretch>
          </p:blipFill>
          <p:spPr bwMode="auto">
            <a:xfrm>
              <a:off x="2714612" y="1000108"/>
              <a:ext cx="642942" cy="50006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pic>
        <p:nvPicPr>
          <p:cNvPr id="26" name="Picture 25"/>
          <p:cNvPicPr/>
          <p:nvPr/>
        </p:nvPicPr>
        <p:blipFill>
          <a:blip r:embed="rId28" cstate="print"/>
          <a:srcRect/>
          <a:stretch>
            <a:fillRect/>
          </a:stretch>
        </p:blipFill>
        <p:spPr bwMode="auto">
          <a:xfrm>
            <a:off x="6643702" y="4643446"/>
            <a:ext cx="928694" cy="42862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8" name="Rectangle 2"/>
          <p:cNvSpPr>
            <a:spLocks noGrp="1" noChangeArrowheads="1"/>
          </p:cNvSpPr>
          <p:nvPr>
            <p:ph type="title"/>
          </p:nvPr>
        </p:nvSpPr>
        <p:spPr>
          <a:xfrm>
            <a:off x="1384300" y="215884"/>
            <a:ext cx="6540500" cy="927100"/>
          </a:xfrm>
        </p:spPr>
        <p:txBody>
          <a:bodyPr>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eaLnBrk="1" hangingPunct="1"/>
            <a:r>
              <a:rPr lang="mn-MN" sz="2400" b="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t>ТЕЛЕВИЗИЙН КОНТЕНТ</a:t>
            </a:r>
            <a:br>
              <a:rPr lang="mn-MN" sz="2400" b="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br>
            <a:r>
              <a:rPr lang="en-US" sz="2400" b="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t>(</a:t>
            </a:r>
            <a:r>
              <a:rPr lang="mn-MN" sz="2400" b="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t>Бүтээл үйлдвэрлэл</a:t>
            </a:r>
            <a:r>
              <a:rPr lang="en-US" sz="2400" b="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t>)</a:t>
            </a:r>
            <a:endParaRPr lang="en-US" sz="2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Times New Roman Mon" pitchFamily="18" charset="0"/>
            </a:endParaRPr>
          </a:p>
        </p:txBody>
      </p:sp>
      <p:graphicFrame>
        <p:nvGraphicFramePr>
          <p:cNvPr id="71682" name="Object 2"/>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29" imgW="32961960" imgH="6570720" progId="">
                  <p:embed/>
                </p:oleObj>
              </mc:Choice>
              <mc:Fallback>
                <p:oleObj name="CorelDRAW" r:id="rId29" imgW="32961960" imgH="6570720" progId="">
                  <p:embed/>
                  <p:pic>
                    <p:nvPicPr>
                      <p:cNvPr id="0" name="Picture 2"/>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066800" y="381000"/>
            <a:ext cx="7174523" cy="1012825"/>
          </a:xfrm>
          <a:prstGeom prst="rect">
            <a:avLst/>
          </a:prstGeom>
        </p:spPr>
        <p:txBody>
          <a:bodyPr vert="horz" lIns="91440" tIns="45720" rIns="91440" bIns="45720" rtlCol="0" anchor="ctr">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mn-MN" sz="2400" b="1" u="none" strike="noStrike" kern="1200" spc="50" normalizeH="0" baseline="0" noProof="0" dirty="0">
                <a:ln w="11430"/>
                <a:solidFill>
                  <a:srgbClr val="FF0000"/>
                </a:solidFill>
                <a:effectLst>
                  <a:outerShdw blurRad="76200" dist="50800" dir="5400000" algn="tl" rotWithShape="0">
                    <a:srgbClr val="000000">
                      <a:alpha val="65000"/>
                    </a:srgbClr>
                  </a:outerShdw>
                </a:effectLst>
                <a:uLnTx/>
                <a:uFillTx/>
                <a:latin typeface="Arial" pitchFamily="34" charset="0"/>
                <a:ea typeface="+mj-ea"/>
                <a:cs typeface="Arial" pitchFamily="34" charset="0"/>
              </a:rPr>
              <a:t>Монгол Улсын оюуны өмчийн хяналтын </a:t>
            </a:r>
            <a:endParaRPr kumimoji="0" lang="en-US" sz="2400" b="1" u="none" strike="noStrike" kern="1200" spc="50" normalizeH="0" baseline="0" noProof="0" dirty="0">
              <a:ln w="11430"/>
              <a:solidFill>
                <a:srgbClr val="FF0000"/>
              </a:solidFill>
              <a:effectLst>
                <a:outerShdw blurRad="76200" dist="50800" dir="5400000" algn="tl" rotWithShape="0">
                  <a:srgbClr val="000000">
                    <a:alpha val="65000"/>
                  </a:srgbClr>
                </a:outerShdw>
              </a:effectLst>
              <a:uLnTx/>
              <a:uFillTx/>
              <a:latin typeface="Arial" pitchFamily="34" charset="0"/>
              <a:ea typeface="+mj-ea"/>
              <a:cs typeface="Arial" pitchFamily="34"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mn-MN" sz="2400" b="1" u="none" strike="noStrike" kern="1200" spc="50" normalizeH="0" baseline="0" noProof="0" dirty="0">
                <a:ln w="11430"/>
                <a:solidFill>
                  <a:srgbClr val="FF0000"/>
                </a:solidFill>
                <a:effectLst>
                  <a:outerShdw blurRad="76200" dist="50800" dir="5400000" algn="tl" rotWithShape="0">
                    <a:srgbClr val="000000">
                      <a:alpha val="65000"/>
                    </a:srgbClr>
                  </a:outerShdw>
                </a:effectLst>
                <a:uLnTx/>
                <a:uFillTx/>
                <a:latin typeface="Arial" pitchFamily="34" charset="0"/>
                <a:ea typeface="+mj-ea"/>
                <a:cs typeface="Arial" pitchFamily="34" charset="0"/>
              </a:rPr>
              <a:t>тогтолцоо</a:t>
            </a:r>
            <a:endParaRPr kumimoji="0" lang="en-US" sz="2400" b="1" u="none" strike="noStrike" kern="1200" spc="50" normalizeH="0" baseline="0" noProof="0" dirty="0">
              <a:ln w="11430"/>
              <a:solidFill>
                <a:srgbClr val="FF0000"/>
              </a:solidFill>
              <a:effectLst>
                <a:outerShdw blurRad="76200" dist="50800" dir="5400000" algn="tl" rotWithShape="0">
                  <a:srgbClr val="000000">
                    <a:alpha val="65000"/>
                  </a:srgbClr>
                </a:outerShdw>
              </a:effectLst>
              <a:uLnTx/>
              <a:uFillTx/>
              <a:latin typeface="Arial" pitchFamily="34" charset="0"/>
              <a:ea typeface="+mj-ea"/>
              <a:cs typeface="Arial" pitchFamily="34" charset="0"/>
            </a:endParaRPr>
          </a:p>
        </p:txBody>
      </p:sp>
      <p:sp>
        <p:nvSpPr>
          <p:cNvPr id="6" name="Rectangle 115"/>
          <p:cNvSpPr txBox="1">
            <a:spLocks noChangeArrowheads="1"/>
          </p:cNvSpPr>
          <p:nvPr/>
        </p:nvSpPr>
        <p:spPr>
          <a:xfrm>
            <a:off x="1399418" y="1600200"/>
            <a:ext cx="6449182" cy="4330700"/>
          </a:xfrm>
          <a:prstGeom prst="rect">
            <a:avLst/>
          </a:prstGeom>
        </p:spPr>
        <p:txBody>
          <a:bodyPr vert="horz" lIns="91440" tIns="45720" rIns="91440" bIns="45720" rtlCol="0">
            <a:normAutofit/>
          </a:bodyPr>
          <a:lstStyle/>
          <a:p>
            <a:pPr marL="609600" marR="0" lvl="0" indent="-609600" algn="ctr" defTabSz="914400" rtl="0" eaLnBrk="1" fontAlgn="auto" latinLnBrk="0" hangingPunct="1">
              <a:lnSpc>
                <a:spcPct val="80000"/>
              </a:lnSpc>
              <a:spcBef>
                <a:spcPct val="20000"/>
              </a:spcBef>
              <a:spcAft>
                <a:spcPts val="0"/>
              </a:spcAft>
              <a:buClrTx/>
              <a:buSzTx/>
              <a:tabLst/>
              <a:defRPr/>
            </a:pPr>
            <a:r>
              <a:rPr kumimoji="0" lang="mn-MN" b="1" i="0" u="none" strike="noStrike" kern="1200" cap="none" spc="0" normalizeH="0" baseline="0" noProof="0" dirty="0">
                <a:ln>
                  <a:noFill/>
                </a:ln>
                <a:solidFill>
                  <a:srgbClr val="CC0000"/>
                </a:solidFill>
                <a:effectLst/>
                <a:uLnTx/>
                <a:uFillTx/>
                <a:latin typeface="Arial" pitchFamily="34" charset="0"/>
                <a:cs typeface="Arial" pitchFamily="34" charset="0"/>
              </a:rPr>
              <a:t>Төрийн байгууллага</a:t>
            </a:r>
            <a:r>
              <a:rPr kumimoji="0" lang="en-US" b="1" i="0" u="none" strike="noStrike" kern="1200" cap="none" spc="0" normalizeH="0" baseline="0" noProof="0" dirty="0">
                <a:ln>
                  <a:noFill/>
                </a:ln>
                <a:solidFill>
                  <a:srgbClr val="CC0000"/>
                </a:solidFill>
                <a:effectLst/>
                <a:uLnTx/>
                <a:uFillTx/>
                <a:latin typeface="Arial" pitchFamily="34" charset="0"/>
                <a:cs typeface="Arial" pitchFamily="34" charset="0"/>
              </a:rPr>
              <a:t>:</a:t>
            </a:r>
            <a:r>
              <a:rPr kumimoji="0" lang="mn-MN" b="1" i="0" u="none" strike="noStrike" kern="1200" cap="none" spc="0" normalizeH="0" baseline="0" noProof="0" dirty="0">
                <a:ln>
                  <a:noFill/>
                </a:ln>
                <a:solidFill>
                  <a:srgbClr val="CC0000"/>
                </a:solidFill>
                <a:effectLst/>
                <a:uLnTx/>
                <a:uFillTx/>
                <a:latin typeface="Arial" pitchFamily="34" charset="0"/>
                <a:cs typeface="Arial" pitchFamily="34" charset="0"/>
              </a:rPr>
              <a:t> </a:t>
            </a:r>
          </a:p>
          <a:p>
            <a:pPr marL="609600" marR="0" lvl="0" indent="-6096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600" b="1" i="0" u="none" strike="noStrike" kern="1200" cap="none" spc="0" normalizeH="0" baseline="0" noProof="0" dirty="0">
              <a:ln>
                <a:noFill/>
              </a:ln>
              <a:solidFill>
                <a:srgbClr val="FF0000"/>
              </a:solidFill>
              <a:effectLst/>
              <a:uLnTx/>
              <a:uFillTx/>
              <a:latin typeface="Arial" pitchFamily="34" charset="0"/>
              <a:cs typeface="Arial" pitchFamily="34" charset="0"/>
            </a:endParaRPr>
          </a:p>
          <a:p>
            <a:pPr marL="990600" lvl="1" indent="-533400">
              <a:spcBef>
                <a:spcPct val="20000"/>
              </a:spcBef>
              <a:buBlip>
                <a:blip r:embed="rId3"/>
              </a:buBlip>
              <a:defRPr/>
            </a:pPr>
            <a:r>
              <a:rPr lang="mn-MN" sz="1600" b="1">
                <a:solidFill>
                  <a:srgbClr val="2D18AC"/>
                </a:solidFill>
                <a:latin typeface="Arial" pitchFamily="34" charset="0"/>
                <a:cs typeface="Arial" pitchFamily="34" charset="0"/>
              </a:rPr>
              <a:t>Оюуны өмчийн газар</a:t>
            </a:r>
            <a:endParaRPr lang="en-US" sz="1600" b="1">
              <a:solidFill>
                <a:srgbClr val="2D18AC"/>
              </a:solidFill>
              <a:latin typeface="Arial" pitchFamily="34" charset="0"/>
              <a:cs typeface="Arial" pitchFamily="34" charset="0"/>
            </a:endParaRPr>
          </a:p>
          <a:p>
            <a:pPr marL="990600" lvl="1" indent="-533400">
              <a:spcBef>
                <a:spcPct val="20000"/>
              </a:spcBef>
              <a:buBlip>
                <a:blip r:embed="rId3"/>
              </a:buBlip>
              <a:defRPr/>
            </a:pPr>
            <a:r>
              <a:rPr lang="mn-MN" sz="1600" b="1">
                <a:solidFill>
                  <a:srgbClr val="2D18AC"/>
                </a:solidFill>
                <a:latin typeface="Arial" pitchFamily="34" charset="0"/>
                <a:cs typeface="Arial" pitchFamily="34" charset="0"/>
              </a:rPr>
              <a:t>Шүүх</a:t>
            </a:r>
            <a:r>
              <a:rPr lang="en-US" sz="1600" b="1">
                <a:solidFill>
                  <a:srgbClr val="2D18AC"/>
                </a:solidFill>
                <a:latin typeface="Arial" pitchFamily="34" charset="0"/>
                <a:cs typeface="Arial" pitchFamily="34" charset="0"/>
              </a:rPr>
              <a:t> </a:t>
            </a:r>
            <a:r>
              <a:rPr lang="mn-MN" sz="1600" b="1">
                <a:solidFill>
                  <a:srgbClr val="2D18AC"/>
                </a:solidFill>
                <a:latin typeface="Arial" pitchFamily="34" charset="0"/>
                <a:cs typeface="Arial" pitchFamily="34" charset="0"/>
              </a:rPr>
              <a:t>эрх мэдлийн байгууллага </a:t>
            </a:r>
          </a:p>
          <a:p>
            <a:pPr marL="990600" lvl="1" indent="-533400">
              <a:spcBef>
                <a:spcPct val="20000"/>
              </a:spcBef>
              <a:defRPr/>
            </a:pPr>
            <a:r>
              <a:rPr lang="mn-MN" sz="1600" b="1">
                <a:solidFill>
                  <a:srgbClr val="2D18AC"/>
                </a:solidFill>
                <a:latin typeface="Arial" pitchFamily="34" charset="0"/>
                <a:cs typeface="Arial" pitchFamily="34" charset="0"/>
              </a:rPr>
              <a:t>                    </a:t>
            </a:r>
            <a:r>
              <a:rPr lang="mn-MN" sz="1400">
                <a:solidFill>
                  <a:srgbClr val="2D18AC"/>
                </a:solidFill>
                <a:latin typeface="Arial" pitchFamily="34" charset="0"/>
                <a:cs typeface="Arial" pitchFamily="34" charset="0"/>
              </a:rPr>
              <a:t>/шүүх, прокурор, мөрдөн байцаах, хэрэг бүртгэх/</a:t>
            </a:r>
            <a:endParaRPr lang="en-US" sz="1600" dirty="0">
              <a:solidFill>
                <a:srgbClr val="2D18AC"/>
              </a:solidFill>
              <a:latin typeface="Arial" pitchFamily="34" charset="0"/>
              <a:cs typeface="Arial" pitchFamily="34" charset="0"/>
            </a:endParaRPr>
          </a:p>
          <a:p>
            <a:pPr marL="990600" lvl="1" indent="-533400">
              <a:spcBef>
                <a:spcPct val="20000"/>
              </a:spcBef>
              <a:buBlip>
                <a:blip r:embed="rId3"/>
              </a:buBlip>
              <a:defRPr/>
            </a:pPr>
            <a:r>
              <a:rPr lang="en-US" sz="1600" b="1" dirty="0">
                <a:solidFill>
                  <a:srgbClr val="2D18AC"/>
                </a:solidFill>
                <a:latin typeface="Arial" pitchFamily="34" charset="0"/>
                <a:cs typeface="Arial" pitchFamily="34" charset="0"/>
              </a:rPr>
              <a:t>Г</a:t>
            </a:r>
            <a:r>
              <a:rPr lang="mn-MN" sz="1600" b="1" dirty="0">
                <a:solidFill>
                  <a:srgbClr val="2D18AC"/>
                </a:solidFill>
                <a:latin typeface="Arial" pitchFamily="34" charset="0"/>
                <a:cs typeface="Arial" pitchFamily="34" charset="0"/>
              </a:rPr>
              <a:t>аалийн байгууллага</a:t>
            </a:r>
            <a:endParaRPr kumimoji="0" lang="mn-MN" sz="1600" b="1" i="0" u="none" strike="noStrike" kern="1200" cap="none" spc="0" normalizeH="0" baseline="0" noProof="0" dirty="0">
              <a:ln>
                <a:noFill/>
              </a:ln>
              <a:solidFill>
                <a:srgbClr val="2D18AC"/>
              </a:solidFill>
              <a:effectLst/>
              <a:uLnTx/>
              <a:uFillTx/>
              <a:latin typeface="Arial" pitchFamily="34" charset="0"/>
              <a:cs typeface="Arial" pitchFamily="34" charset="0"/>
            </a:endParaRPr>
          </a:p>
          <a:p>
            <a:pPr marL="990600" marR="0" lvl="1" indent="-533400" algn="l" defTabSz="914400" rtl="0" eaLnBrk="1" fontAlgn="auto" latinLnBrk="0" hangingPunct="1">
              <a:spcBef>
                <a:spcPct val="20000"/>
              </a:spcBef>
              <a:spcAft>
                <a:spcPts val="0"/>
              </a:spcAft>
              <a:buClrTx/>
              <a:buSzTx/>
              <a:buFontTx/>
              <a:buBlip>
                <a:blip r:embed="rId3"/>
              </a:buBlip>
              <a:tabLst/>
              <a:defRPr/>
            </a:pPr>
            <a:r>
              <a:rPr kumimoji="0" lang="mn-MN" sz="1600" b="1" i="0" u="none" strike="noStrike" kern="1200" cap="none" spc="0" normalizeH="0" baseline="0" noProof="0">
                <a:ln>
                  <a:noFill/>
                </a:ln>
                <a:solidFill>
                  <a:srgbClr val="2D18AC"/>
                </a:solidFill>
                <a:effectLst/>
                <a:uLnTx/>
                <a:uFillTx/>
                <a:latin typeface="Arial" pitchFamily="34" charset="0"/>
                <a:cs typeface="Arial" pitchFamily="34" charset="0"/>
              </a:rPr>
              <a:t>Шударга </a:t>
            </a:r>
            <a:r>
              <a:rPr kumimoji="0" lang="mn-MN" sz="1600" b="1" i="0" u="none" strike="noStrike" kern="1200" cap="none" spc="0" normalizeH="0" baseline="0" noProof="0" dirty="0">
                <a:ln>
                  <a:noFill/>
                </a:ln>
                <a:solidFill>
                  <a:srgbClr val="2D18AC"/>
                </a:solidFill>
                <a:effectLst/>
                <a:uLnTx/>
                <a:uFillTx/>
                <a:latin typeface="Arial" pitchFamily="34" charset="0"/>
                <a:cs typeface="Arial" pitchFamily="34" charset="0"/>
              </a:rPr>
              <a:t>өрсөлдөөн, хэрэглэгчийн </a:t>
            </a:r>
            <a:r>
              <a:rPr kumimoji="0" lang="mn-MN" sz="1600" b="1" i="0" u="none" strike="noStrike" kern="1200" cap="none" spc="0" normalizeH="0" baseline="0" noProof="0">
                <a:ln>
                  <a:noFill/>
                </a:ln>
                <a:solidFill>
                  <a:srgbClr val="2D18AC"/>
                </a:solidFill>
                <a:effectLst/>
                <a:uLnTx/>
                <a:uFillTx/>
                <a:latin typeface="Arial" pitchFamily="34" charset="0"/>
                <a:cs typeface="Arial" pitchFamily="34" charset="0"/>
              </a:rPr>
              <a:t>төлөө байгууллага</a:t>
            </a:r>
          </a:p>
          <a:p>
            <a:pPr marL="990600" marR="0" lvl="1" indent="-533400" algn="l" defTabSz="914400" rtl="0" eaLnBrk="1" fontAlgn="auto" latinLnBrk="0" hangingPunct="1">
              <a:spcBef>
                <a:spcPct val="20000"/>
              </a:spcBef>
              <a:spcAft>
                <a:spcPts val="0"/>
              </a:spcAft>
              <a:buClrTx/>
              <a:buSzTx/>
              <a:buFontTx/>
              <a:buBlip>
                <a:blip r:embed="rId3"/>
              </a:buBlip>
              <a:tabLst/>
              <a:defRPr/>
            </a:pPr>
            <a:r>
              <a:rPr lang="mn-MN" sz="1600" b="1">
                <a:solidFill>
                  <a:srgbClr val="2D18AC"/>
                </a:solidFill>
                <a:latin typeface="Arial" pitchFamily="34" charset="0"/>
                <a:cs typeface="Arial" pitchFamily="34" charset="0"/>
              </a:rPr>
              <a:t>Хуулиар харьяалуулсан бусад байгууллага</a:t>
            </a:r>
            <a:endParaRPr kumimoji="0" lang="en-US" sz="1600" b="1" i="0" u="none" strike="noStrike" kern="1200" cap="none" spc="0" normalizeH="0" baseline="0" noProof="0" dirty="0">
              <a:ln>
                <a:noFill/>
              </a:ln>
              <a:solidFill>
                <a:srgbClr val="2D18AC"/>
              </a:solidFill>
              <a:effectLst/>
              <a:uLnTx/>
              <a:uFillTx/>
              <a:latin typeface="Arial" pitchFamily="34" charset="0"/>
              <a:cs typeface="Arial" pitchFamily="34" charset="0"/>
            </a:endParaRPr>
          </a:p>
          <a:p>
            <a:pPr marL="609600" marR="0" lvl="0" indent="-6096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600" b="1" i="0" u="none" strike="noStrike" kern="1200" cap="none" spc="0" normalizeH="0" baseline="0" noProof="0" dirty="0">
              <a:ln>
                <a:noFill/>
              </a:ln>
              <a:solidFill>
                <a:srgbClr val="FF0000"/>
              </a:solidFill>
              <a:effectLst/>
              <a:uLnTx/>
              <a:uFillTx/>
              <a:latin typeface="Arial" pitchFamily="34" charset="0"/>
              <a:cs typeface="Arial" pitchFamily="34" charset="0"/>
            </a:endParaRPr>
          </a:p>
          <a:p>
            <a:pPr marL="609600" marR="0" lvl="0" indent="-609600" algn="ctr" defTabSz="914400" rtl="0" eaLnBrk="1" fontAlgn="auto" latinLnBrk="0" hangingPunct="1">
              <a:lnSpc>
                <a:spcPct val="80000"/>
              </a:lnSpc>
              <a:spcBef>
                <a:spcPct val="20000"/>
              </a:spcBef>
              <a:spcAft>
                <a:spcPts val="0"/>
              </a:spcAft>
              <a:buClrTx/>
              <a:buSzTx/>
              <a:tabLst/>
              <a:defRPr/>
            </a:pPr>
            <a:r>
              <a:rPr kumimoji="0" lang="mn-MN" b="1" i="0" u="none" strike="noStrike" kern="1200" cap="none" spc="0" normalizeH="0" baseline="0" noProof="0">
                <a:ln>
                  <a:noFill/>
                </a:ln>
                <a:solidFill>
                  <a:srgbClr val="CC0000"/>
                </a:solidFill>
                <a:effectLst/>
                <a:uLnTx/>
                <a:uFillTx/>
                <a:latin typeface="Arial" pitchFamily="34" charset="0"/>
                <a:cs typeface="Arial" pitchFamily="34" charset="0"/>
              </a:rPr>
              <a:t>Иргэний нийгмийн </a:t>
            </a:r>
            <a:r>
              <a:rPr kumimoji="0" lang="mn-MN" b="1" i="0" u="none" strike="noStrike" kern="1200" cap="none" spc="0" normalizeH="0" baseline="0" noProof="0" dirty="0">
                <a:ln>
                  <a:noFill/>
                </a:ln>
                <a:solidFill>
                  <a:srgbClr val="CC0000"/>
                </a:solidFill>
                <a:effectLst/>
                <a:uLnTx/>
                <a:uFillTx/>
                <a:latin typeface="Arial" pitchFamily="34" charset="0"/>
                <a:cs typeface="Arial" pitchFamily="34" charset="0"/>
              </a:rPr>
              <a:t>байгууллага</a:t>
            </a:r>
            <a:r>
              <a:rPr kumimoji="0" lang="en-US" b="1" i="0" u="none" strike="noStrike" kern="1200" cap="none" spc="0" normalizeH="0" baseline="0" noProof="0" dirty="0">
                <a:ln>
                  <a:noFill/>
                </a:ln>
                <a:solidFill>
                  <a:srgbClr val="CC0000"/>
                </a:solidFill>
                <a:effectLst/>
                <a:uLnTx/>
                <a:uFillTx/>
                <a:latin typeface="Arial" pitchFamily="34" charset="0"/>
                <a:cs typeface="Arial" pitchFamily="34" charset="0"/>
              </a:rPr>
              <a:t>:</a:t>
            </a:r>
            <a:endParaRPr kumimoji="0" lang="mn-MN" b="1" i="0" u="none" strike="noStrike" kern="1200" cap="none" spc="0" normalizeH="0" baseline="0" noProof="0" dirty="0">
              <a:ln>
                <a:noFill/>
              </a:ln>
              <a:solidFill>
                <a:srgbClr val="CC0000"/>
              </a:solidFill>
              <a:effectLst/>
              <a:uLnTx/>
              <a:uFillTx/>
              <a:latin typeface="Arial" pitchFamily="34" charset="0"/>
              <a:cs typeface="Arial" pitchFamily="34" charset="0"/>
            </a:endParaRPr>
          </a:p>
          <a:p>
            <a:pPr marL="609600" marR="0" lvl="0" indent="-6096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600" b="1" i="0" u="none" strike="noStrike" kern="1200" cap="none" spc="0" normalizeH="0" baseline="0" noProof="0" dirty="0">
              <a:ln>
                <a:noFill/>
              </a:ln>
              <a:solidFill>
                <a:srgbClr val="FF0000"/>
              </a:solidFill>
              <a:effectLst/>
              <a:uLnTx/>
              <a:uFillTx/>
              <a:latin typeface="Arial" pitchFamily="34" charset="0"/>
              <a:cs typeface="Arial" pitchFamily="34" charset="0"/>
            </a:endParaRPr>
          </a:p>
          <a:p>
            <a:pPr marL="990600" marR="0" lvl="1" indent="-533400" algn="l" defTabSz="914400" rtl="0" eaLnBrk="1" fontAlgn="auto" latinLnBrk="0" hangingPunct="1">
              <a:lnSpc>
                <a:spcPct val="80000"/>
              </a:lnSpc>
              <a:spcBef>
                <a:spcPct val="20000"/>
              </a:spcBef>
              <a:spcAft>
                <a:spcPts val="0"/>
              </a:spcAft>
              <a:buClrTx/>
              <a:buSzTx/>
              <a:buFontTx/>
              <a:buBlip>
                <a:blip r:embed="rId3"/>
              </a:buBlip>
              <a:tabLst/>
              <a:defRPr/>
            </a:pPr>
            <a:r>
              <a:rPr kumimoji="0" lang="mn-MN" sz="1600" b="1" i="0" u="none" strike="noStrike" kern="1200" cap="none" spc="0" normalizeH="0" baseline="0" noProof="0" dirty="0">
                <a:ln>
                  <a:noFill/>
                </a:ln>
                <a:solidFill>
                  <a:srgbClr val="2D18AC"/>
                </a:solidFill>
                <a:effectLst/>
                <a:uLnTx/>
                <a:uFillTx/>
                <a:latin typeface="Arial" pitchFamily="34" charset="0"/>
                <a:cs typeface="Arial" pitchFamily="34" charset="0"/>
              </a:rPr>
              <a:t>Хамтын удирдлагын байгууллага</a:t>
            </a:r>
            <a:endParaRPr kumimoji="0" lang="en-US" sz="1600" b="1" i="0" u="none" strike="noStrike" kern="1200" cap="none" spc="0" normalizeH="0" baseline="0" noProof="0" dirty="0">
              <a:ln>
                <a:noFill/>
              </a:ln>
              <a:solidFill>
                <a:srgbClr val="2D18AC"/>
              </a:solidFill>
              <a:effectLst/>
              <a:uLnTx/>
              <a:uFillTx/>
              <a:latin typeface="Arial" pitchFamily="34" charset="0"/>
              <a:cs typeface="Arial" pitchFamily="34" charset="0"/>
            </a:endParaRPr>
          </a:p>
          <a:p>
            <a:pPr marL="990600" marR="0" lvl="1" indent="-533400" algn="l" defTabSz="914400" rtl="0" eaLnBrk="1" fontAlgn="auto" latinLnBrk="0" hangingPunct="1">
              <a:lnSpc>
                <a:spcPct val="80000"/>
              </a:lnSpc>
              <a:spcBef>
                <a:spcPct val="20000"/>
              </a:spcBef>
              <a:spcAft>
                <a:spcPts val="0"/>
              </a:spcAft>
              <a:buClrTx/>
              <a:buSzTx/>
              <a:buFontTx/>
              <a:buBlip>
                <a:blip r:embed="rId3"/>
              </a:buBlip>
              <a:tabLst/>
              <a:defRPr/>
            </a:pPr>
            <a:r>
              <a:rPr kumimoji="0" lang="mn-MN" sz="1600" b="1" i="0" u="none" strike="noStrike" kern="1200" cap="none" spc="0" normalizeH="0" baseline="0" noProof="0" dirty="0">
                <a:ln>
                  <a:noFill/>
                </a:ln>
                <a:solidFill>
                  <a:srgbClr val="2D18AC"/>
                </a:solidFill>
                <a:effectLst/>
                <a:uLnTx/>
                <a:uFillTx/>
                <a:latin typeface="Arial" pitchFamily="34" charset="0"/>
                <a:cs typeface="Arial" pitchFamily="34" charset="0"/>
              </a:rPr>
              <a:t>Оюуны </a:t>
            </a:r>
            <a:r>
              <a:rPr kumimoji="0" lang="mn-MN" sz="1600" b="1" i="0" u="none" strike="noStrike" kern="1200" cap="none" spc="0" normalizeH="0" baseline="0" noProof="0">
                <a:ln>
                  <a:noFill/>
                </a:ln>
                <a:solidFill>
                  <a:srgbClr val="2D18AC"/>
                </a:solidFill>
                <a:effectLst/>
                <a:uLnTx/>
                <a:uFillTx/>
                <a:latin typeface="Arial" pitchFamily="34" charset="0"/>
                <a:cs typeface="Arial" pitchFamily="34" charset="0"/>
              </a:rPr>
              <a:t>өмчийн итгэмжлэгдсэн</a:t>
            </a:r>
            <a:r>
              <a:rPr kumimoji="0" lang="mn-MN" sz="1600" b="1" i="0" u="none" strike="noStrike" kern="1200" cap="none" spc="0" normalizeH="0" noProof="0">
                <a:ln>
                  <a:noFill/>
                </a:ln>
                <a:solidFill>
                  <a:srgbClr val="2D18AC"/>
                </a:solidFill>
                <a:effectLst/>
                <a:uLnTx/>
                <a:uFillTx/>
                <a:latin typeface="Arial" pitchFamily="34" charset="0"/>
                <a:cs typeface="Arial" pitchFamily="34" charset="0"/>
              </a:rPr>
              <a:t> төлөөллийн байгууллага </a:t>
            </a:r>
            <a:endParaRPr kumimoji="0" lang="mn-MN" sz="1600" b="1" i="0" u="none" strike="noStrike" kern="1200" cap="none" spc="0" normalizeH="0" baseline="0" noProof="0" dirty="0">
              <a:ln>
                <a:noFill/>
              </a:ln>
              <a:solidFill>
                <a:srgbClr val="2D18AC"/>
              </a:solidFill>
              <a:effectLst/>
              <a:uLnTx/>
              <a:uFillTx/>
              <a:latin typeface="Arial" pitchFamily="34" charset="0"/>
              <a:cs typeface="Arial" pitchFamily="34" charset="0"/>
            </a:endParaRPr>
          </a:p>
          <a:p>
            <a:pPr marL="990600" marR="0" lvl="1" indent="-533400" algn="l" defTabSz="914400" rtl="0" eaLnBrk="1" fontAlgn="auto" latinLnBrk="0" hangingPunct="1">
              <a:lnSpc>
                <a:spcPct val="80000"/>
              </a:lnSpc>
              <a:spcBef>
                <a:spcPct val="20000"/>
              </a:spcBef>
              <a:spcAft>
                <a:spcPts val="0"/>
              </a:spcAft>
              <a:buClrTx/>
              <a:buSzTx/>
              <a:buFontTx/>
              <a:buBlip>
                <a:blip r:embed="rId3"/>
              </a:buBlip>
              <a:tabLst/>
              <a:defRPr/>
            </a:pPr>
            <a:r>
              <a:rPr kumimoji="0" lang="mn-MN" sz="1600" b="1" i="0" u="none" strike="noStrike" kern="1200" cap="none" spc="0" normalizeH="0" baseline="0" noProof="0">
                <a:ln>
                  <a:noFill/>
                </a:ln>
                <a:solidFill>
                  <a:srgbClr val="2D18AC"/>
                </a:solidFill>
                <a:effectLst/>
                <a:uLnTx/>
                <a:uFillTx/>
                <a:latin typeface="Arial" pitchFamily="34" charset="0"/>
                <a:cs typeface="Arial" pitchFamily="34" charset="0"/>
              </a:rPr>
              <a:t>Төрийн бус бусад</a:t>
            </a:r>
            <a:r>
              <a:rPr kumimoji="0" lang="en-US" sz="1600" b="1" i="0" u="none" strike="noStrike" kern="1200" cap="none" spc="0" normalizeH="0" baseline="0" noProof="0">
                <a:ln>
                  <a:noFill/>
                </a:ln>
                <a:solidFill>
                  <a:srgbClr val="2D18AC"/>
                </a:solidFill>
                <a:effectLst/>
                <a:uLnTx/>
                <a:uFillTx/>
                <a:latin typeface="Arial" pitchFamily="34" charset="0"/>
                <a:cs typeface="Arial" pitchFamily="34" charset="0"/>
              </a:rPr>
              <a:t> </a:t>
            </a:r>
            <a:r>
              <a:rPr kumimoji="0" lang="mn-MN" sz="1600" b="1" i="0" u="none" strike="noStrike" kern="1200" cap="none" spc="0" normalizeH="0" baseline="0" noProof="0" dirty="0">
                <a:ln>
                  <a:noFill/>
                </a:ln>
                <a:solidFill>
                  <a:srgbClr val="2D18AC"/>
                </a:solidFill>
                <a:effectLst/>
                <a:uLnTx/>
                <a:uFillTx/>
                <a:latin typeface="Arial" pitchFamily="34" charset="0"/>
                <a:cs typeface="Arial" pitchFamily="34" charset="0"/>
              </a:rPr>
              <a:t>байгууллага</a:t>
            </a:r>
            <a:endParaRPr kumimoji="0" lang="en-US" sz="1600" b="1" i="0" u="none" strike="noStrike" kern="1200" cap="none" spc="0" normalizeH="0" baseline="0" noProof="0" dirty="0">
              <a:ln>
                <a:noFill/>
              </a:ln>
              <a:solidFill>
                <a:srgbClr val="2D18AC"/>
              </a:solidFill>
              <a:effectLst/>
              <a:uLnTx/>
              <a:uFillTx/>
              <a:latin typeface="Arial" pitchFamily="34" charset="0"/>
              <a:cs typeface="Arial" pitchFamily="34" charset="0"/>
            </a:endParaRPr>
          </a:p>
          <a:p>
            <a:pPr marL="609600" marR="0" lvl="0" indent="-6096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600" b="1" i="0" u="none" strike="noStrike" kern="1200" cap="none" spc="0" normalizeH="0" baseline="0" noProof="0" dirty="0">
              <a:ln>
                <a:noFill/>
              </a:ln>
              <a:solidFill>
                <a:srgbClr val="FF0000"/>
              </a:solidFill>
              <a:effectLst/>
              <a:uLnTx/>
              <a:uFillTx/>
              <a:latin typeface="Arial" pitchFamily="34" charset="0"/>
              <a:cs typeface="Arial" pitchFamily="34" charset="0"/>
            </a:endParaRPr>
          </a:p>
          <a:p>
            <a:pPr marL="609600" marR="0" lvl="0" indent="-609600" algn="l" defTabSz="914400" rtl="0" eaLnBrk="1" fontAlgn="auto" latinLnBrk="0" hangingPunct="1">
              <a:lnSpc>
                <a:spcPct val="80000"/>
              </a:lnSpc>
              <a:spcBef>
                <a:spcPct val="20000"/>
              </a:spcBef>
              <a:spcAft>
                <a:spcPts val="0"/>
              </a:spcAft>
              <a:buClrTx/>
              <a:buSzTx/>
              <a:buFontTx/>
              <a:buChar char="•"/>
              <a:tabLst/>
              <a:defRPr/>
            </a:pPr>
            <a:endParaRPr kumimoji="0" lang="en-US" sz="1600" b="1" i="0" u="none" strike="noStrike" kern="1200" cap="none" spc="0" normalizeH="0" baseline="0" noProof="0" dirty="0">
              <a:ln>
                <a:noFill/>
              </a:ln>
              <a:solidFill>
                <a:srgbClr val="FF0000"/>
              </a:solidFill>
              <a:effectLst/>
              <a:uLnTx/>
              <a:uFillTx/>
              <a:latin typeface="Arial" pitchFamily="34" charset="0"/>
              <a:cs typeface="Arial" pitchFamily="34" charset="0"/>
            </a:endParaRPr>
          </a:p>
        </p:txBody>
      </p:sp>
      <p:graphicFrame>
        <p:nvGraphicFramePr>
          <p:cNvPr id="26626" name="Object 2"/>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4" imgW="32961960" imgH="6570720" progId="">
                  <p:embed/>
                </p:oleObj>
              </mc:Choice>
              <mc:Fallback>
                <p:oleObj name="CorelDRAW" r:id="rId4" imgW="32961960" imgH="6570720" progId="">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143000" y="381000"/>
            <a:ext cx="7174523" cy="1012825"/>
          </a:xfrm>
          <a:prstGeom prst="rect">
            <a:avLst/>
          </a:prstGeom>
        </p:spPr>
        <p:txBody>
          <a:bodyPr vert="horz" lIns="91440" tIns="45720" rIns="91440" bIns="45720" rtlCol="0" anchor="ctr">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mn-MN" sz="2400" b="1" u="none" strike="noStrike" kern="1200" spc="50" normalizeH="0" baseline="0" noProof="0" dirty="0">
                <a:ln w="11430"/>
                <a:solidFill>
                  <a:srgbClr val="FF0000"/>
                </a:solidFill>
                <a:effectLst>
                  <a:outerShdw blurRad="76200" dist="50800" dir="5400000" algn="tl" rotWithShape="0">
                    <a:srgbClr val="000000">
                      <a:alpha val="65000"/>
                    </a:srgbClr>
                  </a:outerShdw>
                </a:effectLst>
                <a:uLnTx/>
                <a:uFillTx/>
                <a:latin typeface="Arial" pitchFamily="34" charset="0"/>
                <a:ea typeface="+mj-ea"/>
                <a:cs typeface="Arial" pitchFamily="34" charset="0"/>
              </a:rPr>
              <a:t>Монгол Улсын оюуны өмчийн хяналтын </a:t>
            </a:r>
            <a:endParaRPr kumimoji="0" lang="en-US" sz="2400" b="1" u="none" strike="noStrike" kern="1200" spc="50" normalizeH="0" baseline="0" noProof="0" dirty="0">
              <a:ln w="11430"/>
              <a:solidFill>
                <a:srgbClr val="FF0000"/>
              </a:solidFill>
              <a:effectLst>
                <a:outerShdw blurRad="76200" dist="50800" dir="5400000" algn="tl" rotWithShape="0">
                  <a:srgbClr val="000000">
                    <a:alpha val="65000"/>
                  </a:srgbClr>
                </a:outerShdw>
              </a:effectLst>
              <a:uLnTx/>
              <a:uFillTx/>
              <a:latin typeface="Arial" pitchFamily="34" charset="0"/>
              <a:ea typeface="+mj-ea"/>
              <a:cs typeface="Arial" pitchFamily="34"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mn-MN" sz="2400" b="1" u="none" strike="noStrike" kern="1200" spc="50" normalizeH="0" baseline="0" noProof="0" dirty="0">
                <a:ln w="11430"/>
                <a:solidFill>
                  <a:srgbClr val="FF0000"/>
                </a:solidFill>
                <a:effectLst>
                  <a:outerShdw blurRad="76200" dist="50800" dir="5400000" algn="tl" rotWithShape="0">
                    <a:srgbClr val="000000">
                      <a:alpha val="65000"/>
                    </a:srgbClr>
                  </a:outerShdw>
                </a:effectLst>
                <a:uLnTx/>
                <a:uFillTx/>
                <a:latin typeface="Arial" pitchFamily="34" charset="0"/>
                <a:ea typeface="+mj-ea"/>
                <a:cs typeface="Arial" pitchFamily="34" charset="0"/>
              </a:rPr>
              <a:t>тогтолцоо, хамтын ажиллагаа</a:t>
            </a:r>
            <a:endParaRPr kumimoji="0" lang="en-US" sz="2400" b="1" u="none" strike="noStrike" kern="1200" spc="50" normalizeH="0" baseline="0" noProof="0" dirty="0">
              <a:ln w="11430"/>
              <a:solidFill>
                <a:srgbClr val="FF0000"/>
              </a:solidFill>
              <a:effectLst>
                <a:outerShdw blurRad="76200" dist="50800" dir="5400000" algn="tl" rotWithShape="0">
                  <a:srgbClr val="000000">
                    <a:alpha val="65000"/>
                  </a:srgbClr>
                </a:outerShdw>
              </a:effectLst>
              <a:uLnTx/>
              <a:uFillTx/>
              <a:latin typeface="Arial" pitchFamily="34" charset="0"/>
              <a:ea typeface="+mj-ea"/>
              <a:cs typeface="Arial" pitchFamily="34" charset="0"/>
            </a:endParaRPr>
          </a:p>
        </p:txBody>
      </p:sp>
      <p:graphicFrame>
        <p:nvGraphicFramePr>
          <p:cNvPr id="6" name="Diagram 5"/>
          <p:cNvGraphicFramePr/>
          <p:nvPr>
            <p:extLst>
              <p:ext uri="{D42A27DB-BD31-4B8C-83A1-F6EECF244321}">
                <p14:modId xmlns:p14="http://schemas.microsoft.com/office/powerpoint/2010/main" val="1238295606"/>
              </p:ext>
            </p:extLst>
          </p:nvPr>
        </p:nvGraphicFramePr>
        <p:xfrm>
          <a:off x="1828800" y="1752600"/>
          <a:ext cx="5867400" cy="381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7650" name="Object 2"/>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8" imgW="32961960" imgH="6570720" progId="">
                  <p:embed/>
                </p:oleObj>
              </mc:Choice>
              <mc:Fallback>
                <p:oleObj name="CorelDRAW" r:id="rId8" imgW="32961960" imgH="6570720" progId="">
                  <p:embed/>
                  <p:pic>
                    <p:nvPicPr>
                      <p:cNvPr id="0"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p:cNvGraphicFramePr/>
          <p:nvPr/>
        </p:nvGraphicFramePr>
        <p:xfrm>
          <a:off x="1428728" y="857232"/>
          <a:ext cx="6315100" cy="4400569"/>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p:cNvGraphicFramePr/>
          <p:nvPr/>
        </p:nvGraphicFramePr>
        <p:xfrm>
          <a:off x="1357290" y="1142984"/>
          <a:ext cx="6557988" cy="4062429"/>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p:cNvGraphicFramePr/>
          <p:nvPr/>
        </p:nvGraphicFramePr>
        <p:xfrm>
          <a:off x="1643042" y="1214422"/>
          <a:ext cx="6415112" cy="419578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838200" y="304800"/>
            <a:ext cx="7772400" cy="1143000"/>
          </a:xfrm>
          <a:prstGeom prst="rect">
            <a:avLst/>
          </a:prstGeom>
        </p:spPr>
        <p:txBody>
          <a:bodyPr vert="horz" lIns="91440" tIns="45720" rIns="91440" bIns="45720" rtlCol="0" anchor="ctr">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mn-MN" sz="2400" b="1" u="none" strike="noStrike" kern="1200" spc="50" normalizeH="0" baseline="0" noProof="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j-ea"/>
                <a:cs typeface="Arial" pitchFamily="34" charset="0"/>
              </a:rPr>
              <a:t>Жижиг дунд үйлдвэрлэл дэх оюуны өмчийн </a:t>
            </a:r>
            <a:r>
              <a:rPr kumimoji="0" lang="mn-MN" sz="2400" b="1" u="none" strike="noStrike" kern="1200" spc="50" normalizeH="0" noProof="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j-ea"/>
                <a:cs typeface="Arial" pitchFamily="34" charset="0"/>
              </a:rPr>
              <a:t>зөрчил</a:t>
            </a:r>
          </a:p>
          <a:p>
            <a:pPr marL="0" marR="0" lvl="0" indent="0" algn="ctr" defTabSz="914400" rtl="0" eaLnBrk="1" fontAlgn="auto" latinLnBrk="0" hangingPunct="1">
              <a:lnSpc>
                <a:spcPct val="100000"/>
              </a:lnSpc>
              <a:spcBef>
                <a:spcPct val="0"/>
              </a:spcBef>
              <a:spcAft>
                <a:spcPts val="0"/>
              </a:spcAft>
              <a:buClrTx/>
              <a:buSzTx/>
              <a:buFontTx/>
              <a:buNone/>
              <a:tabLst/>
              <a:defRPr/>
            </a:pPr>
            <a:r>
              <a:rPr lang="mn-MN" sz="1600" b="1" spc="50" baseline="0">
                <a:ln w="11430"/>
                <a:solidFill>
                  <a:srgbClr val="2D18AC"/>
                </a:solidFill>
                <a:latin typeface="Arial" pitchFamily="34" charset="0"/>
                <a:ea typeface="+mj-ea"/>
                <a:cs typeface="Arial" pitchFamily="34" charset="0"/>
              </a:rPr>
              <a:t>/Ундааны үйлдвэрлэлийн салбар/</a:t>
            </a:r>
            <a:endParaRPr kumimoji="0" lang="en-US" b="1" u="none" strike="noStrike" kern="1200" spc="50" normalizeH="0" baseline="0" noProof="0">
              <a:ln w="11430"/>
              <a:solidFill>
                <a:srgbClr val="2D18AC"/>
              </a:solidFill>
              <a:uLnTx/>
              <a:uFillTx/>
              <a:latin typeface="Arial" pitchFamily="34" charset="0"/>
              <a:ea typeface="+mj-ea"/>
              <a:cs typeface="Arial" pitchFamily="34" charset="0"/>
            </a:endParaRPr>
          </a:p>
        </p:txBody>
      </p:sp>
      <p:pic>
        <p:nvPicPr>
          <p:cNvPr id="1027" name="Picture 3" descr="C:\Documents and Settings\PC\Desktop\1. Shalgalt\2011\coca-cola\DSC01939.jpg"/>
          <p:cNvPicPr>
            <a:picLocks noChangeAspect="1" noChangeArrowheads="1"/>
          </p:cNvPicPr>
          <p:nvPr/>
        </p:nvPicPr>
        <p:blipFill>
          <a:blip r:embed="rId3" cstate="print"/>
          <a:srcRect/>
          <a:stretch>
            <a:fillRect/>
          </a:stretch>
        </p:blipFill>
        <p:spPr bwMode="auto">
          <a:xfrm>
            <a:off x="2514608" y="3784998"/>
            <a:ext cx="2700334" cy="2025251"/>
          </a:xfrm>
          <a:prstGeom prst="rect">
            <a:avLst/>
          </a:prstGeom>
          <a:ln>
            <a:noFill/>
          </a:ln>
          <a:effectLst>
            <a:outerShdw blurRad="292100" dist="139700" dir="2700000" algn="tl" rotWithShape="0">
              <a:srgbClr val="333333">
                <a:alpha val="65000"/>
              </a:srgbClr>
            </a:outerShdw>
          </a:effectLst>
        </p:spPr>
      </p:pic>
      <p:pic>
        <p:nvPicPr>
          <p:cNvPr id="1028" name="Picture 4" descr="C:\Documents and Settings\PC\Desktop\1. Shalgalt\2011\coca-cola\DSC01941.jpg"/>
          <p:cNvPicPr>
            <a:picLocks noChangeAspect="1" noChangeArrowheads="1"/>
          </p:cNvPicPr>
          <p:nvPr/>
        </p:nvPicPr>
        <p:blipFill>
          <a:blip r:embed="rId4" cstate="print"/>
          <a:srcRect/>
          <a:stretch>
            <a:fillRect/>
          </a:stretch>
        </p:blipFill>
        <p:spPr bwMode="auto">
          <a:xfrm>
            <a:off x="5629300" y="1676400"/>
            <a:ext cx="2514600" cy="1885950"/>
          </a:xfrm>
          <a:prstGeom prst="rect">
            <a:avLst/>
          </a:prstGeom>
          <a:ln>
            <a:noFill/>
          </a:ln>
          <a:effectLst>
            <a:outerShdw blurRad="292100" dist="139700" dir="2700000" algn="tl" rotWithShape="0">
              <a:srgbClr val="333333">
                <a:alpha val="65000"/>
              </a:srgbClr>
            </a:outerShdw>
          </a:effectLst>
        </p:spPr>
      </p:pic>
      <p:pic>
        <p:nvPicPr>
          <p:cNvPr id="1029" name="Picture 5" descr="C:\Documents and Settings\PC\Desktop\1. Shalgalt\2011\coca-cola\DSC01940.jpg"/>
          <p:cNvPicPr>
            <a:picLocks noChangeAspect="1" noChangeArrowheads="1"/>
          </p:cNvPicPr>
          <p:nvPr/>
        </p:nvPicPr>
        <p:blipFill>
          <a:blip r:embed="rId5" cstate="print"/>
          <a:srcRect/>
          <a:stretch>
            <a:fillRect/>
          </a:stretch>
        </p:blipFill>
        <p:spPr bwMode="auto">
          <a:xfrm>
            <a:off x="5643570" y="3810000"/>
            <a:ext cx="2540000" cy="1981200"/>
          </a:xfrm>
          <a:prstGeom prst="rect">
            <a:avLst/>
          </a:prstGeom>
          <a:ln>
            <a:noFill/>
          </a:ln>
          <a:effectLst>
            <a:outerShdw blurRad="292100" dist="139700" dir="2700000" algn="tl" rotWithShape="0">
              <a:srgbClr val="333333">
                <a:alpha val="65000"/>
              </a:srgbClr>
            </a:outerShdw>
          </a:effectLst>
        </p:spPr>
      </p:pic>
      <p:sp>
        <p:nvSpPr>
          <p:cNvPr id="12" name="Title 1"/>
          <p:cNvSpPr txBox="1">
            <a:spLocks/>
          </p:cNvSpPr>
          <p:nvPr/>
        </p:nvSpPr>
        <p:spPr>
          <a:xfrm>
            <a:off x="2643174" y="2057400"/>
            <a:ext cx="2590800" cy="1143000"/>
          </a:xfrm>
          <a:prstGeom prst="rect">
            <a:avLst/>
          </a:prstGeom>
        </p:spPr>
        <p:txBody>
          <a:bodyPr vert="horz" lIns="91440" tIns="45720" rIns="91440" bIns="45720" rtlCol="0" anchor="ctr">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400" rtl="0" eaLnBrk="1" fontAlgn="auto" latinLnBrk="0" hangingPunct="1">
              <a:lnSpc>
                <a:spcPct val="100000"/>
              </a:lnSpc>
              <a:spcBef>
                <a:spcPct val="0"/>
              </a:spcBef>
              <a:spcAft>
                <a:spcPts val="0"/>
              </a:spcAft>
              <a:buClrTx/>
              <a:buSzTx/>
              <a:buBlip>
                <a:blip r:embed="rId6"/>
              </a:buBlip>
              <a:tabLst/>
              <a:defRPr/>
            </a:pPr>
            <a:r>
              <a:rPr kumimoji="0" lang="mn-MN" sz="1600" b="1" u="none" strike="noStrike" kern="1200" spc="50" normalizeH="0" baseline="0" noProof="0">
                <a:ln w="11430"/>
                <a:solidFill>
                  <a:srgbClr val="2D18AC"/>
                </a:solidFill>
                <a:uLnTx/>
                <a:uFillTx/>
                <a:latin typeface="Arial" pitchFamily="34" charset="0"/>
                <a:ea typeface="+mj-ea"/>
                <a:cs typeface="Arial" pitchFamily="34" charset="0"/>
              </a:rPr>
              <a:t>   Барааны тэмдгийн  </a:t>
            </a:r>
          </a:p>
          <a:p>
            <a:pPr marL="0" marR="0" lvl="0" indent="0" algn="ctr" defTabSz="914400" rtl="0" eaLnBrk="1" fontAlgn="auto" latinLnBrk="0" hangingPunct="1">
              <a:lnSpc>
                <a:spcPct val="100000"/>
              </a:lnSpc>
              <a:spcBef>
                <a:spcPct val="0"/>
              </a:spcBef>
              <a:spcAft>
                <a:spcPts val="0"/>
              </a:spcAft>
              <a:buClrTx/>
              <a:buSzTx/>
              <a:tabLst/>
              <a:defRPr/>
            </a:pPr>
            <a:r>
              <a:rPr kumimoji="0" lang="mn-MN" sz="1600" b="1" u="none" strike="noStrike" kern="1200" spc="50" normalizeH="0" baseline="0" noProof="0">
                <a:ln w="11430"/>
                <a:solidFill>
                  <a:srgbClr val="2D18AC"/>
                </a:solidFill>
                <a:uLnTx/>
                <a:uFillTx/>
                <a:latin typeface="Arial" pitchFamily="34" charset="0"/>
                <a:ea typeface="+mj-ea"/>
                <a:cs typeface="Arial" pitchFamily="34" charset="0"/>
              </a:rPr>
              <a:t>зөрчил</a:t>
            </a:r>
          </a:p>
        </p:txBody>
      </p:sp>
      <p:sp>
        <p:nvSpPr>
          <p:cNvPr id="15" name="Oval 14"/>
          <p:cNvSpPr/>
          <p:nvPr/>
        </p:nvSpPr>
        <p:spPr>
          <a:xfrm>
            <a:off x="3428992" y="4857760"/>
            <a:ext cx="990600" cy="914400"/>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2857488" y="3857628"/>
            <a:ext cx="990600" cy="914400"/>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6357950" y="4857760"/>
            <a:ext cx="990600" cy="914400"/>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n-MN"/>
              <a:t>ё</a:t>
            </a:r>
            <a:endParaRPr lang="en-US"/>
          </a:p>
        </p:txBody>
      </p:sp>
      <p:sp>
        <p:nvSpPr>
          <p:cNvPr id="18" name="Oval 17"/>
          <p:cNvSpPr/>
          <p:nvPr/>
        </p:nvSpPr>
        <p:spPr>
          <a:xfrm>
            <a:off x="6500826" y="2143116"/>
            <a:ext cx="990600" cy="914400"/>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20" name="Straight Arrow Connector 19"/>
          <p:cNvCxnSpPr>
            <a:stCxn id="12" idx="2"/>
          </p:cNvCxnSpPr>
          <p:nvPr/>
        </p:nvCxnSpPr>
        <p:spPr>
          <a:xfrm rot="5400000">
            <a:off x="3633774" y="3276600"/>
            <a:ext cx="381000" cy="228600"/>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a:off x="5286380" y="2571744"/>
            <a:ext cx="1143008" cy="71438"/>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rot="16200000" flipH="1">
            <a:off x="4786314" y="3357562"/>
            <a:ext cx="1524000" cy="1524000"/>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34818" name="Object 2"/>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7" imgW="32961960" imgH="6570720" progId="">
                  <p:embed/>
                </p:oleObj>
              </mc:Choice>
              <mc:Fallback>
                <p:oleObj name="CorelDRAW" r:id="rId7" imgW="32961960" imgH="6570720" progId="">
                  <p:embed/>
                  <p:pic>
                    <p:nvPicPr>
                      <p:cNvPr id="0"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9" name="Picture 3" descr="D:\Presentation\Trademark\top-10-brand-value-2012[1].jpg"/>
          <p:cNvPicPr>
            <a:picLocks noChangeAspect="1" noChangeArrowheads="1"/>
          </p:cNvPicPr>
          <p:nvPr/>
        </p:nvPicPr>
        <p:blipFill>
          <a:blip r:embed="rId9" cstate="print"/>
          <a:srcRect/>
          <a:stretch>
            <a:fillRect/>
          </a:stretch>
        </p:blipFill>
        <p:spPr bwMode="auto">
          <a:xfrm>
            <a:off x="428596" y="1928802"/>
            <a:ext cx="1954231" cy="2488811"/>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p:cNvGrpSpPr/>
          <p:nvPr/>
        </p:nvGrpSpPr>
        <p:grpSpPr>
          <a:xfrm>
            <a:off x="2330450" y="1866339"/>
            <a:ext cx="6203950" cy="3620061"/>
            <a:chOff x="1250950" y="1628214"/>
            <a:chExt cx="6705600" cy="4153461"/>
          </a:xfrm>
        </p:grpSpPr>
        <p:pic>
          <p:nvPicPr>
            <p:cNvPr id="111621" name="Picture 5" descr="DSC00919"/>
            <p:cNvPicPr>
              <a:picLocks noChangeAspect="1" noChangeArrowheads="1"/>
            </p:cNvPicPr>
            <p:nvPr/>
          </p:nvPicPr>
          <p:blipFill>
            <a:blip r:embed="rId3" cstate="print"/>
            <a:srcRect/>
            <a:stretch>
              <a:fillRect/>
            </a:stretch>
          </p:blipFill>
          <p:spPr bwMode="auto">
            <a:xfrm>
              <a:off x="1250950" y="3524250"/>
              <a:ext cx="3060700" cy="2257425"/>
            </a:xfrm>
            <a:prstGeom prst="rect">
              <a:avLst/>
            </a:prstGeom>
            <a:ln>
              <a:noFill/>
            </a:ln>
            <a:effectLst>
              <a:outerShdw blurRad="292100" dist="139700" dir="2700000" algn="tl" rotWithShape="0">
                <a:srgbClr val="333333">
                  <a:alpha val="65000"/>
                </a:srgbClr>
              </a:outerShdw>
            </a:effectLst>
          </p:spPr>
        </p:pic>
        <p:pic>
          <p:nvPicPr>
            <p:cNvPr id="111622" name="Picture 6" descr="DSC00912"/>
            <p:cNvPicPr>
              <a:picLocks noChangeAspect="1" noChangeArrowheads="1"/>
            </p:cNvPicPr>
            <p:nvPr/>
          </p:nvPicPr>
          <p:blipFill>
            <a:blip r:embed="rId4" cstate="print"/>
            <a:srcRect/>
            <a:stretch>
              <a:fillRect/>
            </a:stretch>
          </p:blipFill>
          <p:spPr bwMode="auto">
            <a:xfrm>
              <a:off x="1600200" y="1628214"/>
              <a:ext cx="2894013" cy="2135749"/>
            </a:xfrm>
            <a:prstGeom prst="rect">
              <a:avLst/>
            </a:prstGeom>
            <a:ln>
              <a:noFill/>
            </a:ln>
            <a:effectLst>
              <a:softEdge rad="112500"/>
            </a:effectLst>
          </p:spPr>
        </p:pic>
        <p:sp>
          <p:nvSpPr>
            <p:cNvPr id="111623" name="AutoShape 7"/>
            <p:cNvSpPr>
              <a:spLocks noChangeArrowheads="1"/>
            </p:cNvSpPr>
            <p:nvPr/>
          </p:nvSpPr>
          <p:spPr bwMode="auto">
            <a:xfrm flipV="1">
              <a:off x="3062288" y="2735262"/>
              <a:ext cx="1662112" cy="371475"/>
            </a:xfrm>
            <a:prstGeom prst="wedgeRectCallout">
              <a:avLst>
                <a:gd name="adj1" fmla="val -59190"/>
                <a:gd name="adj2" fmla="val 173481"/>
              </a:avLst>
            </a:prstGeom>
            <a:ln>
              <a:headEnd/>
              <a:tailEnd/>
            </a:ln>
          </p:spPr>
          <p:style>
            <a:lnRef idx="2">
              <a:schemeClr val="dk1"/>
            </a:lnRef>
            <a:fillRef idx="1">
              <a:schemeClr val="lt1"/>
            </a:fillRef>
            <a:effectRef idx="0">
              <a:schemeClr val="dk1"/>
            </a:effectRef>
            <a:fontRef idx="minor">
              <a:schemeClr val="dk1"/>
            </a:fontRef>
          </p:style>
          <p:txBody>
            <a:bodyPr rot="10800000"/>
            <a:lstStyle/>
            <a:p>
              <a:pPr algn="ctr"/>
              <a:r>
                <a:rPr lang="en-US" sz="1600" b="1">
                  <a:solidFill>
                    <a:srgbClr val="FF0000"/>
                  </a:solidFill>
                  <a:latin typeface="Arial" pitchFamily="34" charset="0"/>
                  <a:cs typeface="Arial" pitchFamily="34" charset="0"/>
                </a:rPr>
                <a:t>MonDonald’s</a:t>
              </a:r>
            </a:p>
          </p:txBody>
        </p:sp>
        <p:sp>
          <p:nvSpPr>
            <p:cNvPr id="111624" name="AutoShape 8"/>
            <p:cNvSpPr>
              <a:spLocks noChangeArrowheads="1"/>
            </p:cNvSpPr>
            <p:nvPr/>
          </p:nvSpPr>
          <p:spPr bwMode="auto">
            <a:xfrm flipV="1">
              <a:off x="2913063" y="5113338"/>
              <a:ext cx="1658937" cy="373062"/>
            </a:xfrm>
            <a:prstGeom prst="wedgeRectCallout">
              <a:avLst>
                <a:gd name="adj1" fmla="val -56755"/>
                <a:gd name="adj2" fmla="val 176514"/>
              </a:avLst>
            </a:prstGeom>
            <a:ln>
              <a:headEnd/>
              <a:tailEnd/>
            </a:ln>
          </p:spPr>
          <p:style>
            <a:lnRef idx="2">
              <a:schemeClr val="dk1"/>
            </a:lnRef>
            <a:fillRef idx="1">
              <a:schemeClr val="lt1"/>
            </a:fillRef>
            <a:effectRef idx="0">
              <a:schemeClr val="dk1"/>
            </a:effectRef>
            <a:fontRef idx="minor">
              <a:schemeClr val="dk1"/>
            </a:fontRef>
          </p:style>
          <p:txBody>
            <a:bodyPr rot="10800000"/>
            <a:lstStyle/>
            <a:p>
              <a:pPr algn="ctr"/>
              <a:r>
                <a:rPr lang="en-US" sz="1600" b="1">
                  <a:solidFill>
                    <a:srgbClr val="FF0000"/>
                  </a:solidFill>
                  <a:latin typeface="Arial" pitchFamily="34" charset="0"/>
                  <a:cs typeface="Arial" pitchFamily="34" charset="0"/>
                </a:rPr>
                <a:t>MonRonald’s</a:t>
              </a:r>
            </a:p>
          </p:txBody>
        </p:sp>
        <p:pic>
          <p:nvPicPr>
            <p:cNvPr id="111625" name="Picture 9" descr="DSC00724"/>
            <p:cNvPicPr>
              <a:picLocks noChangeAspect="1" noChangeArrowheads="1"/>
            </p:cNvPicPr>
            <p:nvPr/>
          </p:nvPicPr>
          <p:blipFill>
            <a:blip r:embed="rId5" cstate="print"/>
            <a:srcRect/>
            <a:stretch>
              <a:fillRect/>
            </a:stretch>
          </p:blipFill>
          <p:spPr bwMode="auto">
            <a:xfrm>
              <a:off x="4884738" y="1663700"/>
              <a:ext cx="2506662" cy="1831730"/>
            </a:xfrm>
            <a:prstGeom prst="rect">
              <a:avLst/>
            </a:prstGeom>
            <a:ln>
              <a:noFill/>
            </a:ln>
            <a:effectLst>
              <a:outerShdw blurRad="292100" dist="139700" dir="2700000" algn="tl" rotWithShape="0">
                <a:srgbClr val="333333">
                  <a:alpha val="65000"/>
                </a:srgbClr>
              </a:outerShdw>
            </a:effectLst>
          </p:spPr>
        </p:pic>
        <p:pic>
          <p:nvPicPr>
            <p:cNvPr id="111626" name="Picture 10" descr="DSC00921"/>
            <p:cNvPicPr>
              <a:picLocks noChangeAspect="1" noChangeArrowheads="1"/>
            </p:cNvPicPr>
            <p:nvPr/>
          </p:nvPicPr>
          <p:blipFill>
            <a:blip r:embed="rId6" cstate="print"/>
            <a:srcRect/>
            <a:stretch>
              <a:fillRect/>
            </a:stretch>
          </p:blipFill>
          <p:spPr bwMode="auto">
            <a:xfrm>
              <a:off x="4832350" y="3352800"/>
              <a:ext cx="1543050" cy="1978025"/>
            </a:xfrm>
            <a:prstGeom prst="rect">
              <a:avLst/>
            </a:prstGeom>
            <a:ln>
              <a:noFill/>
            </a:ln>
            <a:effectLst>
              <a:outerShdw blurRad="292100" dist="139700" dir="2700000" algn="tl" rotWithShape="0">
                <a:srgbClr val="333333">
                  <a:alpha val="65000"/>
                </a:srgbClr>
              </a:outerShdw>
            </a:effectLst>
          </p:spPr>
        </p:pic>
        <p:pic>
          <p:nvPicPr>
            <p:cNvPr id="111627" name="Picture 11" descr="DSC00922"/>
            <p:cNvPicPr>
              <a:picLocks noChangeAspect="1" noChangeArrowheads="1"/>
            </p:cNvPicPr>
            <p:nvPr/>
          </p:nvPicPr>
          <p:blipFill>
            <a:blip r:embed="rId7" cstate="print"/>
            <a:srcRect/>
            <a:stretch>
              <a:fillRect/>
            </a:stretch>
          </p:blipFill>
          <p:spPr bwMode="auto">
            <a:xfrm>
              <a:off x="6530975" y="3624262"/>
              <a:ext cx="1425575" cy="1481138"/>
            </a:xfrm>
            <a:prstGeom prst="rect">
              <a:avLst/>
            </a:prstGeom>
            <a:ln>
              <a:noFill/>
            </a:ln>
            <a:effectLst>
              <a:outerShdw blurRad="292100" dist="139700" dir="2700000" algn="tl" rotWithShape="0">
                <a:srgbClr val="333333">
                  <a:alpha val="65000"/>
                </a:srgbClr>
              </a:outerShdw>
            </a:effectLst>
          </p:spPr>
        </p:pic>
      </p:grpSp>
      <p:sp>
        <p:nvSpPr>
          <p:cNvPr id="16" name="Title 1"/>
          <p:cNvSpPr txBox="1">
            <a:spLocks/>
          </p:cNvSpPr>
          <p:nvPr/>
        </p:nvSpPr>
        <p:spPr>
          <a:xfrm>
            <a:off x="838200" y="304800"/>
            <a:ext cx="7772400" cy="1143000"/>
          </a:xfrm>
          <a:prstGeom prst="rect">
            <a:avLst/>
          </a:prstGeom>
        </p:spPr>
        <p:txBody>
          <a:bodyPr vert="horz" lIns="91440" tIns="45720" rIns="91440" bIns="45720" rtlCol="0" anchor="ctr">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mn-MN" sz="2400" b="1" u="none" strike="noStrike" kern="1200" spc="50" normalizeH="0" baseline="0" noProof="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j-ea"/>
                <a:cs typeface="Arial" pitchFamily="34" charset="0"/>
              </a:rPr>
              <a:t>Жижиг дунд үйлдвэрлэл дэх оюуны өмчийн </a:t>
            </a:r>
            <a:r>
              <a:rPr kumimoji="0" lang="mn-MN" sz="2400" b="1" u="none" strike="noStrike" kern="1200" spc="50" normalizeH="0" noProof="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Arial" pitchFamily="34" charset="0"/>
                <a:ea typeface="+mj-ea"/>
                <a:cs typeface="Arial" pitchFamily="34" charset="0"/>
              </a:rPr>
              <a:t>зөрчил</a:t>
            </a:r>
          </a:p>
          <a:p>
            <a:pPr marL="0" marR="0" lvl="0" indent="0" algn="ctr" defTabSz="914400" rtl="0" eaLnBrk="1" fontAlgn="auto" latinLnBrk="0" hangingPunct="1">
              <a:lnSpc>
                <a:spcPct val="100000"/>
              </a:lnSpc>
              <a:spcBef>
                <a:spcPct val="0"/>
              </a:spcBef>
              <a:spcAft>
                <a:spcPts val="0"/>
              </a:spcAft>
              <a:buClrTx/>
              <a:buSzTx/>
              <a:buFontTx/>
              <a:buNone/>
              <a:tabLst/>
              <a:defRPr/>
            </a:pPr>
            <a:r>
              <a:rPr lang="mn-MN" sz="1600" b="1" spc="50" baseline="0">
                <a:ln w="11430"/>
                <a:solidFill>
                  <a:srgbClr val="2D18AC"/>
                </a:solidFill>
                <a:latin typeface="Arial" pitchFamily="34" charset="0"/>
                <a:ea typeface="+mj-ea"/>
                <a:cs typeface="Arial" pitchFamily="34" charset="0"/>
              </a:rPr>
              <a:t>/үйлдвэрлэл, үйлчилгээний салбар/</a:t>
            </a:r>
            <a:endParaRPr kumimoji="0" lang="en-US" b="1" u="none" strike="noStrike" kern="1200" spc="50" normalizeH="0" baseline="0" noProof="0">
              <a:ln w="11430"/>
              <a:solidFill>
                <a:srgbClr val="2D18AC"/>
              </a:solidFill>
              <a:uLnTx/>
              <a:uFillTx/>
              <a:latin typeface="Arial" pitchFamily="34" charset="0"/>
              <a:ea typeface="+mj-ea"/>
              <a:cs typeface="Arial" pitchFamily="34" charset="0"/>
            </a:endParaRPr>
          </a:p>
        </p:txBody>
      </p:sp>
      <p:sp>
        <p:nvSpPr>
          <p:cNvPr id="15" name="Title 1"/>
          <p:cNvSpPr txBox="1">
            <a:spLocks/>
          </p:cNvSpPr>
          <p:nvPr/>
        </p:nvSpPr>
        <p:spPr>
          <a:xfrm>
            <a:off x="152400" y="2362200"/>
            <a:ext cx="2590800" cy="1143000"/>
          </a:xfrm>
          <a:prstGeom prst="rect">
            <a:avLst/>
          </a:prstGeom>
        </p:spPr>
        <p:txBody>
          <a:bodyPr vert="horz" lIns="91440" tIns="45720" rIns="91440" bIns="45720" rtlCol="0" anchor="ctr">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400" rtl="0" eaLnBrk="1" fontAlgn="auto" latinLnBrk="0" hangingPunct="1">
              <a:lnSpc>
                <a:spcPct val="100000"/>
              </a:lnSpc>
              <a:spcBef>
                <a:spcPct val="0"/>
              </a:spcBef>
              <a:spcAft>
                <a:spcPts val="0"/>
              </a:spcAft>
              <a:buClrTx/>
              <a:buSzTx/>
              <a:buBlip>
                <a:blip r:embed="rId8"/>
              </a:buBlip>
              <a:tabLst/>
              <a:defRPr/>
            </a:pPr>
            <a:r>
              <a:rPr kumimoji="0" lang="mn-MN" sz="1600" b="1" u="none" strike="noStrike" kern="1200" spc="50" normalizeH="0" baseline="0" noProof="0">
                <a:ln w="11430"/>
                <a:solidFill>
                  <a:srgbClr val="2D18AC"/>
                </a:solidFill>
                <a:uLnTx/>
                <a:uFillTx/>
                <a:latin typeface="Arial" pitchFamily="34" charset="0"/>
                <a:ea typeface="+mj-ea"/>
                <a:cs typeface="Arial" pitchFamily="34" charset="0"/>
              </a:rPr>
              <a:t>   Барааны тэмдгийн  </a:t>
            </a:r>
          </a:p>
          <a:p>
            <a:pPr marL="0" marR="0" lvl="0" indent="0" algn="ctr" defTabSz="914400" rtl="0" eaLnBrk="1" fontAlgn="auto" latinLnBrk="0" hangingPunct="1">
              <a:lnSpc>
                <a:spcPct val="100000"/>
              </a:lnSpc>
              <a:spcBef>
                <a:spcPct val="0"/>
              </a:spcBef>
              <a:spcAft>
                <a:spcPts val="0"/>
              </a:spcAft>
              <a:buClrTx/>
              <a:buSzTx/>
              <a:tabLst/>
              <a:defRPr/>
            </a:pPr>
            <a:r>
              <a:rPr kumimoji="0" lang="mn-MN" sz="1600" b="1" u="none" strike="noStrike" kern="1200" spc="50" normalizeH="0" baseline="0" noProof="0">
                <a:ln w="11430"/>
                <a:solidFill>
                  <a:srgbClr val="2D18AC"/>
                </a:solidFill>
                <a:uLnTx/>
                <a:uFillTx/>
                <a:latin typeface="Arial" pitchFamily="34" charset="0"/>
                <a:ea typeface="+mj-ea"/>
                <a:cs typeface="Arial" pitchFamily="34" charset="0"/>
              </a:rPr>
              <a:t>зөрчил</a:t>
            </a:r>
          </a:p>
        </p:txBody>
      </p:sp>
      <p:graphicFrame>
        <p:nvGraphicFramePr>
          <p:cNvPr id="36867" name="Object 3"/>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9" imgW="32961960" imgH="6570720" progId="">
                  <p:embed/>
                </p:oleObj>
              </mc:Choice>
              <mc:Fallback>
                <p:oleObj name="CorelDRAW" r:id="rId9" imgW="32961960" imgH="6570720" progId="">
                  <p:embed/>
                  <p:pic>
                    <p:nvPicPr>
                      <p:cNvPr id="0" name="Picture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1384300" y="215884"/>
            <a:ext cx="6540500" cy="927100"/>
          </a:xfrm>
        </p:spPr>
        <p:txBody>
          <a:bodyPr>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eaLnBrk="1" hangingPunct="1"/>
            <a:r>
              <a:rPr lang="mn-MN" sz="2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t>Интернетийн орчин дахь зохиогчийн </a:t>
            </a:r>
            <a:br>
              <a:rPr lang="mn-MN" sz="2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br>
            <a:r>
              <a:rPr lang="mn-MN" sz="2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t>эрхийн зөрчил</a:t>
            </a:r>
            <a:endParaRPr lang="en-US" sz="2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Times New Roman Mon" pitchFamily="18" charset="0"/>
            </a:endParaRPr>
          </a:p>
        </p:txBody>
      </p:sp>
      <p:pic>
        <p:nvPicPr>
          <p:cNvPr id="6" name="Picture 17"/>
          <p:cNvPicPr>
            <a:picLocks noChangeAspect="1" noChangeArrowheads="1"/>
          </p:cNvPicPr>
          <p:nvPr/>
        </p:nvPicPr>
        <p:blipFill>
          <a:blip r:embed="rId3" cstate="print"/>
          <a:srcRect/>
          <a:stretch>
            <a:fillRect/>
          </a:stretch>
        </p:blipFill>
        <p:spPr bwMode="auto">
          <a:xfrm>
            <a:off x="1214414" y="1357298"/>
            <a:ext cx="3333773" cy="2500330"/>
          </a:xfrm>
          <a:prstGeom prst="rect">
            <a:avLst/>
          </a:prstGeom>
          <a:ln>
            <a:noFill/>
          </a:ln>
          <a:effectLst>
            <a:outerShdw blurRad="292100" dist="139700" dir="2700000" algn="tl" rotWithShape="0">
              <a:srgbClr val="333333">
                <a:alpha val="65000"/>
              </a:srgbClr>
            </a:outerShdw>
          </a:effectLst>
        </p:spPr>
      </p:pic>
      <p:sp>
        <p:nvSpPr>
          <p:cNvPr id="7" name="AutoShape 18"/>
          <p:cNvSpPr>
            <a:spLocks noChangeArrowheads="1"/>
          </p:cNvSpPr>
          <p:nvPr/>
        </p:nvSpPr>
        <p:spPr bwMode="auto">
          <a:xfrm>
            <a:off x="0" y="1857364"/>
            <a:ext cx="1587500" cy="914400"/>
          </a:xfrm>
          <a:prstGeom prst="wedgeRoundRectCallout">
            <a:avLst>
              <a:gd name="adj1" fmla="val 65519"/>
              <a:gd name="adj2" fmla="val 77699"/>
              <a:gd name="adj3" fmla="val 16667"/>
            </a:avLst>
          </a:prstGeom>
          <a:solidFill>
            <a:schemeClr val="accent1"/>
          </a:solidFill>
          <a:ln w="9525">
            <a:solidFill>
              <a:schemeClr val="tx1"/>
            </a:solidFill>
            <a:miter lim="800000"/>
            <a:headEnd/>
            <a:tailEnd/>
          </a:ln>
        </p:spPr>
        <p:txBody>
          <a:bodyPr/>
          <a:lstStyle/>
          <a:p>
            <a:pPr algn="ctr">
              <a:buFontTx/>
              <a:buChar char="•"/>
            </a:pPr>
            <a:r>
              <a:rPr lang="mn-MN" sz="1200" b="1">
                <a:solidFill>
                  <a:schemeClr val="bg1"/>
                </a:solidFill>
                <a:latin typeface="Arial" pitchFamily="34" charset="0"/>
                <a:cs typeface="Arial" pitchFamily="34" charset="0"/>
              </a:rPr>
              <a:t>Утга зохиол</a:t>
            </a:r>
          </a:p>
          <a:p>
            <a:pPr algn="ctr">
              <a:buFontTx/>
              <a:buChar char="•"/>
            </a:pPr>
            <a:r>
              <a:rPr lang="mn-MN" sz="1200" b="1">
                <a:solidFill>
                  <a:schemeClr val="bg1"/>
                </a:solidFill>
                <a:latin typeface="Arial" pitchFamily="34" charset="0"/>
                <a:cs typeface="Arial" pitchFamily="34" charset="0"/>
              </a:rPr>
              <a:t>Дуу хөгжим</a:t>
            </a:r>
          </a:p>
          <a:p>
            <a:pPr algn="ctr">
              <a:buFontTx/>
              <a:buChar char="•"/>
            </a:pPr>
            <a:r>
              <a:rPr lang="mn-MN" sz="1200" b="1">
                <a:solidFill>
                  <a:schemeClr val="bg1"/>
                </a:solidFill>
                <a:latin typeface="Arial" pitchFamily="34" charset="0"/>
                <a:cs typeface="Arial" pitchFamily="34" charset="0"/>
              </a:rPr>
              <a:t>Гэрэл зураг</a:t>
            </a:r>
          </a:p>
          <a:p>
            <a:pPr algn="ctr">
              <a:buFontTx/>
              <a:buChar char="•"/>
            </a:pPr>
            <a:r>
              <a:rPr lang="mn-MN" sz="1200" b="1">
                <a:solidFill>
                  <a:schemeClr val="bg1"/>
                </a:solidFill>
                <a:latin typeface="Arial" pitchFamily="34" charset="0"/>
                <a:cs typeface="Arial" pitchFamily="34" charset="0"/>
              </a:rPr>
              <a:t>Кино</a:t>
            </a:r>
            <a:endParaRPr lang="en-US" sz="1200" b="1">
              <a:solidFill>
                <a:schemeClr val="bg1"/>
              </a:solidFill>
              <a:latin typeface="Arial" pitchFamily="34" charset="0"/>
              <a:cs typeface="Arial" pitchFamily="34" charset="0"/>
            </a:endParaRPr>
          </a:p>
          <a:p>
            <a:pPr algn="ctr"/>
            <a:endParaRPr lang="en-US" sz="1200" b="1">
              <a:solidFill>
                <a:schemeClr val="bg1"/>
              </a:solidFill>
              <a:latin typeface="Arial" pitchFamily="34" charset="0"/>
              <a:cs typeface="Arial" pitchFamily="34" charset="0"/>
            </a:endParaRPr>
          </a:p>
        </p:txBody>
      </p:sp>
      <p:pic>
        <p:nvPicPr>
          <p:cNvPr id="8" name="Picture 5"/>
          <p:cNvPicPr>
            <a:picLocks noChangeAspect="1" noChangeArrowheads="1"/>
          </p:cNvPicPr>
          <p:nvPr/>
        </p:nvPicPr>
        <p:blipFill>
          <a:blip r:embed="rId4" cstate="print"/>
          <a:srcRect/>
          <a:stretch>
            <a:fillRect/>
          </a:stretch>
        </p:blipFill>
        <p:spPr>
          <a:xfrm>
            <a:off x="4714876" y="1357298"/>
            <a:ext cx="3526840" cy="2500330"/>
          </a:xfrm>
          <a:prstGeom prst="rect">
            <a:avLst/>
          </a:prstGeom>
          <a:ln>
            <a:noFill/>
          </a:ln>
          <a:effectLst>
            <a:outerShdw blurRad="292100" dist="139700" dir="2700000" algn="tl" rotWithShape="0">
              <a:srgbClr val="333333">
                <a:alpha val="65000"/>
              </a:srgbClr>
            </a:outerShdw>
          </a:effectLst>
        </p:spPr>
      </p:pic>
      <p:sp>
        <p:nvSpPr>
          <p:cNvPr id="9" name="AutoShape 8"/>
          <p:cNvSpPr>
            <a:spLocks noChangeArrowheads="1"/>
          </p:cNvSpPr>
          <p:nvPr/>
        </p:nvSpPr>
        <p:spPr bwMode="auto">
          <a:xfrm>
            <a:off x="7643834" y="1357298"/>
            <a:ext cx="1338290" cy="806289"/>
          </a:xfrm>
          <a:prstGeom prst="wedgeRoundRectCallout">
            <a:avLst>
              <a:gd name="adj1" fmla="val -55631"/>
              <a:gd name="adj2" fmla="val 75041"/>
              <a:gd name="adj3" fmla="val 16667"/>
            </a:avLst>
          </a:prstGeom>
          <a:solidFill>
            <a:schemeClr val="accent1"/>
          </a:solidFill>
          <a:ln w="9525">
            <a:solidFill>
              <a:schemeClr val="tx1"/>
            </a:solidFill>
            <a:miter lim="800000"/>
            <a:headEnd/>
            <a:tailEnd/>
          </a:ln>
        </p:spPr>
        <p:txBody>
          <a:bodyPr/>
          <a:lstStyle/>
          <a:p>
            <a:pPr algn="ctr"/>
            <a:r>
              <a:rPr lang="mn-MN" sz="1200" b="1">
                <a:solidFill>
                  <a:schemeClr val="bg1"/>
                </a:solidFill>
                <a:latin typeface="Arial" pitchFamily="34" charset="0"/>
                <a:cs typeface="Arial" pitchFamily="34" charset="0"/>
              </a:rPr>
              <a:t>Одоо 1 дуу татах зардал </a:t>
            </a:r>
            <a:r>
              <a:rPr lang="en-US" sz="1200" b="1">
                <a:solidFill>
                  <a:schemeClr val="bg1"/>
                </a:solidFill>
                <a:latin typeface="Arial" pitchFamily="34" charset="0"/>
                <a:cs typeface="Arial" pitchFamily="34" charset="0"/>
              </a:rPr>
              <a:t>$0.09-</a:t>
            </a:r>
            <a:r>
              <a:rPr lang="mn-MN" sz="1200" b="1">
                <a:solidFill>
                  <a:schemeClr val="bg1"/>
                </a:solidFill>
                <a:latin typeface="Arial" pitchFamily="34" charset="0"/>
                <a:cs typeface="Arial" pitchFamily="34" charset="0"/>
              </a:rPr>
              <a:t>с эхэлж байна</a:t>
            </a:r>
            <a:endParaRPr lang="en-US" sz="1200" b="1">
              <a:solidFill>
                <a:schemeClr val="bg1"/>
              </a:solidFill>
              <a:latin typeface="Arial" pitchFamily="34" charset="0"/>
              <a:cs typeface="Arial" pitchFamily="34" charset="0"/>
            </a:endParaRPr>
          </a:p>
        </p:txBody>
      </p:sp>
      <p:pic>
        <p:nvPicPr>
          <p:cNvPr id="58370" name="Picture 2"/>
          <p:cNvPicPr>
            <a:picLocks noChangeAspect="1" noChangeArrowheads="1"/>
          </p:cNvPicPr>
          <p:nvPr/>
        </p:nvPicPr>
        <p:blipFill>
          <a:blip r:embed="rId5" cstate="print"/>
          <a:srcRect/>
          <a:stretch>
            <a:fillRect/>
          </a:stretch>
        </p:blipFill>
        <p:spPr bwMode="auto">
          <a:xfrm>
            <a:off x="500034" y="3214686"/>
            <a:ext cx="3764433" cy="2357454"/>
          </a:xfrm>
          <a:prstGeom prst="rect">
            <a:avLst/>
          </a:prstGeom>
          <a:ln>
            <a:noFill/>
          </a:ln>
          <a:effectLst>
            <a:outerShdw blurRad="292100" dist="139700" dir="2700000" algn="tl" rotWithShape="0">
              <a:srgbClr val="333333">
                <a:alpha val="65000"/>
              </a:srgbClr>
            </a:outerShdw>
          </a:effectLst>
        </p:spPr>
      </p:pic>
      <p:pic>
        <p:nvPicPr>
          <p:cNvPr id="58371" name="Picture 3"/>
          <p:cNvPicPr>
            <a:picLocks noChangeAspect="1" noChangeArrowheads="1"/>
          </p:cNvPicPr>
          <p:nvPr/>
        </p:nvPicPr>
        <p:blipFill>
          <a:blip r:embed="rId6" cstate="print"/>
          <a:srcRect/>
          <a:stretch>
            <a:fillRect/>
          </a:stretch>
        </p:blipFill>
        <p:spPr bwMode="auto">
          <a:xfrm>
            <a:off x="4429124" y="3500438"/>
            <a:ext cx="3764431" cy="2357454"/>
          </a:xfrm>
          <a:prstGeom prst="rect">
            <a:avLst/>
          </a:prstGeom>
          <a:ln>
            <a:noFill/>
          </a:ln>
          <a:effectLst>
            <a:outerShdw blurRad="292100" dist="139700" dir="2700000" algn="tl" rotWithShape="0">
              <a:srgbClr val="333333">
                <a:alpha val="65000"/>
              </a:srgbClr>
            </a:outerShdw>
          </a:effectLst>
        </p:spPr>
      </p:pic>
      <p:graphicFrame>
        <p:nvGraphicFramePr>
          <p:cNvPr id="58372" name="Object 4"/>
          <p:cNvGraphicFramePr>
            <a:graphicFrameLocks noChangeAspect="1"/>
          </p:cNvGraphicFramePr>
          <p:nvPr/>
        </p:nvGraphicFramePr>
        <p:xfrm>
          <a:off x="7048500" y="6286500"/>
          <a:ext cx="1860550" cy="371475"/>
        </p:xfrm>
        <a:graphic>
          <a:graphicData uri="http://schemas.openxmlformats.org/presentationml/2006/ole">
            <mc:AlternateContent xmlns:mc="http://schemas.openxmlformats.org/markup-compatibility/2006">
              <mc:Choice xmlns:v="urn:schemas-microsoft-com:vml" Requires="v">
                <p:oleObj name="CorelDRAW" r:id="rId7" imgW="32961960" imgH="6570720" progId="">
                  <p:embed/>
                </p:oleObj>
              </mc:Choice>
              <mc:Fallback>
                <p:oleObj name="CorelDRAW" r:id="rId7" imgW="32961960" imgH="6570720" progId="">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48500" y="6286500"/>
                        <a:ext cx="18605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FB64A5C3-7756-47A4-9DE2-C036DA36C03A"/>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FFFD12\u001E{5CDD3A6F-82E0-49E5-B476-77BB91554EEC}&quot;,&quot;C:\\Users\\217\\Download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studioSettings&quot;:{&quot;useMobileViewer&quot;:&quot;T_FALSE&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S.EEM101_Lecture16_2023-24.A_ByTs.B_2023.12.12Дутуу"/>
  <p:tag name="ISPRING_FIRST_PUBLI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7719</TotalTime>
  <Words>3267</Words>
  <Application>Microsoft Office PowerPoint</Application>
  <PresentationFormat>On-screen Show (4:3)</PresentationFormat>
  <Paragraphs>734</Paragraphs>
  <Slides>61</Slides>
  <Notes>61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61</vt:i4>
      </vt:variant>
    </vt:vector>
  </HeadingPairs>
  <TitlesOfParts>
    <vt:vector size="71" baseType="lpstr">
      <vt:lpstr>Arial</vt:lpstr>
      <vt:lpstr>Arial Mon</vt:lpstr>
      <vt:lpstr>Calibri</vt:lpstr>
      <vt:lpstr>Calibri Light</vt:lpstr>
      <vt:lpstr>Monotype Sorts</vt:lpstr>
      <vt:lpstr>Times New Roman</vt:lpstr>
      <vt:lpstr>Times New Roman Mon</vt:lpstr>
      <vt:lpstr>Wingdings</vt:lpstr>
      <vt:lpstr>Office Theme</vt:lpstr>
      <vt:lpstr>CorelDRAW</vt:lpstr>
      <vt:lpstr>ЛЕКЦ №16 Инновац болон технологи дамжуулалт</vt:lpstr>
      <vt:lpstr>Хичээлийн агуулга </vt:lpstr>
      <vt:lpstr>PowerPoint Presentation</vt:lpstr>
      <vt:lpstr>PowerPoint Presentation</vt:lpstr>
      <vt:lpstr>PowerPoint Presentation</vt:lpstr>
      <vt:lpstr>Инновацийн тогтолцоо эрх зүйн орчин </vt:lpstr>
      <vt:lpstr>Инкубаторын тухай үндсэн ойлголт</vt:lpstr>
      <vt:lpstr>Инкубаторуудын үндсэн үүргүүд</vt:lpstr>
      <vt:lpstr>Инкубаторт  бойжуулах үйл явц</vt:lpstr>
      <vt:lpstr>Технологийн инкубаторын хэлбэрүүд</vt:lpstr>
      <vt:lpstr>Технологийн инкубаторын үйл ажиллагаа</vt:lpstr>
      <vt:lpstr>Технологийн үнэлгээний систем</vt:lpstr>
      <vt:lpstr>Технологийн үнэлгээний систем</vt:lpstr>
      <vt:lpstr>Технологийн үнэлгээний үзүүлэлтүүд</vt:lpstr>
      <vt:lpstr>Технологийн үнэлгээний арга зүй</vt:lpstr>
      <vt:lpstr>Технологийн үнэлгээний сүлжээ</vt:lpstr>
      <vt:lpstr>Технологийн үнэлгээний үүрэг, ач холбогдол</vt:lpstr>
      <vt:lpstr>Монгол Улсын оюуны өмчийн түүхэн эх сурвалж:</vt:lpstr>
      <vt:lpstr>Монгол Улсын оюуны өмчийн түүхэн эх сурвалж</vt:lpstr>
      <vt:lpstr>Монгол Улсын оюуны өмчийн түүхэн эх сурвалж</vt:lpstr>
      <vt:lpstr>PowerPoint Presentation</vt:lpstr>
      <vt:lpstr>PowerPoint Presentation</vt:lpstr>
      <vt:lpstr>Оюуны өмчийн салбар</vt:lpstr>
      <vt:lpstr>Оюуны өмчийн хоёр салбарын ялгаа</vt:lpstr>
      <vt:lpstr>Аж үйлдвэрийн өмч</vt:lpstr>
      <vt:lpstr>Аж үйлдвэрийн өмч</vt:lpstr>
      <vt:lpstr>PowerPoint Presentation</vt:lpstr>
      <vt:lpstr>Аж үйлдвэрийн өмч</vt:lpstr>
      <vt:lpstr>Аж үйлдвэрийн өмч</vt:lpstr>
      <vt:lpstr>Аж үйлдвэрийн өмч</vt:lpstr>
      <vt:lpstr>Аж үйлдвэрийн өмч</vt:lpstr>
      <vt:lpstr>PowerPoint Presentation</vt:lpstr>
      <vt:lpstr>PowerPoint Presentation</vt:lpstr>
      <vt:lpstr>Эрхийн хамгаалалтын хугацаа</vt:lpstr>
      <vt:lpstr>PowerPoint Presentation</vt:lpstr>
      <vt:lpstr>Аж үйлдвэрийн өмч</vt:lpstr>
      <vt:lpstr>Аж үйлдвэрийн өмч</vt:lpstr>
      <vt:lpstr>Аж үйлдвэрийн өмч</vt:lpstr>
      <vt:lpstr>Аж үйлдвэрийн өмч</vt:lpstr>
      <vt:lpstr>PowerPoint Presentation</vt:lpstr>
      <vt:lpstr>PowerPoint Presentation</vt:lpstr>
      <vt:lpstr>PowerPoint Presentation</vt:lpstr>
      <vt:lpstr>PowerPoint Presentation</vt:lpstr>
      <vt:lpstr>PowerPoint Presentation</vt:lpstr>
      <vt:lpstr>Дизайнер : Jaehyung Hong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ТЕЛЕВИЗИЙН КОНТЕНТ (Бүтээл үйлдвэрлэл)</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Интернетийн орчин дахь зохиогчийн  эрхийн зөрчил</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S.EEM101_Lecture16_2023-24.A_ByTs.B_2023.12.12Дутуу</dc:title>
  <dc:creator>Delgertsoo</dc:creator>
  <cp:lastModifiedBy>Ganaa begzsuren</cp:lastModifiedBy>
  <cp:revision>794</cp:revision>
  <dcterms:created xsi:type="dcterms:W3CDTF">2009-03-14T00:10:13Z</dcterms:created>
  <dcterms:modified xsi:type="dcterms:W3CDTF">2024-12-15T13:52:12Z</dcterms:modified>
</cp:coreProperties>
</file>